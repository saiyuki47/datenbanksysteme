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  <p:sldMasterId id="2147483848" r:id="rId2"/>
  </p:sldMasterIdLst>
  <p:sldIdLst>
    <p:sldId id="256" r:id="rId3"/>
    <p:sldId id="287" r:id="rId4"/>
    <p:sldId id="274" r:id="rId5"/>
    <p:sldId id="286" r:id="rId6"/>
    <p:sldId id="276" r:id="rId7"/>
    <p:sldId id="277" r:id="rId8"/>
    <p:sldId id="278" r:id="rId9"/>
    <p:sldId id="279" r:id="rId10"/>
    <p:sldId id="280" r:id="rId11"/>
    <p:sldId id="281" r:id="rId12"/>
  </p:sldIdLst>
  <p:sldSz cx="10693400" cy="7556500"/>
  <p:notesSz cx="10693400" cy="7556500"/>
  <p:defaultTextStyle>
    <a:defPPr>
      <a:defRPr lang="de-DE"/>
    </a:defPPr>
    <a:lvl1pPr marL="0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9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6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2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8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0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2"/>
    <p:restoredTop sz="94650"/>
  </p:normalViewPr>
  <p:slideViewPr>
    <p:cSldViewPr>
      <p:cViewPr varScale="1">
        <p:scale>
          <a:sx n="99" d="100"/>
          <a:sy n="99" d="100"/>
        </p:scale>
        <p:origin x="184" y="4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0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6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3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1988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55679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420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4735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4678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8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2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56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50223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991090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49490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75078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5943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7" r:id="rId8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2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2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/wiki/Benutzer" TargetMode="External"/><Relationship Id="rId13" Type="http://schemas.openxmlformats.org/officeDocument/2006/relationships/hyperlink" Target="https://de.wikipedia.org/wiki/Datenbankmodell" TargetMode="External"/><Relationship Id="rId3" Type="http://schemas.openxmlformats.org/officeDocument/2006/relationships/hyperlink" Target="https://de.wikipedia.org/wiki/Daten" TargetMode="External"/><Relationship Id="rId7" Type="http://schemas.openxmlformats.org/officeDocument/2006/relationships/hyperlink" Target="https://de.wikipedia.org/wiki/Sicht_(Datenbank)" TargetMode="External"/><Relationship Id="rId12" Type="http://schemas.openxmlformats.org/officeDocument/2006/relationships/hyperlink" Target="https://de.wikipedia.org/wiki/Relationale_Datenbank" TargetMode="External"/><Relationship Id="rId2" Type="http://schemas.openxmlformats.org/officeDocument/2006/relationships/hyperlink" Target="https://de.wikipedia.org/wiki/Datenverwaltung" TargetMode="External"/><Relationship Id="rId16" Type="http://schemas.openxmlformats.org/officeDocument/2006/relationships/hyperlink" Target="https://de.wikipedia.org/wiki/Datei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de.wikipedia.org/wiki/ACID%23Dauerhaftigkeit" TargetMode="External"/><Relationship Id="rId11" Type="http://schemas.openxmlformats.org/officeDocument/2006/relationships/hyperlink" Target="https://de.wikipedia.org/wiki/Datenbanksprache" TargetMode="External"/><Relationship Id="rId5" Type="http://schemas.openxmlformats.org/officeDocument/2006/relationships/hyperlink" Target="https://de.wikipedia.org/wiki/Konsistenz_(Datenspeicherung)%23Konsistenz_in_klassischen_relationalen_Datenbanken" TargetMode="External"/><Relationship Id="rId15" Type="http://schemas.openxmlformats.org/officeDocument/2006/relationships/hyperlink" Target="https://de.wikipedia.org/wiki/Computerprogramm" TargetMode="External"/><Relationship Id="rId10" Type="http://schemas.openxmlformats.org/officeDocument/2006/relationships/hyperlink" Target="https://de.wikipedia.org/wiki/Datenbasis" TargetMode="External"/><Relationship Id="rId4" Type="http://schemas.openxmlformats.org/officeDocument/2006/relationships/hyperlink" Target="https://de.wikipedia.org/wiki/Effizienz_(Informatik)" TargetMode="External"/><Relationship Id="rId9" Type="http://schemas.openxmlformats.org/officeDocument/2006/relationships/hyperlink" Target="https://de.wikipedia.org/wiki/Anwendungsprogramm" TargetMode="External"/><Relationship Id="rId14" Type="http://schemas.openxmlformats.org/officeDocument/2006/relationships/hyperlink" Target="https://de.wikipedia.org/wiki/Anwendungssoftwar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>
                <a:solidFill>
                  <a:srgbClr val="FFFFFF"/>
                </a:solidFill>
                <a:latin typeface="+mj-lt"/>
              </a:rPr>
              <a:t>Datenbanksysteme</a:t>
            </a:r>
            <a:endParaRPr lang="en-US" sz="2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Datenbanksysteme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Einleitung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Übersicht</a:t>
            </a:r>
            <a:endParaRPr lang="en-US" sz="2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7791E-00C4-1F5E-BF0A-5A76128321B9}"/>
              </a:ext>
            </a:extLst>
          </p:cNvPr>
          <p:cNvSpPr txBox="1"/>
          <p:nvPr/>
        </p:nvSpPr>
        <p:spPr>
          <a:xfrm>
            <a:off x="4051300" y="2301935"/>
            <a:ext cx="62410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Datenbank</a:t>
            </a:r>
            <a:r>
              <a:rPr lang="en-US" sz="3600" dirty="0"/>
              <a:t> Definition</a:t>
            </a:r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Einsatzgebiete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Abstraktion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Modellierung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Relationales</a:t>
            </a:r>
            <a:r>
              <a:rPr lang="en-US" sz="3600" dirty="0"/>
              <a:t> Modell</a:t>
            </a:r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Andere</a:t>
            </a:r>
            <a:r>
              <a:rPr lang="en-US" sz="3600" dirty="0"/>
              <a:t> </a:t>
            </a:r>
            <a:r>
              <a:rPr lang="en-US" sz="3600" dirty="0" err="1"/>
              <a:t>Datenbanktypen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9723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7E32C3A4-E2BE-BD0C-BDE2-4DCF72485B3E}"/>
              </a:ext>
            </a:extLst>
          </p:cNvPr>
          <p:cNvSpPr txBox="1">
            <a:spLocks/>
          </p:cNvSpPr>
          <p:nvPr/>
        </p:nvSpPr>
        <p:spPr>
          <a:xfrm>
            <a:off x="713741" y="577850"/>
            <a:ext cx="7071359" cy="628377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9385" algn="l"/>
                <a:tab pos="5770880" algn="l"/>
              </a:tabLst>
            </a:pPr>
            <a:r>
              <a:rPr lang="en-GB" sz="4000" b="1" dirty="0" err="1">
                <a:latin typeface="Arial"/>
                <a:cs typeface="Arial"/>
              </a:rPr>
              <a:t>Datenbank</a:t>
            </a:r>
            <a:r>
              <a:rPr lang="en-GB" sz="4000" b="1" dirty="0">
                <a:latin typeface="Arial"/>
                <a:cs typeface="Arial"/>
              </a:rPr>
              <a:t> - Wikipedia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AA40C6-3082-2E80-EFCA-0CA380F6CEF1}"/>
              </a:ext>
            </a:extLst>
          </p:cNvPr>
          <p:cNvSpPr/>
          <p:nvPr/>
        </p:nvSpPr>
        <p:spPr>
          <a:xfrm>
            <a:off x="774700" y="1346338"/>
            <a:ext cx="9220200" cy="5632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b="1" dirty="0" err="1"/>
              <a:t>Datenbank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b="1" dirty="0" err="1"/>
              <a:t>Datenbanksystem</a:t>
            </a:r>
            <a:r>
              <a:rPr lang="en-US" dirty="0"/>
              <a:t> </a:t>
            </a:r>
            <a:r>
              <a:rPr lang="en-US" dirty="0" err="1"/>
              <a:t>genannt</a:t>
            </a:r>
            <a:r>
              <a:rPr lang="en-US" dirty="0"/>
              <a:t>,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System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elektronischen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Datenverwaltung. Die wesentliche Aufgabe einer Datenbank ist es, große </a:t>
            </a:r>
            <a:r>
              <a:rPr lang="en-US" dirty="0">
                <a:hlinkClick r:id="rId3"/>
              </a:rPr>
              <a:t>Datenmengen </a:t>
            </a:r>
            <a:r>
              <a:rPr lang="en-US" dirty="0">
                <a:hlinkClick r:id="rId4"/>
              </a:rPr>
              <a:t>effizient, </a:t>
            </a:r>
            <a:r>
              <a:rPr lang="en-US" dirty="0">
                <a:hlinkClick r:id="rId5"/>
              </a:rPr>
              <a:t>widerspruchsfrei und </a:t>
            </a:r>
            <a:r>
              <a:rPr lang="en-US" dirty="0">
                <a:hlinkClick r:id="rId6"/>
              </a:rPr>
              <a:t>dauerhaft zu speichern und benötigte Teilmengen in unterschiedlichen, </a:t>
            </a:r>
            <a:r>
              <a:rPr lang="en-US" dirty="0">
                <a:hlinkClick r:id="rId7"/>
              </a:rPr>
              <a:t>bedarfsgerechten Darstellungsformen für </a:t>
            </a:r>
            <a:r>
              <a:rPr lang="en-US" dirty="0">
                <a:hlinkClick r:id="rId8"/>
              </a:rPr>
              <a:t>Benutzer und </a:t>
            </a:r>
            <a:r>
              <a:rPr lang="en-US" dirty="0">
                <a:hlinkClick r:id="rId9"/>
              </a:rPr>
              <a:t>Anwendungsprogramme bereitzustellen.</a:t>
            </a:r>
          </a:p>
          <a:p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Datenbank</a:t>
            </a:r>
            <a:r>
              <a:rPr lang="en-US" dirty="0"/>
              <a:t> </a:t>
            </a:r>
            <a:r>
              <a:rPr lang="en-US" dirty="0" err="1"/>
              <a:t>besteht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zwei</a:t>
            </a:r>
            <a:r>
              <a:rPr lang="en-US" dirty="0"/>
              <a:t> </a:t>
            </a:r>
            <a:r>
              <a:rPr lang="en-US" dirty="0" err="1"/>
              <a:t>Teilen</a:t>
            </a:r>
            <a:r>
              <a:rPr lang="en-US" dirty="0"/>
              <a:t>: der </a:t>
            </a:r>
            <a:r>
              <a:rPr lang="en-US" dirty="0" err="1"/>
              <a:t>Verwaltungssoftware</a:t>
            </a:r>
            <a:r>
              <a:rPr lang="en-US" dirty="0"/>
              <a:t>, </a:t>
            </a:r>
            <a:r>
              <a:rPr lang="en-US" dirty="0" err="1"/>
              <a:t>genannt</a:t>
            </a:r>
            <a:r>
              <a:rPr lang="en-US" dirty="0"/>
              <a:t> </a:t>
            </a:r>
            <a:r>
              <a:rPr lang="en-US" b="1" dirty="0" err="1"/>
              <a:t>Datenbankmanagementsystem</a:t>
            </a:r>
            <a:r>
              <a:rPr lang="en-US" b="1" dirty="0"/>
              <a:t> (DBMS)</a:t>
            </a:r>
            <a:r>
              <a:rPr lang="en-US" dirty="0"/>
              <a:t>, und der </a:t>
            </a:r>
            <a:r>
              <a:rPr lang="en-US" dirty="0" err="1"/>
              <a:t>Menge</a:t>
            </a:r>
            <a:r>
              <a:rPr lang="en-US" dirty="0"/>
              <a:t> der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verwaltenden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, der </a:t>
            </a:r>
            <a:r>
              <a:rPr lang="en-US" b="1" dirty="0" err="1"/>
              <a:t>Datenbank</a:t>
            </a:r>
            <a:r>
              <a:rPr lang="en-US" b="1" dirty="0"/>
              <a:t> (DB)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engeren</a:t>
            </a:r>
            <a:r>
              <a:rPr lang="en-US" dirty="0"/>
              <a:t> Sinn,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Teil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„</a:t>
            </a:r>
            <a:r>
              <a:rPr lang="en-US" dirty="0">
                <a:hlinkClick r:id="rId10"/>
              </a:rPr>
              <a:t>Datenbasis“ genannt. Die Verwaltungssoftware organisiert intern die strukturierte Speicherung der Daten und kontrolliert alle lesenden und schreibenden Zugriffe auf die Datenbank. Zur Abfrage und Verwaltung der Daten bietet ein Datenbanksystem eine </a:t>
            </a:r>
            <a:r>
              <a:rPr lang="en-US" dirty="0">
                <a:hlinkClick r:id="rId11"/>
              </a:rPr>
              <a:t>Datenbanksprache an.</a:t>
            </a:r>
          </a:p>
          <a:p>
            <a:r>
              <a:rPr lang="en-US" dirty="0"/>
              <a:t>Die </a:t>
            </a:r>
            <a:r>
              <a:rPr lang="en-US" dirty="0" err="1"/>
              <a:t>gebräuchlichste</a:t>
            </a:r>
            <a:r>
              <a:rPr lang="en-US" dirty="0"/>
              <a:t> Form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Datenbank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>
                <a:hlinkClick r:id="rId12"/>
              </a:rPr>
              <a:t>relationale Datenbank. Die Struktur der Daten wird durch ein </a:t>
            </a:r>
            <a:r>
              <a:rPr lang="en-US" dirty="0">
                <a:hlinkClick r:id="rId13"/>
              </a:rPr>
              <a:t>Datenbankmodell festgelegt.</a:t>
            </a:r>
          </a:p>
          <a:p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unterscheiden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der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beschriebene</a:t>
            </a:r>
            <a:r>
              <a:rPr lang="en-US" dirty="0"/>
              <a:t> </a:t>
            </a:r>
            <a:r>
              <a:rPr lang="en-US" dirty="0" err="1"/>
              <a:t>Begriff</a:t>
            </a:r>
            <a:r>
              <a:rPr lang="en-US" dirty="0"/>
              <a:t> der </a:t>
            </a:r>
            <a:r>
              <a:rPr lang="en-US" dirty="0" err="1"/>
              <a:t>Datenbank</a:t>
            </a:r>
            <a:r>
              <a:rPr lang="en-US" dirty="0"/>
              <a:t> (</a:t>
            </a:r>
            <a:r>
              <a:rPr lang="en-US" dirty="0" err="1"/>
              <a:t>bestehend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DBMS und </a:t>
            </a:r>
            <a:r>
              <a:rPr lang="en-US" dirty="0" err="1"/>
              <a:t>Daten</a:t>
            </a:r>
            <a:r>
              <a:rPr lang="en-US" dirty="0"/>
              <a:t>) von </a:t>
            </a:r>
            <a:r>
              <a:rPr lang="en-US" b="1" dirty="0" err="1"/>
              <a:t>Datenbankanwendungen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Letztere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(</a:t>
            </a:r>
            <a:r>
              <a:rPr lang="en-US" dirty="0" err="1"/>
              <a:t>häufig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>
                <a:hlinkClick r:id="rId14"/>
              </a:rPr>
              <a:t>Anwendungssoftware gehörende) </a:t>
            </a:r>
            <a:r>
              <a:rPr lang="en-US" dirty="0">
                <a:hlinkClick r:id="rId15"/>
              </a:rPr>
              <a:t>Computerprogramme, die ihre jeweils individuell erforderlichen Daten unter Nutzung eines Datenbanksystems verwalten und speichern.</a:t>
            </a:r>
            <a:r>
              <a:rPr lang="en-US" baseline="30000" dirty="0">
                <a:hlinkClick r:id="rId15"/>
              </a:rPr>
              <a:t>[1][2]</a:t>
            </a:r>
            <a:r>
              <a:rPr lang="en-US" dirty="0">
                <a:hlinkClick r:id="rId15"/>
              </a:rPr>
              <a:t> Beispiele: Auftragsverwaltung, Bestellwesen, Kunden- und Adressverwaltung, Rechnungserstellung.</a:t>
            </a:r>
          </a:p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Sprachgebrauch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gelegentlich</a:t>
            </a:r>
            <a:r>
              <a:rPr lang="en-US" dirty="0"/>
              <a:t> (und </a:t>
            </a:r>
            <a:r>
              <a:rPr lang="en-US" dirty="0" err="1"/>
              <a:t>begrifflich</a:t>
            </a:r>
            <a:r>
              <a:rPr lang="en-US" dirty="0"/>
              <a:t> </a:t>
            </a:r>
            <a:r>
              <a:rPr lang="en-US" dirty="0" err="1"/>
              <a:t>unkorrekt</a:t>
            </a:r>
            <a:r>
              <a:rPr lang="en-US" dirty="0"/>
              <a:t>)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Datenbanksystemen</a:t>
            </a:r>
            <a:r>
              <a:rPr lang="en-US" dirty="0"/>
              <a:t> </a:t>
            </a:r>
            <a:r>
              <a:rPr lang="en-US" dirty="0" err="1"/>
              <a:t>verwaltete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„</a:t>
            </a:r>
            <a:r>
              <a:rPr lang="en-US" dirty="0" err="1"/>
              <a:t>Datenbank</a:t>
            </a:r>
            <a:r>
              <a:rPr lang="en-US" dirty="0"/>
              <a:t>“ </a:t>
            </a:r>
            <a:r>
              <a:rPr lang="en-US" dirty="0" err="1"/>
              <a:t>bezeichnet</a:t>
            </a:r>
            <a:r>
              <a:rPr lang="en-US" dirty="0"/>
              <a:t>: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Menge</a:t>
            </a:r>
            <a:r>
              <a:rPr lang="en-US" dirty="0"/>
              <a:t> </a:t>
            </a:r>
            <a:r>
              <a:rPr lang="en-US" dirty="0" err="1"/>
              <a:t>thematisch</a:t>
            </a:r>
            <a:r>
              <a:rPr lang="en-US" dirty="0"/>
              <a:t> </a:t>
            </a:r>
            <a:r>
              <a:rPr lang="en-US" dirty="0" err="1"/>
              <a:t>zusammenhängender</a:t>
            </a:r>
            <a:r>
              <a:rPr lang="en-US" dirty="0"/>
              <a:t> </a:t>
            </a:r>
            <a:r>
              <a:rPr lang="en-US" dirty="0">
                <a:hlinkClick r:id="rId16"/>
              </a:rPr>
              <a:t>Dateien.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C30F256-DAB9-8A50-FADC-1C815419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838488" cy="634667"/>
          </a:xfrm>
        </p:spPr>
        <p:txBody>
          <a:bodyPr/>
          <a:lstStyle/>
          <a:p>
            <a:r>
              <a:rPr lang="en-GB" spc="-5" dirty="0"/>
              <a:t>Motivation </a:t>
            </a:r>
            <a:r>
              <a:rPr lang="en-GB" dirty="0"/>
              <a:t>für</a:t>
            </a:r>
            <a:r>
              <a:rPr lang="en-GB" spc="-5" dirty="0"/>
              <a:t> </a:t>
            </a:r>
            <a:r>
              <a:rPr lang="en-GB" dirty="0" err="1"/>
              <a:t>den</a:t>
            </a:r>
            <a:r>
              <a:rPr lang="en-GB" spc="-5" dirty="0" err="1"/>
              <a:t>Einsatz</a:t>
            </a:r>
            <a:r>
              <a:rPr lang="en-GB" spc="-5" dirty="0"/>
              <a:t> </a:t>
            </a:r>
            <a:r>
              <a:rPr lang="en-GB" dirty="0" err="1"/>
              <a:t>eines</a:t>
            </a:r>
            <a:r>
              <a:rPr lang="en-GB" dirty="0"/>
              <a:t>  </a:t>
            </a:r>
            <a:r>
              <a:rPr lang="en-GB" spc="-5" dirty="0" err="1"/>
              <a:t>Datenbank</a:t>
            </a:r>
            <a:r>
              <a:rPr lang="en-GB" spc="-5" dirty="0"/>
              <a:t>- </a:t>
            </a:r>
            <a:r>
              <a:rPr lang="en-GB" spc="-5" dirty="0" err="1"/>
              <a:t>Verwaltungssystems</a:t>
            </a:r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073183" y="7260836"/>
            <a:ext cx="53467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4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4700" y="1575447"/>
            <a:ext cx="8206105" cy="5637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Typische Probleme bei Informationsverarbeitung ohne</a:t>
            </a:r>
            <a:r>
              <a:rPr sz="2400" spc="1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DBMS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Redundanz</a:t>
            </a:r>
            <a:r>
              <a:rPr sz="2400" spc="-5" dirty="0">
                <a:latin typeface="Tahoma"/>
                <a:cs typeface="Tahoma"/>
              </a:rPr>
              <a:t> und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Inkonsistenz</a:t>
            </a:r>
            <a:endParaRPr sz="2400" dirty="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Beschränkte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Zugriffsmöglichkeiten</a:t>
            </a:r>
            <a:endParaRPr sz="2400" dirty="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4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Probleme</a:t>
            </a:r>
            <a:r>
              <a:rPr sz="2400" spc="-5" dirty="0">
                <a:latin typeface="Tahoma"/>
                <a:cs typeface="Tahoma"/>
              </a:rPr>
              <a:t> beim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Mehrbenutzerbetrieb</a:t>
            </a:r>
            <a:endParaRPr sz="2400" dirty="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4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 err="1">
                <a:latin typeface="Tahoma"/>
                <a:cs typeface="Tahoma"/>
              </a:rPr>
              <a:t>Verlust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von</a:t>
            </a:r>
            <a:r>
              <a:rPr sz="2400" spc="-3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Daten</a:t>
            </a:r>
            <a:endParaRPr sz="2400" dirty="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Integritätsverletzung</a:t>
            </a:r>
            <a:endParaRPr sz="2400" dirty="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4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Sicherheitsprobleme</a:t>
            </a:r>
            <a:endParaRPr sz="2400" dirty="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hohe</a:t>
            </a:r>
            <a:r>
              <a:rPr sz="2400" spc="-5" dirty="0">
                <a:latin typeface="Tahoma"/>
                <a:cs typeface="Tahoma"/>
              </a:rPr>
              <a:t> Entwicklungskosten </a:t>
            </a:r>
            <a:r>
              <a:rPr sz="2400" dirty="0">
                <a:latin typeface="Tahoma"/>
                <a:cs typeface="Tahoma"/>
              </a:rPr>
              <a:t>für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Anwendungsprogramme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98295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49AAB392-3441-212C-1B27-5BB384D7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7219488" cy="576000"/>
          </a:xfrm>
        </p:spPr>
        <p:txBody>
          <a:bodyPr/>
          <a:lstStyle/>
          <a:p>
            <a:r>
              <a:rPr lang="en-US" dirty="0"/>
              <a:t>Die </a:t>
            </a:r>
            <a:r>
              <a:rPr lang="en-US" dirty="0" err="1"/>
              <a:t>Abstraktionsebenen</a:t>
            </a:r>
            <a:r>
              <a:rPr lang="en-US" dirty="0"/>
              <a:t>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Datenbanksystems</a:t>
            </a:r>
            <a:endParaRPr lang="en-US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xfrm>
            <a:off x="10073183" y="7260836"/>
            <a:ext cx="53467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5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222" y="4857635"/>
            <a:ext cx="4290695" cy="1105431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Datenunabhängigkeit: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36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247015" algn="l"/>
              </a:tabLst>
            </a:pPr>
            <a:r>
              <a:rPr sz="2400" spc="-5" dirty="0">
                <a:latin typeface="Tahoma"/>
                <a:cs typeface="Tahoma"/>
              </a:rPr>
              <a:t>physische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Unabhängigkeit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223" y="6127635"/>
            <a:ext cx="495207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247015" algn="l"/>
              </a:tabLst>
            </a:pPr>
            <a:r>
              <a:rPr sz="2400" spc="-5" dirty="0">
                <a:latin typeface="Tahoma"/>
                <a:cs typeface="Tahoma"/>
              </a:rPr>
              <a:t>logische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Datenunabhängigkeit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22900" y="4973108"/>
            <a:ext cx="3635375" cy="172720"/>
          </a:xfrm>
          <a:custGeom>
            <a:avLst/>
            <a:gdLst/>
            <a:ahLst/>
            <a:cxnLst/>
            <a:rect l="l" t="t" r="r" b="b"/>
            <a:pathLst>
              <a:path w="3635375" h="172720">
                <a:moveTo>
                  <a:pt x="3635367" y="0"/>
                </a:moveTo>
                <a:lnTo>
                  <a:pt x="3609043" y="29417"/>
                </a:lnTo>
                <a:lnTo>
                  <a:pt x="3556421" y="50444"/>
                </a:lnTo>
                <a:lnTo>
                  <a:pt x="3506705" y="63872"/>
                </a:lnTo>
                <a:lnTo>
                  <a:pt x="3445919" y="76767"/>
                </a:lnTo>
                <a:lnTo>
                  <a:pt x="3374608" y="89077"/>
                </a:lnTo>
                <a:lnTo>
                  <a:pt x="3335177" y="94997"/>
                </a:lnTo>
                <a:lnTo>
                  <a:pt x="3293318" y="100751"/>
                </a:lnTo>
                <a:lnTo>
                  <a:pt x="3249101" y="106333"/>
                </a:lnTo>
                <a:lnTo>
                  <a:pt x="3202594" y="111736"/>
                </a:lnTo>
                <a:lnTo>
                  <a:pt x="3153865" y="116955"/>
                </a:lnTo>
                <a:lnTo>
                  <a:pt x="3102982" y="121982"/>
                </a:lnTo>
                <a:lnTo>
                  <a:pt x="3050014" y="126811"/>
                </a:lnTo>
                <a:lnTo>
                  <a:pt x="2995028" y="131435"/>
                </a:lnTo>
                <a:lnTo>
                  <a:pt x="2938093" y="135849"/>
                </a:lnTo>
                <a:lnTo>
                  <a:pt x="2879277" y="140046"/>
                </a:lnTo>
                <a:lnTo>
                  <a:pt x="2818648" y="144018"/>
                </a:lnTo>
                <a:lnTo>
                  <a:pt x="2756274" y="147761"/>
                </a:lnTo>
                <a:lnTo>
                  <a:pt x="2692224" y="151266"/>
                </a:lnTo>
                <a:lnTo>
                  <a:pt x="2626566" y="154529"/>
                </a:lnTo>
                <a:lnTo>
                  <a:pt x="2559368" y="157541"/>
                </a:lnTo>
                <a:lnTo>
                  <a:pt x="2490698" y="160298"/>
                </a:lnTo>
                <a:lnTo>
                  <a:pt x="2420624" y="162791"/>
                </a:lnTo>
                <a:lnTo>
                  <a:pt x="2349215" y="165016"/>
                </a:lnTo>
                <a:lnTo>
                  <a:pt x="2276538" y="166965"/>
                </a:lnTo>
                <a:lnTo>
                  <a:pt x="2202663" y="168632"/>
                </a:lnTo>
                <a:lnTo>
                  <a:pt x="2127657" y="170010"/>
                </a:lnTo>
                <a:lnTo>
                  <a:pt x="2051588" y="171093"/>
                </a:lnTo>
                <a:lnTo>
                  <a:pt x="1974525" y="171875"/>
                </a:lnTo>
                <a:lnTo>
                  <a:pt x="1896536" y="172349"/>
                </a:lnTo>
                <a:lnTo>
                  <a:pt x="1817688" y="172508"/>
                </a:lnTo>
                <a:lnTo>
                  <a:pt x="1738841" y="172349"/>
                </a:lnTo>
                <a:lnTo>
                  <a:pt x="1660851" y="171875"/>
                </a:lnTo>
                <a:lnTo>
                  <a:pt x="1583788" y="171093"/>
                </a:lnTo>
                <a:lnTo>
                  <a:pt x="1507718" y="170010"/>
                </a:lnTo>
                <a:lnTo>
                  <a:pt x="1432712" y="168632"/>
                </a:lnTo>
                <a:lnTo>
                  <a:pt x="1358836" y="166965"/>
                </a:lnTo>
                <a:lnTo>
                  <a:pt x="1286160" y="165016"/>
                </a:lnTo>
                <a:lnTo>
                  <a:pt x="1214750" y="162791"/>
                </a:lnTo>
                <a:lnTo>
                  <a:pt x="1144676" y="160298"/>
                </a:lnTo>
                <a:lnTo>
                  <a:pt x="1076006" y="157541"/>
                </a:lnTo>
                <a:lnTo>
                  <a:pt x="1008807" y="154529"/>
                </a:lnTo>
                <a:lnTo>
                  <a:pt x="943149" y="151266"/>
                </a:lnTo>
                <a:lnTo>
                  <a:pt x="879098" y="147761"/>
                </a:lnTo>
                <a:lnTo>
                  <a:pt x="816724" y="144018"/>
                </a:lnTo>
                <a:lnTo>
                  <a:pt x="756095" y="140046"/>
                </a:lnTo>
                <a:lnTo>
                  <a:pt x="697278" y="135849"/>
                </a:lnTo>
                <a:lnTo>
                  <a:pt x="640343" y="131435"/>
                </a:lnTo>
                <a:lnTo>
                  <a:pt x="585357" y="126811"/>
                </a:lnTo>
                <a:lnTo>
                  <a:pt x="532388" y="121982"/>
                </a:lnTo>
                <a:lnTo>
                  <a:pt x="481505" y="116955"/>
                </a:lnTo>
                <a:lnTo>
                  <a:pt x="432775" y="111736"/>
                </a:lnTo>
                <a:lnTo>
                  <a:pt x="386268" y="106333"/>
                </a:lnTo>
                <a:lnTo>
                  <a:pt x="342051" y="100751"/>
                </a:lnTo>
                <a:lnTo>
                  <a:pt x="300192" y="94997"/>
                </a:lnTo>
                <a:lnTo>
                  <a:pt x="260760" y="89077"/>
                </a:lnTo>
                <a:lnTo>
                  <a:pt x="189449" y="76767"/>
                </a:lnTo>
                <a:lnTo>
                  <a:pt x="128662" y="63872"/>
                </a:lnTo>
                <a:lnTo>
                  <a:pt x="78946" y="50444"/>
                </a:lnTo>
                <a:lnTo>
                  <a:pt x="40847" y="36536"/>
                </a:lnTo>
                <a:lnTo>
                  <a:pt x="6671" y="14884"/>
                </a:lnTo>
                <a:lnTo>
                  <a:pt x="1679" y="7483"/>
                </a:lnTo>
                <a:lnTo>
                  <a:pt x="0" y="0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46700" y="4800600"/>
            <a:ext cx="3635375" cy="1035050"/>
          </a:xfrm>
          <a:custGeom>
            <a:avLst/>
            <a:gdLst/>
            <a:ahLst/>
            <a:cxnLst/>
            <a:rect l="l" t="t" r="r" b="b"/>
            <a:pathLst>
              <a:path w="3635375" h="1035050">
                <a:moveTo>
                  <a:pt x="0" y="172507"/>
                </a:moveTo>
                <a:lnTo>
                  <a:pt x="26324" y="143090"/>
                </a:lnTo>
                <a:lnTo>
                  <a:pt x="78946" y="122063"/>
                </a:lnTo>
                <a:lnTo>
                  <a:pt x="128662" y="108635"/>
                </a:lnTo>
                <a:lnTo>
                  <a:pt x="189449" y="95741"/>
                </a:lnTo>
                <a:lnTo>
                  <a:pt x="260760" y="83431"/>
                </a:lnTo>
                <a:lnTo>
                  <a:pt x="300192" y="77511"/>
                </a:lnTo>
                <a:lnTo>
                  <a:pt x="342051" y="71757"/>
                </a:lnTo>
                <a:lnTo>
                  <a:pt x="386268" y="66175"/>
                </a:lnTo>
                <a:lnTo>
                  <a:pt x="432775" y="60771"/>
                </a:lnTo>
                <a:lnTo>
                  <a:pt x="481505" y="55553"/>
                </a:lnTo>
                <a:lnTo>
                  <a:pt x="532388" y="50526"/>
                </a:lnTo>
                <a:lnTo>
                  <a:pt x="585357" y="45697"/>
                </a:lnTo>
                <a:lnTo>
                  <a:pt x="640343" y="41072"/>
                </a:lnTo>
                <a:lnTo>
                  <a:pt x="697278" y="36658"/>
                </a:lnTo>
                <a:lnTo>
                  <a:pt x="756095" y="32462"/>
                </a:lnTo>
                <a:lnTo>
                  <a:pt x="816724" y="28489"/>
                </a:lnTo>
                <a:lnTo>
                  <a:pt x="879098" y="24747"/>
                </a:lnTo>
                <a:lnTo>
                  <a:pt x="943149" y="21242"/>
                </a:lnTo>
                <a:lnTo>
                  <a:pt x="1008807" y="17979"/>
                </a:lnTo>
                <a:lnTo>
                  <a:pt x="1076006" y="14967"/>
                </a:lnTo>
                <a:lnTo>
                  <a:pt x="1144676" y="12210"/>
                </a:lnTo>
                <a:lnTo>
                  <a:pt x="1214750" y="9717"/>
                </a:lnTo>
                <a:lnTo>
                  <a:pt x="1286160" y="7492"/>
                </a:lnTo>
                <a:lnTo>
                  <a:pt x="1358836" y="5543"/>
                </a:lnTo>
                <a:lnTo>
                  <a:pt x="1432712" y="3876"/>
                </a:lnTo>
                <a:lnTo>
                  <a:pt x="1507718" y="2498"/>
                </a:lnTo>
                <a:lnTo>
                  <a:pt x="1583788" y="1415"/>
                </a:lnTo>
                <a:lnTo>
                  <a:pt x="1660851" y="633"/>
                </a:lnTo>
                <a:lnTo>
                  <a:pt x="1738841" y="159"/>
                </a:lnTo>
                <a:lnTo>
                  <a:pt x="1817688" y="0"/>
                </a:lnTo>
                <a:lnTo>
                  <a:pt x="1896536" y="159"/>
                </a:lnTo>
                <a:lnTo>
                  <a:pt x="1974525" y="633"/>
                </a:lnTo>
                <a:lnTo>
                  <a:pt x="2051588" y="1415"/>
                </a:lnTo>
                <a:lnTo>
                  <a:pt x="2127657" y="2498"/>
                </a:lnTo>
                <a:lnTo>
                  <a:pt x="2202663" y="3876"/>
                </a:lnTo>
                <a:lnTo>
                  <a:pt x="2276538" y="5543"/>
                </a:lnTo>
                <a:lnTo>
                  <a:pt x="2349215" y="7492"/>
                </a:lnTo>
                <a:lnTo>
                  <a:pt x="2420624" y="9717"/>
                </a:lnTo>
                <a:lnTo>
                  <a:pt x="2490698" y="12210"/>
                </a:lnTo>
                <a:lnTo>
                  <a:pt x="2559368" y="14967"/>
                </a:lnTo>
                <a:lnTo>
                  <a:pt x="2626566" y="17979"/>
                </a:lnTo>
                <a:lnTo>
                  <a:pt x="2692224" y="21242"/>
                </a:lnTo>
                <a:lnTo>
                  <a:pt x="2756274" y="24747"/>
                </a:lnTo>
                <a:lnTo>
                  <a:pt x="2818648" y="28489"/>
                </a:lnTo>
                <a:lnTo>
                  <a:pt x="2879277" y="32462"/>
                </a:lnTo>
                <a:lnTo>
                  <a:pt x="2938093" y="36658"/>
                </a:lnTo>
                <a:lnTo>
                  <a:pt x="2995028" y="41072"/>
                </a:lnTo>
                <a:lnTo>
                  <a:pt x="3050014" y="45697"/>
                </a:lnTo>
                <a:lnTo>
                  <a:pt x="3102982" y="50526"/>
                </a:lnTo>
                <a:lnTo>
                  <a:pt x="3153865" y="55553"/>
                </a:lnTo>
                <a:lnTo>
                  <a:pt x="3202594" y="60771"/>
                </a:lnTo>
                <a:lnTo>
                  <a:pt x="3249101" y="66175"/>
                </a:lnTo>
                <a:lnTo>
                  <a:pt x="3293318" y="71757"/>
                </a:lnTo>
                <a:lnTo>
                  <a:pt x="3335177" y="77511"/>
                </a:lnTo>
                <a:lnTo>
                  <a:pt x="3374608" y="83431"/>
                </a:lnTo>
                <a:lnTo>
                  <a:pt x="3445919" y="95741"/>
                </a:lnTo>
                <a:lnTo>
                  <a:pt x="3506705" y="108635"/>
                </a:lnTo>
                <a:lnTo>
                  <a:pt x="3556421" y="122063"/>
                </a:lnTo>
                <a:lnTo>
                  <a:pt x="3594520" y="135971"/>
                </a:lnTo>
                <a:lnTo>
                  <a:pt x="3628695" y="157623"/>
                </a:lnTo>
                <a:lnTo>
                  <a:pt x="3635367" y="172507"/>
                </a:lnTo>
                <a:lnTo>
                  <a:pt x="3635367" y="862541"/>
                </a:lnTo>
                <a:lnTo>
                  <a:pt x="3609043" y="891958"/>
                </a:lnTo>
                <a:lnTo>
                  <a:pt x="3556421" y="912985"/>
                </a:lnTo>
                <a:lnTo>
                  <a:pt x="3506705" y="926413"/>
                </a:lnTo>
                <a:lnTo>
                  <a:pt x="3445919" y="939307"/>
                </a:lnTo>
                <a:lnTo>
                  <a:pt x="3374608" y="951617"/>
                </a:lnTo>
                <a:lnTo>
                  <a:pt x="3335177" y="957537"/>
                </a:lnTo>
                <a:lnTo>
                  <a:pt x="3293318" y="963291"/>
                </a:lnTo>
                <a:lnTo>
                  <a:pt x="3249101" y="968873"/>
                </a:lnTo>
                <a:lnTo>
                  <a:pt x="3202594" y="974277"/>
                </a:lnTo>
                <a:lnTo>
                  <a:pt x="3153865" y="979495"/>
                </a:lnTo>
                <a:lnTo>
                  <a:pt x="3102982" y="984522"/>
                </a:lnTo>
                <a:lnTo>
                  <a:pt x="3050014" y="989351"/>
                </a:lnTo>
                <a:lnTo>
                  <a:pt x="2995028" y="993976"/>
                </a:lnTo>
                <a:lnTo>
                  <a:pt x="2938093" y="998390"/>
                </a:lnTo>
                <a:lnTo>
                  <a:pt x="2879277" y="1002586"/>
                </a:lnTo>
                <a:lnTo>
                  <a:pt x="2818648" y="1006559"/>
                </a:lnTo>
                <a:lnTo>
                  <a:pt x="2756274" y="1010301"/>
                </a:lnTo>
                <a:lnTo>
                  <a:pt x="2692224" y="1013807"/>
                </a:lnTo>
                <a:lnTo>
                  <a:pt x="2626566" y="1017069"/>
                </a:lnTo>
                <a:lnTo>
                  <a:pt x="2559368" y="1020081"/>
                </a:lnTo>
                <a:lnTo>
                  <a:pt x="2490698" y="1022838"/>
                </a:lnTo>
                <a:lnTo>
                  <a:pt x="2420624" y="1025332"/>
                </a:lnTo>
                <a:lnTo>
                  <a:pt x="2349215" y="1027556"/>
                </a:lnTo>
                <a:lnTo>
                  <a:pt x="2276538" y="1029505"/>
                </a:lnTo>
                <a:lnTo>
                  <a:pt x="2202663" y="1031172"/>
                </a:lnTo>
                <a:lnTo>
                  <a:pt x="2127657" y="1032550"/>
                </a:lnTo>
                <a:lnTo>
                  <a:pt x="2051588" y="1033634"/>
                </a:lnTo>
                <a:lnTo>
                  <a:pt x="1974525" y="1034415"/>
                </a:lnTo>
                <a:lnTo>
                  <a:pt x="1896536" y="1034889"/>
                </a:lnTo>
                <a:lnTo>
                  <a:pt x="1817688" y="1035049"/>
                </a:lnTo>
                <a:lnTo>
                  <a:pt x="1738841" y="1034889"/>
                </a:lnTo>
                <a:lnTo>
                  <a:pt x="1660851" y="1034415"/>
                </a:lnTo>
                <a:lnTo>
                  <a:pt x="1583788" y="1033634"/>
                </a:lnTo>
                <a:lnTo>
                  <a:pt x="1507718" y="1032550"/>
                </a:lnTo>
                <a:lnTo>
                  <a:pt x="1432712" y="1031172"/>
                </a:lnTo>
                <a:lnTo>
                  <a:pt x="1358836" y="1029505"/>
                </a:lnTo>
                <a:lnTo>
                  <a:pt x="1286160" y="1027556"/>
                </a:lnTo>
                <a:lnTo>
                  <a:pt x="1214750" y="1025332"/>
                </a:lnTo>
                <a:lnTo>
                  <a:pt x="1144676" y="1022838"/>
                </a:lnTo>
                <a:lnTo>
                  <a:pt x="1076006" y="1020081"/>
                </a:lnTo>
                <a:lnTo>
                  <a:pt x="1008807" y="1017069"/>
                </a:lnTo>
                <a:lnTo>
                  <a:pt x="943149" y="1013807"/>
                </a:lnTo>
                <a:lnTo>
                  <a:pt x="879098" y="1010301"/>
                </a:lnTo>
                <a:lnTo>
                  <a:pt x="816724" y="1006559"/>
                </a:lnTo>
                <a:lnTo>
                  <a:pt x="756095" y="1002586"/>
                </a:lnTo>
                <a:lnTo>
                  <a:pt x="697278" y="998390"/>
                </a:lnTo>
                <a:lnTo>
                  <a:pt x="640343" y="993976"/>
                </a:lnTo>
                <a:lnTo>
                  <a:pt x="585357" y="989351"/>
                </a:lnTo>
                <a:lnTo>
                  <a:pt x="532388" y="984522"/>
                </a:lnTo>
                <a:lnTo>
                  <a:pt x="481505" y="979495"/>
                </a:lnTo>
                <a:lnTo>
                  <a:pt x="432775" y="974277"/>
                </a:lnTo>
                <a:lnTo>
                  <a:pt x="386268" y="968873"/>
                </a:lnTo>
                <a:lnTo>
                  <a:pt x="342051" y="963291"/>
                </a:lnTo>
                <a:lnTo>
                  <a:pt x="300192" y="957537"/>
                </a:lnTo>
                <a:lnTo>
                  <a:pt x="260760" y="951617"/>
                </a:lnTo>
                <a:lnTo>
                  <a:pt x="189449" y="939307"/>
                </a:lnTo>
                <a:lnTo>
                  <a:pt x="128662" y="926413"/>
                </a:lnTo>
                <a:lnTo>
                  <a:pt x="78946" y="912985"/>
                </a:lnTo>
                <a:lnTo>
                  <a:pt x="40847" y="899077"/>
                </a:lnTo>
                <a:lnTo>
                  <a:pt x="6671" y="877425"/>
                </a:lnTo>
                <a:lnTo>
                  <a:pt x="0" y="862541"/>
                </a:lnTo>
                <a:lnTo>
                  <a:pt x="0" y="172507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57241" y="5147844"/>
            <a:ext cx="27679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Times New Roman"/>
                <a:cs typeface="Times New Roman"/>
              </a:rPr>
              <a:t>Physische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Ebene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7500" y="3427413"/>
            <a:ext cx="3562350" cy="71120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880"/>
              </a:spcBef>
            </a:pPr>
            <a:r>
              <a:rPr sz="3200" spc="-5" dirty="0">
                <a:latin typeface="Times New Roman"/>
                <a:cs typeface="Times New Roman"/>
              </a:rPr>
              <a:t>Logische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Ebene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89500" y="2133600"/>
            <a:ext cx="1381125" cy="646430"/>
          </a:xfrm>
          <a:custGeom>
            <a:avLst/>
            <a:gdLst/>
            <a:ahLst/>
            <a:cxnLst/>
            <a:rect l="l" t="t" r="r" b="b"/>
            <a:pathLst>
              <a:path w="1381125" h="646430">
                <a:moveTo>
                  <a:pt x="0" y="107686"/>
                </a:moveTo>
                <a:lnTo>
                  <a:pt x="8462" y="65769"/>
                </a:lnTo>
                <a:lnTo>
                  <a:pt x="31540" y="31540"/>
                </a:lnTo>
                <a:lnTo>
                  <a:pt x="65769" y="8462"/>
                </a:lnTo>
                <a:lnTo>
                  <a:pt x="107686" y="0"/>
                </a:lnTo>
                <a:lnTo>
                  <a:pt x="1273439" y="0"/>
                </a:lnTo>
                <a:lnTo>
                  <a:pt x="1315354" y="8462"/>
                </a:lnTo>
                <a:lnTo>
                  <a:pt x="1349585" y="31540"/>
                </a:lnTo>
                <a:lnTo>
                  <a:pt x="1372665" y="65769"/>
                </a:lnTo>
                <a:lnTo>
                  <a:pt x="1381129" y="107686"/>
                </a:lnTo>
                <a:lnTo>
                  <a:pt x="1381119" y="538427"/>
                </a:lnTo>
                <a:lnTo>
                  <a:pt x="1372657" y="580343"/>
                </a:lnTo>
                <a:lnTo>
                  <a:pt x="1349580" y="614573"/>
                </a:lnTo>
                <a:lnTo>
                  <a:pt x="1315353" y="637651"/>
                </a:lnTo>
                <a:lnTo>
                  <a:pt x="1273439" y="646113"/>
                </a:lnTo>
                <a:lnTo>
                  <a:pt x="107686" y="646112"/>
                </a:lnTo>
                <a:lnTo>
                  <a:pt x="65769" y="637650"/>
                </a:lnTo>
                <a:lnTo>
                  <a:pt x="31540" y="614572"/>
                </a:lnTo>
                <a:lnTo>
                  <a:pt x="8462" y="580342"/>
                </a:lnTo>
                <a:lnTo>
                  <a:pt x="0" y="538426"/>
                </a:lnTo>
                <a:lnTo>
                  <a:pt x="0" y="107686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61138" y="2133600"/>
            <a:ext cx="1381125" cy="646430"/>
          </a:xfrm>
          <a:custGeom>
            <a:avLst/>
            <a:gdLst/>
            <a:ahLst/>
            <a:cxnLst/>
            <a:rect l="l" t="t" r="r" b="b"/>
            <a:pathLst>
              <a:path w="1381125" h="646430">
                <a:moveTo>
                  <a:pt x="0" y="107686"/>
                </a:moveTo>
                <a:lnTo>
                  <a:pt x="8462" y="65769"/>
                </a:lnTo>
                <a:lnTo>
                  <a:pt x="31540" y="31540"/>
                </a:lnTo>
                <a:lnTo>
                  <a:pt x="65769" y="8462"/>
                </a:lnTo>
                <a:lnTo>
                  <a:pt x="107686" y="0"/>
                </a:lnTo>
                <a:lnTo>
                  <a:pt x="1273439" y="0"/>
                </a:lnTo>
                <a:lnTo>
                  <a:pt x="1315353" y="8462"/>
                </a:lnTo>
                <a:lnTo>
                  <a:pt x="1349580" y="31540"/>
                </a:lnTo>
                <a:lnTo>
                  <a:pt x="1372657" y="65769"/>
                </a:lnTo>
                <a:lnTo>
                  <a:pt x="1381119" y="107686"/>
                </a:lnTo>
                <a:lnTo>
                  <a:pt x="1381119" y="538427"/>
                </a:lnTo>
                <a:lnTo>
                  <a:pt x="1372657" y="580343"/>
                </a:lnTo>
                <a:lnTo>
                  <a:pt x="1349580" y="614573"/>
                </a:lnTo>
                <a:lnTo>
                  <a:pt x="1315353" y="637651"/>
                </a:lnTo>
                <a:lnTo>
                  <a:pt x="1273439" y="646113"/>
                </a:lnTo>
                <a:lnTo>
                  <a:pt x="107686" y="646112"/>
                </a:lnTo>
                <a:lnTo>
                  <a:pt x="65769" y="637650"/>
                </a:lnTo>
                <a:lnTo>
                  <a:pt x="31540" y="614572"/>
                </a:lnTo>
                <a:lnTo>
                  <a:pt x="8462" y="580342"/>
                </a:lnTo>
                <a:lnTo>
                  <a:pt x="0" y="538426"/>
                </a:lnTo>
                <a:lnTo>
                  <a:pt x="0" y="107686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42375" y="2133600"/>
            <a:ext cx="1381125" cy="646430"/>
          </a:xfrm>
          <a:custGeom>
            <a:avLst/>
            <a:gdLst/>
            <a:ahLst/>
            <a:cxnLst/>
            <a:rect l="l" t="t" r="r" b="b"/>
            <a:pathLst>
              <a:path w="1381125" h="646430">
                <a:moveTo>
                  <a:pt x="0" y="107686"/>
                </a:moveTo>
                <a:lnTo>
                  <a:pt x="8462" y="65769"/>
                </a:lnTo>
                <a:lnTo>
                  <a:pt x="31540" y="31540"/>
                </a:lnTo>
                <a:lnTo>
                  <a:pt x="65769" y="8462"/>
                </a:lnTo>
                <a:lnTo>
                  <a:pt x="107685" y="0"/>
                </a:lnTo>
                <a:lnTo>
                  <a:pt x="1273439" y="0"/>
                </a:lnTo>
                <a:lnTo>
                  <a:pt x="1315354" y="8462"/>
                </a:lnTo>
                <a:lnTo>
                  <a:pt x="1349585" y="31540"/>
                </a:lnTo>
                <a:lnTo>
                  <a:pt x="1372665" y="65769"/>
                </a:lnTo>
                <a:lnTo>
                  <a:pt x="1381128" y="107686"/>
                </a:lnTo>
                <a:lnTo>
                  <a:pt x="1381118" y="538427"/>
                </a:lnTo>
                <a:lnTo>
                  <a:pt x="1372656" y="580343"/>
                </a:lnTo>
                <a:lnTo>
                  <a:pt x="1349580" y="614573"/>
                </a:lnTo>
                <a:lnTo>
                  <a:pt x="1315352" y="637651"/>
                </a:lnTo>
                <a:lnTo>
                  <a:pt x="1273439" y="646113"/>
                </a:lnTo>
                <a:lnTo>
                  <a:pt x="107685" y="646112"/>
                </a:lnTo>
                <a:lnTo>
                  <a:pt x="65769" y="637650"/>
                </a:lnTo>
                <a:lnTo>
                  <a:pt x="31540" y="614572"/>
                </a:lnTo>
                <a:lnTo>
                  <a:pt x="8462" y="580342"/>
                </a:lnTo>
                <a:lnTo>
                  <a:pt x="0" y="538426"/>
                </a:lnTo>
                <a:lnTo>
                  <a:pt x="0" y="107686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50575" y="2200123"/>
            <a:ext cx="50679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3220" algn="l"/>
                <a:tab pos="3914140" algn="l"/>
              </a:tabLst>
            </a:pPr>
            <a:r>
              <a:rPr sz="3200" spc="-5" dirty="0">
                <a:latin typeface="Times New Roman"/>
                <a:cs typeface="Times New Roman"/>
              </a:rPr>
              <a:t>Sicht1	Sicht </a:t>
            </a:r>
            <a:r>
              <a:rPr sz="3200" dirty="0">
                <a:latin typeface="Times New Roman"/>
                <a:cs typeface="Times New Roman"/>
              </a:rPr>
              <a:t>2	</a:t>
            </a:r>
            <a:r>
              <a:rPr sz="3200" spc="-5" dirty="0">
                <a:latin typeface="Times New Roman"/>
                <a:cs typeface="Times New Roman"/>
              </a:rPr>
              <a:t>Sicht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83956" y="4195079"/>
            <a:ext cx="57150" cy="605790"/>
          </a:xfrm>
          <a:custGeom>
            <a:avLst/>
            <a:gdLst/>
            <a:ahLst/>
            <a:cxnLst/>
            <a:rect l="l" t="t" r="r" b="b"/>
            <a:pathLst>
              <a:path w="57150" h="605789">
                <a:moveTo>
                  <a:pt x="56632" y="605521"/>
                </a:moveTo>
                <a:lnTo>
                  <a:pt x="0" y="0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71775" y="4138613"/>
            <a:ext cx="255904" cy="265430"/>
          </a:xfrm>
          <a:custGeom>
            <a:avLst/>
            <a:gdLst/>
            <a:ahLst/>
            <a:cxnLst/>
            <a:rect l="l" t="t" r="r" b="b"/>
            <a:pathLst>
              <a:path w="255904" h="265429">
                <a:moveTo>
                  <a:pt x="106900" y="0"/>
                </a:moveTo>
                <a:lnTo>
                  <a:pt x="2645" y="224447"/>
                </a:lnTo>
                <a:lnTo>
                  <a:pt x="0" y="235480"/>
                </a:lnTo>
                <a:lnTo>
                  <a:pt x="1728" y="246297"/>
                </a:lnTo>
                <a:lnTo>
                  <a:pt x="7385" y="255676"/>
                </a:lnTo>
                <a:lnTo>
                  <a:pt x="16527" y="262394"/>
                </a:lnTo>
                <a:lnTo>
                  <a:pt x="27560" y="265048"/>
                </a:lnTo>
                <a:lnTo>
                  <a:pt x="38377" y="263323"/>
                </a:lnTo>
                <a:lnTo>
                  <a:pt x="47755" y="257667"/>
                </a:lnTo>
                <a:lnTo>
                  <a:pt x="54474" y="248526"/>
                </a:lnTo>
                <a:lnTo>
                  <a:pt x="117453" y="112928"/>
                </a:lnTo>
                <a:lnTo>
                  <a:pt x="187747" y="112928"/>
                </a:lnTo>
                <a:lnTo>
                  <a:pt x="106900" y="0"/>
                </a:lnTo>
                <a:close/>
              </a:path>
              <a:path w="255904" h="265429">
                <a:moveTo>
                  <a:pt x="187747" y="112928"/>
                </a:moveTo>
                <a:lnTo>
                  <a:pt x="117453" y="112928"/>
                </a:lnTo>
                <a:lnTo>
                  <a:pt x="204487" y="234492"/>
                </a:lnTo>
                <a:lnTo>
                  <a:pt x="212785" y="242227"/>
                </a:lnTo>
                <a:lnTo>
                  <a:pt x="223052" y="246048"/>
                </a:lnTo>
                <a:lnTo>
                  <a:pt x="234003" y="245742"/>
                </a:lnTo>
                <a:lnTo>
                  <a:pt x="244352" y="241096"/>
                </a:lnTo>
                <a:lnTo>
                  <a:pt x="252086" y="232792"/>
                </a:lnTo>
                <a:lnTo>
                  <a:pt x="255907" y="222524"/>
                </a:lnTo>
                <a:lnTo>
                  <a:pt x="255601" y="211573"/>
                </a:lnTo>
                <a:lnTo>
                  <a:pt x="250956" y="201218"/>
                </a:lnTo>
                <a:lnTo>
                  <a:pt x="187747" y="1129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32627" y="2801009"/>
            <a:ext cx="1546225" cy="626745"/>
          </a:xfrm>
          <a:custGeom>
            <a:avLst/>
            <a:gdLst/>
            <a:ahLst/>
            <a:cxnLst/>
            <a:rect l="l" t="t" r="r" b="b"/>
            <a:pathLst>
              <a:path w="1546225" h="626744">
                <a:moveTo>
                  <a:pt x="1546048" y="626403"/>
                </a:moveTo>
                <a:lnTo>
                  <a:pt x="0" y="0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80063" y="2744419"/>
            <a:ext cx="277495" cy="242570"/>
          </a:xfrm>
          <a:custGeom>
            <a:avLst/>
            <a:gdLst/>
            <a:ahLst/>
            <a:cxnLst/>
            <a:rect l="l" t="t" r="r" b="b"/>
            <a:pathLst>
              <a:path w="277495" h="242569">
                <a:moveTo>
                  <a:pt x="244944" y="0"/>
                </a:moveTo>
                <a:lnTo>
                  <a:pt x="0" y="35293"/>
                </a:lnTo>
                <a:lnTo>
                  <a:pt x="151295" y="231139"/>
                </a:lnTo>
                <a:lnTo>
                  <a:pt x="159867" y="238565"/>
                </a:lnTo>
                <a:lnTo>
                  <a:pt x="170264" y="242008"/>
                </a:lnTo>
                <a:lnTo>
                  <a:pt x="181197" y="241301"/>
                </a:lnTo>
                <a:lnTo>
                  <a:pt x="201538" y="206369"/>
                </a:lnTo>
                <a:lnTo>
                  <a:pt x="105117" y="77889"/>
                </a:lnTo>
                <a:lnTo>
                  <a:pt x="253085" y="56565"/>
                </a:lnTo>
                <a:lnTo>
                  <a:pt x="263776" y="52752"/>
                </a:lnTo>
                <a:lnTo>
                  <a:pt x="271895" y="45396"/>
                </a:lnTo>
                <a:lnTo>
                  <a:pt x="276665" y="35534"/>
                </a:lnTo>
                <a:lnTo>
                  <a:pt x="277304" y="24206"/>
                </a:lnTo>
                <a:lnTo>
                  <a:pt x="273491" y="13515"/>
                </a:lnTo>
                <a:lnTo>
                  <a:pt x="266134" y="5397"/>
                </a:lnTo>
                <a:lnTo>
                  <a:pt x="256273" y="631"/>
                </a:lnTo>
                <a:lnTo>
                  <a:pt x="244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78676" y="2836067"/>
            <a:ext cx="66675" cy="591820"/>
          </a:xfrm>
          <a:custGeom>
            <a:avLst/>
            <a:gdLst/>
            <a:ahLst/>
            <a:cxnLst/>
            <a:rect l="l" t="t" r="r" b="b"/>
            <a:pathLst>
              <a:path w="66675" h="591819">
                <a:moveTo>
                  <a:pt x="0" y="591345"/>
                </a:moveTo>
                <a:lnTo>
                  <a:pt x="66671" y="0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98478" y="2779713"/>
            <a:ext cx="255904" cy="266700"/>
          </a:xfrm>
          <a:custGeom>
            <a:avLst/>
            <a:gdLst/>
            <a:ahLst/>
            <a:cxnLst/>
            <a:rect l="l" t="t" r="r" b="b"/>
            <a:pathLst>
              <a:path w="255904" h="266700">
                <a:moveTo>
                  <a:pt x="202990" y="112712"/>
                </a:moveTo>
                <a:lnTo>
                  <a:pt x="140509" y="112712"/>
                </a:lnTo>
                <a:lnTo>
                  <a:pt x="200898" y="249466"/>
                </a:lnTo>
                <a:lnTo>
                  <a:pt x="207444" y="258736"/>
                </a:lnTo>
                <a:lnTo>
                  <a:pt x="216714" y="264574"/>
                </a:lnTo>
                <a:lnTo>
                  <a:pt x="227496" y="266509"/>
                </a:lnTo>
                <a:lnTo>
                  <a:pt x="238579" y="264071"/>
                </a:lnTo>
                <a:lnTo>
                  <a:pt x="247849" y="257524"/>
                </a:lnTo>
                <a:lnTo>
                  <a:pt x="253687" y="248254"/>
                </a:lnTo>
                <a:lnTo>
                  <a:pt x="255622" y="237473"/>
                </a:lnTo>
                <a:lnTo>
                  <a:pt x="253184" y="226390"/>
                </a:lnTo>
                <a:lnTo>
                  <a:pt x="202990" y="112712"/>
                </a:lnTo>
                <a:close/>
              </a:path>
              <a:path w="255904" h="266700">
                <a:moveTo>
                  <a:pt x="153222" y="0"/>
                </a:moveTo>
                <a:lnTo>
                  <a:pt x="5356" y="198450"/>
                </a:lnTo>
                <a:lnTo>
                  <a:pt x="514" y="208708"/>
                </a:lnTo>
                <a:lnTo>
                  <a:pt x="0" y="219649"/>
                </a:lnTo>
                <a:lnTo>
                  <a:pt x="3623" y="229986"/>
                </a:lnTo>
                <a:lnTo>
                  <a:pt x="11198" y="238429"/>
                </a:lnTo>
                <a:lnTo>
                  <a:pt x="21461" y="243278"/>
                </a:lnTo>
                <a:lnTo>
                  <a:pt x="32404" y="243795"/>
                </a:lnTo>
                <a:lnTo>
                  <a:pt x="42741" y="240169"/>
                </a:lnTo>
                <a:lnTo>
                  <a:pt x="51190" y="232587"/>
                </a:lnTo>
                <a:lnTo>
                  <a:pt x="140509" y="112712"/>
                </a:lnTo>
                <a:lnTo>
                  <a:pt x="202990" y="112712"/>
                </a:lnTo>
                <a:lnTo>
                  <a:pt x="153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78676" y="2794756"/>
            <a:ext cx="2299970" cy="633095"/>
          </a:xfrm>
          <a:custGeom>
            <a:avLst/>
            <a:gdLst/>
            <a:ahLst/>
            <a:cxnLst/>
            <a:rect l="l" t="t" r="r" b="b"/>
            <a:pathLst>
              <a:path w="2299970" h="633094">
                <a:moveTo>
                  <a:pt x="0" y="632656"/>
                </a:moveTo>
                <a:lnTo>
                  <a:pt x="2299578" y="0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258111" y="2715502"/>
            <a:ext cx="274955" cy="250190"/>
          </a:xfrm>
          <a:custGeom>
            <a:avLst/>
            <a:gdLst/>
            <a:ahLst/>
            <a:cxnLst/>
            <a:rect l="l" t="t" r="r" b="b"/>
            <a:pathLst>
              <a:path w="274954" h="250189">
                <a:moveTo>
                  <a:pt x="24309" y="0"/>
                </a:moveTo>
                <a:lnTo>
                  <a:pt x="13959" y="3586"/>
                </a:lnTo>
                <a:lnTo>
                  <a:pt x="5710" y="10793"/>
                </a:lnTo>
                <a:lnTo>
                  <a:pt x="685" y="20966"/>
                </a:lnTo>
                <a:lnTo>
                  <a:pt x="0" y="32292"/>
                </a:lnTo>
                <a:lnTo>
                  <a:pt x="3586" y="42642"/>
                </a:lnTo>
                <a:lnTo>
                  <a:pt x="10793" y="50892"/>
                </a:lnTo>
                <a:lnTo>
                  <a:pt x="20966" y="55917"/>
                </a:lnTo>
                <a:lnTo>
                  <a:pt x="165467" y="94296"/>
                </a:lnTo>
                <a:lnTo>
                  <a:pt x="60933" y="201179"/>
                </a:lnTo>
                <a:lnTo>
                  <a:pt x="61391" y="241591"/>
                </a:lnTo>
                <a:lnTo>
                  <a:pt x="81685" y="249736"/>
                </a:lnTo>
                <a:lnTo>
                  <a:pt x="92412" y="247525"/>
                </a:lnTo>
                <a:lnTo>
                  <a:pt x="101789" y="241146"/>
                </a:lnTo>
                <a:lnTo>
                  <a:pt x="274827" y="64210"/>
                </a:lnTo>
                <a:lnTo>
                  <a:pt x="35635" y="685"/>
                </a:lnTo>
                <a:lnTo>
                  <a:pt x="243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194041" y="2090420"/>
            <a:ext cx="3302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...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E7C427B0-7720-D781-16D2-82714ADD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74" y="399540"/>
            <a:ext cx="6057271" cy="576000"/>
          </a:xfrm>
        </p:spPr>
        <p:txBody>
          <a:bodyPr/>
          <a:lstStyle/>
          <a:p>
            <a:r>
              <a:rPr lang="en-US" dirty="0" err="1"/>
              <a:t>Datenmodellierung</a:t>
            </a:r>
            <a:endParaRPr lang="en-US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12"/>
          </p:nvPr>
        </p:nvSpPr>
        <p:spPr>
          <a:xfrm>
            <a:off x="10073183" y="7260836"/>
            <a:ext cx="53467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6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8709" y="5865698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0" y="0"/>
                </a:moveTo>
                <a:lnTo>
                  <a:pt x="1904998" y="0"/>
                </a:lnTo>
                <a:lnTo>
                  <a:pt x="1904998" y="761999"/>
                </a:lnTo>
                <a:lnTo>
                  <a:pt x="0" y="761999"/>
                </a:lnTo>
                <a:lnTo>
                  <a:pt x="0" y="0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09049" y="5868238"/>
            <a:ext cx="1532255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92100" marR="5080" indent="-279400">
              <a:lnSpc>
                <a:spcPts val="2800"/>
              </a:lnSpc>
              <a:spcBef>
                <a:spcPts val="259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elati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ale</a:t>
            </a:r>
            <a:r>
              <a:rPr sz="2400" dirty="0">
                <a:latin typeface="Times New Roman"/>
                <a:cs typeface="Times New Roman"/>
              </a:rPr>
              <a:t>s  </a:t>
            </a:r>
            <a:r>
              <a:rPr sz="2400" spc="-5" dirty="0">
                <a:latin typeface="Times New Roman"/>
                <a:cs typeface="Times New Roman"/>
              </a:rPr>
              <a:t>Schema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5175" y="5865698"/>
            <a:ext cx="1676400" cy="76200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358140" marR="227329" indent="-101600">
              <a:lnSpc>
                <a:spcPts val="28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etz</a:t>
            </a:r>
            <a:r>
              <a:rPr sz="2400" dirty="0">
                <a:latin typeface="Times New Roman"/>
                <a:cs typeface="Times New Roman"/>
              </a:rPr>
              <a:t>w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rk  </a:t>
            </a:r>
            <a:r>
              <a:rPr sz="2400" spc="-5" dirty="0">
                <a:latin typeface="Times New Roman"/>
                <a:cs typeface="Times New Roman"/>
              </a:rPr>
              <a:t>Schema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61300" y="5865698"/>
            <a:ext cx="2286000" cy="76200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662940" marR="37465" indent="-622300">
              <a:lnSpc>
                <a:spcPts val="28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Ob</a:t>
            </a:r>
            <a:r>
              <a:rPr sz="2400" spc="-5" dirty="0">
                <a:latin typeface="Times New Roman"/>
                <a:cs typeface="Times New Roman"/>
              </a:rPr>
              <a:t>je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ie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tie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te</a:t>
            </a:r>
            <a:r>
              <a:rPr sz="2400" dirty="0">
                <a:latin typeface="Times New Roman"/>
                <a:cs typeface="Times New Roman"/>
              </a:rPr>
              <a:t>s  </a:t>
            </a:r>
            <a:r>
              <a:rPr sz="2400" spc="-5" dirty="0">
                <a:latin typeface="Times New Roman"/>
                <a:cs typeface="Times New Roman"/>
              </a:rPr>
              <a:t>Schema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4312" y="3778135"/>
            <a:ext cx="3048000" cy="76200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688340" marR="126364" indent="-558800">
              <a:lnSpc>
                <a:spcPts val="28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Konzeptuelles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Schema  (ER-Schema)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27253" y="4192155"/>
            <a:ext cx="2226310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al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mati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he  </a:t>
            </a:r>
            <a:r>
              <a:rPr sz="2400" spc="-10" dirty="0">
                <a:latin typeface="Times New Roman"/>
                <a:cs typeface="Times New Roman"/>
              </a:rPr>
              <a:t>Transformation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48312" y="4540135"/>
            <a:ext cx="1118870" cy="1306830"/>
          </a:xfrm>
          <a:custGeom>
            <a:avLst/>
            <a:gdLst/>
            <a:ahLst/>
            <a:cxnLst/>
            <a:rect l="l" t="t" r="r" b="b"/>
            <a:pathLst>
              <a:path w="1118870" h="1306829">
                <a:moveTo>
                  <a:pt x="0" y="0"/>
                </a:moveTo>
                <a:lnTo>
                  <a:pt x="1118539" y="130626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04864" y="5783033"/>
            <a:ext cx="78740" cy="83185"/>
          </a:xfrm>
          <a:custGeom>
            <a:avLst/>
            <a:gdLst/>
            <a:ahLst/>
            <a:cxnLst/>
            <a:rect l="l" t="t" r="r" b="b"/>
            <a:pathLst>
              <a:path w="78739" h="83185">
                <a:moveTo>
                  <a:pt x="57886" y="0"/>
                </a:moveTo>
                <a:lnTo>
                  <a:pt x="0" y="49568"/>
                </a:lnTo>
                <a:lnTo>
                  <a:pt x="78511" y="82664"/>
                </a:lnTo>
                <a:lnTo>
                  <a:pt x="578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48312" y="4540135"/>
            <a:ext cx="3432810" cy="1316990"/>
          </a:xfrm>
          <a:custGeom>
            <a:avLst/>
            <a:gdLst/>
            <a:ahLst/>
            <a:cxnLst/>
            <a:rect l="l" t="t" r="r" b="b"/>
            <a:pathLst>
              <a:path w="3432809" h="1316989">
                <a:moveTo>
                  <a:pt x="0" y="0"/>
                </a:moveTo>
                <a:lnTo>
                  <a:pt x="3432267" y="131646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19502" y="5802833"/>
            <a:ext cx="85090" cy="71755"/>
          </a:xfrm>
          <a:custGeom>
            <a:avLst/>
            <a:gdLst/>
            <a:ahLst/>
            <a:cxnLst/>
            <a:rect l="l" t="t" r="r" b="b"/>
            <a:pathLst>
              <a:path w="85090" h="71754">
                <a:moveTo>
                  <a:pt x="27292" y="0"/>
                </a:moveTo>
                <a:lnTo>
                  <a:pt x="0" y="71145"/>
                </a:lnTo>
                <a:lnTo>
                  <a:pt x="84797" y="62865"/>
                </a:lnTo>
                <a:lnTo>
                  <a:pt x="27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77287" y="1194644"/>
            <a:ext cx="5264150" cy="1981200"/>
          </a:xfrm>
          <a:custGeom>
            <a:avLst/>
            <a:gdLst/>
            <a:ahLst/>
            <a:cxnLst/>
            <a:rect l="l" t="t" r="r" b="b"/>
            <a:pathLst>
              <a:path w="5264150" h="1981200">
                <a:moveTo>
                  <a:pt x="3367011" y="1803400"/>
                </a:moveTo>
                <a:lnTo>
                  <a:pt x="2009825" y="1803400"/>
                </a:lnTo>
                <a:lnTo>
                  <a:pt x="2043060" y="1828800"/>
                </a:lnTo>
                <a:lnTo>
                  <a:pt x="2079228" y="1841500"/>
                </a:lnTo>
                <a:lnTo>
                  <a:pt x="2118169" y="1866900"/>
                </a:lnTo>
                <a:lnTo>
                  <a:pt x="2159722" y="1892300"/>
                </a:lnTo>
                <a:lnTo>
                  <a:pt x="2203725" y="1905000"/>
                </a:lnTo>
                <a:lnTo>
                  <a:pt x="2250019" y="1917700"/>
                </a:lnTo>
                <a:lnTo>
                  <a:pt x="2298441" y="1930400"/>
                </a:lnTo>
                <a:lnTo>
                  <a:pt x="2348831" y="1943100"/>
                </a:lnTo>
                <a:lnTo>
                  <a:pt x="2454871" y="1968500"/>
                </a:lnTo>
                <a:lnTo>
                  <a:pt x="2511638" y="1981200"/>
                </a:lnTo>
                <a:lnTo>
                  <a:pt x="2848337" y="1981200"/>
                </a:lnTo>
                <a:lnTo>
                  <a:pt x="2902185" y="1968500"/>
                </a:lnTo>
                <a:lnTo>
                  <a:pt x="2954922" y="1968500"/>
                </a:lnTo>
                <a:lnTo>
                  <a:pt x="3056370" y="1943100"/>
                </a:lnTo>
                <a:lnTo>
                  <a:pt x="3104734" y="1930400"/>
                </a:lnTo>
                <a:lnTo>
                  <a:pt x="3151294" y="1917700"/>
                </a:lnTo>
                <a:lnTo>
                  <a:pt x="3195877" y="1905000"/>
                </a:lnTo>
                <a:lnTo>
                  <a:pt x="3238309" y="1879600"/>
                </a:lnTo>
                <a:lnTo>
                  <a:pt x="3278416" y="1866900"/>
                </a:lnTo>
                <a:lnTo>
                  <a:pt x="3316025" y="1841500"/>
                </a:lnTo>
                <a:lnTo>
                  <a:pt x="3350964" y="1816100"/>
                </a:lnTo>
                <a:lnTo>
                  <a:pt x="3367011" y="1803400"/>
                </a:lnTo>
                <a:close/>
              </a:path>
              <a:path w="5264150" h="1981200">
                <a:moveTo>
                  <a:pt x="1710016" y="1854200"/>
                </a:moveTo>
                <a:lnTo>
                  <a:pt x="1348937" y="1854200"/>
                </a:lnTo>
                <a:lnTo>
                  <a:pt x="1399814" y="1866900"/>
                </a:lnTo>
                <a:lnTo>
                  <a:pt x="1658332" y="1866900"/>
                </a:lnTo>
                <a:lnTo>
                  <a:pt x="1710016" y="1854200"/>
                </a:lnTo>
                <a:close/>
              </a:path>
              <a:path w="5264150" h="1981200">
                <a:moveTo>
                  <a:pt x="1812397" y="1841500"/>
                </a:moveTo>
                <a:lnTo>
                  <a:pt x="1248979" y="1841500"/>
                </a:lnTo>
                <a:lnTo>
                  <a:pt x="1298618" y="1854200"/>
                </a:lnTo>
                <a:lnTo>
                  <a:pt x="1761411" y="1854200"/>
                </a:lnTo>
                <a:lnTo>
                  <a:pt x="1812397" y="1841500"/>
                </a:lnTo>
                <a:close/>
              </a:path>
              <a:path w="5264150" h="1981200">
                <a:moveTo>
                  <a:pt x="1573375" y="203200"/>
                </a:moveTo>
                <a:lnTo>
                  <a:pt x="998496" y="203200"/>
                </a:lnTo>
                <a:lnTo>
                  <a:pt x="941623" y="215900"/>
                </a:lnTo>
                <a:lnTo>
                  <a:pt x="887209" y="228600"/>
                </a:lnTo>
                <a:lnTo>
                  <a:pt x="835411" y="254000"/>
                </a:lnTo>
                <a:lnTo>
                  <a:pt x="786385" y="266700"/>
                </a:lnTo>
                <a:lnTo>
                  <a:pt x="740287" y="292100"/>
                </a:lnTo>
                <a:lnTo>
                  <a:pt x="697275" y="304800"/>
                </a:lnTo>
                <a:lnTo>
                  <a:pt x="657503" y="330200"/>
                </a:lnTo>
                <a:lnTo>
                  <a:pt x="621130" y="355600"/>
                </a:lnTo>
                <a:lnTo>
                  <a:pt x="588310" y="381000"/>
                </a:lnTo>
                <a:lnTo>
                  <a:pt x="559202" y="406400"/>
                </a:lnTo>
                <a:lnTo>
                  <a:pt x="533960" y="444500"/>
                </a:lnTo>
                <a:lnTo>
                  <a:pt x="512742" y="469900"/>
                </a:lnTo>
                <a:lnTo>
                  <a:pt x="495704" y="495300"/>
                </a:lnTo>
                <a:lnTo>
                  <a:pt x="483002" y="533400"/>
                </a:lnTo>
                <a:lnTo>
                  <a:pt x="474793" y="558800"/>
                </a:lnTo>
                <a:lnTo>
                  <a:pt x="471233" y="596900"/>
                </a:lnTo>
                <a:lnTo>
                  <a:pt x="472479" y="622300"/>
                </a:lnTo>
                <a:lnTo>
                  <a:pt x="478687" y="660400"/>
                </a:lnTo>
                <a:lnTo>
                  <a:pt x="474255" y="660400"/>
                </a:lnTo>
                <a:lnTo>
                  <a:pt x="419127" y="673100"/>
                </a:lnTo>
                <a:lnTo>
                  <a:pt x="365730" y="673100"/>
                </a:lnTo>
                <a:lnTo>
                  <a:pt x="314442" y="685800"/>
                </a:lnTo>
                <a:lnTo>
                  <a:pt x="265640" y="698500"/>
                </a:lnTo>
                <a:lnTo>
                  <a:pt x="219703" y="711200"/>
                </a:lnTo>
                <a:lnTo>
                  <a:pt x="177008" y="736600"/>
                </a:lnTo>
                <a:lnTo>
                  <a:pt x="137934" y="749300"/>
                </a:lnTo>
                <a:lnTo>
                  <a:pt x="102859" y="774700"/>
                </a:lnTo>
                <a:lnTo>
                  <a:pt x="72160" y="800100"/>
                </a:lnTo>
                <a:lnTo>
                  <a:pt x="42195" y="825500"/>
                </a:lnTo>
                <a:lnTo>
                  <a:pt x="20298" y="863600"/>
                </a:lnTo>
                <a:lnTo>
                  <a:pt x="0" y="927100"/>
                </a:lnTo>
                <a:lnTo>
                  <a:pt x="1244" y="952500"/>
                </a:lnTo>
                <a:lnTo>
                  <a:pt x="9847" y="990600"/>
                </a:lnTo>
                <a:lnTo>
                  <a:pt x="25633" y="1016000"/>
                </a:lnTo>
                <a:lnTo>
                  <a:pt x="48424" y="1054100"/>
                </a:lnTo>
                <a:lnTo>
                  <a:pt x="78043" y="1079500"/>
                </a:lnTo>
                <a:lnTo>
                  <a:pt x="114312" y="1104900"/>
                </a:lnTo>
                <a:lnTo>
                  <a:pt x="157054" y="1130300"/>
                </a:lnTo>
                <a:lnTo>
                  <a:pt x="206093" y="1155700"/>
                </a:lnTo>
                <a:lnTo>
                  <a:pt x="261251" y="1168400"/>
                </a:lnTo>
                <a:lnTo>
                  <a:pt x="212581" y="1206500"/>
                </a:lnTo>
                <a:lnTo>
                  <a:pt x="173567" y="1231900"/>
                </a:lnTo>
                <a:lnTo>
                  <a:pt x="144587" y="1270000"/>
                </a:lnTo>
                <a:lnTo>
                  <a:pt x="126020" y="1308100"/>
                </a:lnTo>
                <a:lnTo>
                  <a:pt x="118245" y="1346200"/>
                </a:lnTo>
                <a:lnTo>
                  <a:pt x="121640" y="1384300"/>
                </a:lnTo>
                <a:lnTo>
                  <a:pt x="132399" y="1422400"/>
                </a:lnTo>
                <a:lnTo>
                  <a:pt x="173227" y="1473200"/>
                </a:lnTo>
                <a:lnTo>
                  <a:pt x="202411" y="1498600"/>
                </a:lnTo>
                <a:lnTo>
                  <a:pt x="236852" y="1524000"/>
                </a:lnTo>
                <a:lnTo>
                  <a:pt x="276110" y="1549400"/>
                </a:lnTo>
                <a:lnTo>
                  <a:pt x="319742" y="1574800"/>
                </a:lnTo>
                <a:lnTo>
                  <a:pt x="367306" y="1587500"/>
                </a:lnTo>
                <a:lnTo>
                  <a:pt x="418361" y="1600200"/>
                </a:lnTo>
                <a:lnTo>
                  <a:pt x="472464" y="1612900"/>
                </a:lnTo>
                <a:lnTo>
                  <a:pt x="529174" y="1625600"/>
                </a:lnTo>
                <a:lnTo>
                  <a:pt x="717092" y="1625600"/>
                </a:lnTo>
                <a:lnTo>
                  <a:pt x="720457" y="1638300"/>
                </a:lnTo>
                <a:lnTo>
                  <a:pt x="750268" y="1663700"/>
                </a:lnTo>
                <a:lnTo>
                  <a:pt x="782329" y="1676400"/>
                </a:lnTo>
                <a:lnTo>
                  <a:pt x="816520" y="1701800"/>
                </a:lnTo>
                <a:lnTo>
                  <a:pt x="852720" y="1727200"/>
                </a:lnTo>
                <a:lnTo>
                  <a:pt x="890809" y="1739900"/>
                </a:lnTo>
                <a:lnTo>
                  <a:pt x="930665" y="1765300"/>
                </a:lnTo>
                <a:lnTo>
                  <a:pt x="972167" y="1778000"/>
                </a:lnTo>
                <a:lnTo>
                  <a:pt x="1059626" y="1803400"/>
                </a:lnTo>
                <a:lnTo>
                  <a:pt x="1200138" y="1841500"/>
                </a:lnTo>
                <a:lnTo>
                  <a:pt x="1862852" y="1841500"/>
                </a:lnTo>
                <a:lnTo>
                  <a:pt x="2009825" y="1803400"/>
                </a:lnTo>
                <a:lnTo>
                  <a:pt x="3367011" y="1803400"/>
                </a:lnTo>
                <a:lnTo>
                  <a:pt x="3412133" y="1765300"/>
                </a:lnTo>
                <a:lnTo>
                  <a:pt x="3460538" y="1714500"/>
                </a:lnTo>
                <a:lnTo>
                  <a:pt x="3479520" y="1689100"/>
                </a:lnTo>
                <a:lnTo>
                  <a:pt x="4235375" y="1689100"/>
                </a:lnTo>
                <a:lnTo>
                  <a:pt x="4281909" y="1663700"/>
                </a:lnTo>
                <a:lnTo>
                  <a:pt x="4325556" y="1651000"/>
                </a:lnTo>
                <a:lnTo>
                  <a:pt x="4366105" y="1625600"/>
                </a:lnTo>
                <a:lnTo>
                  <a:pt x="4403341" y="1600200"/>
                </a:lnTo>
                <a:lnTo>
                  <a:pt x="4437053" y="1587500"/>
                </a:lnTo>
                <a:lnTo>
                  <a:pt x="4467027" y="1562100"/>
                </a:lnTo>
                <a:lnTo>
                  <a:pt x="4493049" y="1536700"/>
                </a:lnTo>
                <a:lnTo>
                  <a:pt x="4514908" y="1498600"/>
                </a:lnTo>
                <a:lnTo>
                  <a:pt x="4532389" y="1473200"/>
                </a:lnTo>
                <a:lnTo>
                  <a:pt x="4545281" y="1447800"/>
                </a:lnTo>
                <a:lnTo>
                  <a:pt x="4553369" y="1409700"/>
                </a:lnTo>
                <a:lnTo>
                  <a:pt x="4556442" y="1384300"/>
                </a:lnTo>
                <a:lnTo>
                  <a:pt x="4608689" y="1384300"/>
                </a:lnTo>
                <a:lnTo>
                  <a:pt x="4710459" y="1358900"/>
                </a:lnTo>
                <a:lnTo>
                  <a:pt x="4759683" y="1358900"/>
                </a:lnTo>
                <a:lnTo>
                  <a:pt x="4854054" y="1333500"/>
                </a:lnTo>
                <a:lnTo>
                  <a:pt x="4898901" y="1320800"/>
                </a:lnTo>
                <a:lnTo>
                  <a:pt x="4941988" y="1295400"/>
                </a:lnTo>
                <a:lnTo>
                  <a:pt x="4993957" y="1282700"/>
                </a:lnTo>
                <a:lnTo>
                  <a:pt x="5041487" y="1257300"/>
                </a:lnTo>
                <a:lnTo>
                  <a:pt x="5084541" y="1231900"/>
                </a:lnTo>
                <a:lnTo>
                  <a:pt x="5123079" y="1206500"/>
                </a:lnTo>
                <a:lnTo>
                  <a:pt x="5157061" y="1168400"/>
                </a:lnTo>
                <a:lnTo>
                  <a:pt x="5186450" y="1143000"/>
                </a:lnTo>
                <a:lnTo>
                  <a:pt x="5211206" y="1117600"/>
                </a:lnTo>
                <a:lnTo>
                  <a:pt x="5231290" y="1079500"/>
                </a:lnTo>
                <a:lnTo>
                  <a:pt x="5246662" y="1054100"/>
                </a:lnTo>
                <a:lnTo>
                  <a:pt x="5257285" y="1016000"/>
                </a:lnTo>
                <a:lnTo>
                  <a:pt x="5263118" y="990600"/>
                </a:lnTo>
                <a:lnTo>
                  <a:pt x="5264123" y="952500"/>
                </a:lnTo>
                <a:lnTo>
                  <a:pt x="5260261" y="927100"/>
                </a:lnTo>
                <a:lnTo>
                  <a:pt x="5251492" y="889000"/>
                </a:lnTo>
                <a:lnTo>
                  <a:pt x="5237779" y="863600"/>
                </a:lnTo>
                <a:lnTo>
                  <a:pt x="5219081" y="825500"/>
                </a:lnTo>
                <a:lnTo>
                  <a:pt x="5195359" y="800100"/>
                </a:lnTo>
                <a:lnTo>
                  <a:pt x="5166575" y="762000"/>
                </a:lnTo>
                <a:lnTo>
                  <a:pt x="5132690" y="736600"/>
                </a:lnTo>
                <a:lnTo>
                  <a:pt x="5093664" y="711200"/>
                </a:lnTo>
                <a:lnTo>
                  <a:pt x="5102205" y="698500"/>
                </a:lnTo>
                <a:lnTo>
                  <a:pt x="5110011" y="685800"/>
                </a:lnTo>
                <a:lnTo>
                  <a:pt x="5117076" y="673100"/>
                </a:lnTo>
                <a:lnTo>
                  <a:pt x="5123395" y="660400"/>
                </a:lnTo>
                <a:lnTo>
                  <a:pt x="5137598" y="635000"/>
                </a:lnTo>
                <a:lnTo>
                  <a:pt x="5145039" y="596900"/>
                </a:lnTo>
                <a:lnTo>
                  <a:pt x="5145950" y="558800"/>
                </a:lnTo>
                <a:lnTo>
                  <a:pt x="5140557" y="533400"/>
                </a:lnTo>
                <a:lnTo>
                  <a:pt x="5129092" y="495300"/>
                </a:lnTo>
                <a:lnTo>
                  <a:pt x="5111782" y="469900"/>
                </a:lnTo>
                <a:lnTo>
                  <a:pt x="5088857" y="444500"/>
                </a:lnTo>
                <a:lnTo>
                  <a:pt x="5060546" y="406400"/>
                </a:lnTo>
                <a:lnTo>
                  <a:pt x="5027078" y="381000"/>
                </a:lnTo>
                <a:lnTo>
                  <a:pt x="4988682" y="355600"/>
                </a:lnTo>
                <a:lnTo>
                  <a:pt x="4945588" y="330200"/>
                </a:lnTo>
                <a:lnTo>
                  <a:pt x="4898024" y="317500"/>
                </a:lnTo>
                <a:lnTo>
                  <a:pt x="4846220" y="292100"/>
                </a:lnTo>
                <a:lnTo>
                  <a:pt x="4790404" y="279400"/>
                </a:lnTo>
                <a:lnTo>
                  <a:pt x="4730806" y="266700"/>
                </a:lnTo>
                <a:lnTo>
                  <a:pt x="4667655" y="254000"/>
                </a:lnTo>
                <a:lnTo>
                  <a:pt x="4662335" y="241300"/>
                </a:lnTo>
                <a:lnTo>
                  <a:pt x="1708555" y="241300"/>
                </a:lnTo>
                <a:lnTo>
                  <a:pt x="1619532" y="215900"/>
                </a:lnTo>
                <a:lnTo>
                  <a:pt x="1573375" y="203200"/>
                </a:lnTo>
                <a:close/>
              </a:path>
              <a:path w="5264150" h="1981200">
                <a:moveTo>
                  <a:pt x="4024642" y="1727200"/>
                </a:moveTo>
                <a:lnTo>
                  <a:pt x="3682363" y="1727200"/>
                </a:lnTo>
                <a:lnTo>
                  <a:pt x="3736396" y="1739900"/>
                </a:lnTo>
                <a:lnTo>
                  <a:pt x="3966874" y="1739900"/>
                </a:lnTo>
                <a:lnTo>
                  <a:pt x="4024642" y="1727200"/>
                </a:lnTo>
                <a:close/>
              </a:path>
              <a:path w="5264150" h="1981200">
                <a:moveTo>
                  <a:pt x="4235375" y="1689100"/>
                </a:moveTo>
                <a:lnTo>
                  <a:pt x="3479520" y="1689100"/>
                </a:lnTo>
                <a:lnTo>
                  <a:pt x="3527745" y="1701800"/>
                </a:lnTo>
                <a:lnTo>
                  <a:pt x="3629413" y="1727200"/>
                </a:lnTo>
                <a:lnTo>
                  <a:pt x="4080589" y="1727200"/>
                </a:lnTo>
                <a:lnTo>
                  <a:pt x="4134502" y="1714500"/>
                </a:lnTo>
                <a:lnTo>
                  <a:pt x="4186169" y="1701800"/>
                </a:lnTo>
                <a:lnTo>
                  <a:pt x="4235375" y="1689100"/>
                </a:lnTo>
                <a:close/>
              </a:path>
              <a:path w="5264150" h="1981200">
                <a:moveTo>
                  <a:pt x="2431777" y="63500"/>
                </a:moveTo>
                <a:lnTo>
                  <a:pt x="2168232" y="63500"/>
                </a:lnTo>
                <a:lnTo>
                  <a:pt x="2116983" y="76200"/>
                </a:lnTo>
                <a:lnTo>
                  <a:pt x="2066837" y="76200"/>
                </a:lnTo>
                <a:lnTo>
                  <a:pt x="1970902" y="101600"/>
                </a:lnTo>
                <a:lnTo>
                  <a:pt x="1925641" y="114300"/>
                </a:lnTo>
                <a:lnTo>
                  <a:pt x="1882535" y="127000"/>
                </a:lnTo>
                <a:lnTo>
                  <a:pt x="1841848" y="152400"/>
                </a:lnTo>
                <a:lnTo>
                  <a:pt x="1803843" y="165100"/>
                </a:lnTo>
                <a:lnTo>
                  <a:pt x="1768783" y="190500"/>
                </a:lnTo>
                <a:lnTo>
                  <a:pt x="1736933" y="215900"/>
                </a:lnTo>
                <a:lnTo>
                  <a:pt x="1708555" y="241300"/>
                </a:lnTo>
                <a:lnTo>
                  <a:pt x="4662335" y="241300"/>
                </a:lnTo>
                <a:lnTo>
                  <a:pt x="4651694" y="215900"/>
                </a:lnTo>
                <a:lnTo>
                  <a:pt x="4628365" y="190500"/>
                </a:lnTo>
                <a:lnTo>
                  <a:pt x="4598005" y="152400"/>
                </a:lnTo>
                <a:lnTo>
                  <a:pt x="2737103" y="152400"/>
                </a:lnTo>
                <a:lnTo>
                  <a:pt x="2702476" y="139700"/>
                </a:lnTo>
                <a:lnTo>
                  <a:pt x="2665694" y="127000"/>
                </a:lnTo>
                <a:lnTo>
                  <a:pt x="2626907" y="114300"/>
                </a:lnTo>
                <a:lnTo>
                  <a:pt x="2586265" y="101600"/>
                </a:lnTo>
                <a:lnTo>
                  <a:pt x="2431777" y="63500"/>
                </a:lnTo>
                <a:close/>
              </a:path>
              <a:path w="5264150" h="1981200">
                <a:moveTo>
                  <a:pt x="1380906" y="177800"/>
                </a:moveTo>
                <a:lnTo>
                  <a:pt x="1182306" y="177800"/>
                </a:lnTo>
                <a:lnTo>
                  <a:pt x="1057672" y="203200"/>
                </a:lnTo>
                <a:lnTo>
                  <a:pt x="1526301" y="203200"/>
                </a:lnTo>
                <a:lnTo>
                  <a:pt x="1478442" y="190500"/>
                </a:lnTo>
                <a:lnTo>
                  <a:pt x="1429932" y="190500"/>
                </a:lnTo>
                <a:lnTo>
                  <a:pt x="1380906" y="177800"/>
                </a:lnTo>
                <a:close/>
              </a:path>
              <a:path w="5264150" h="1981200">
                <a:moveTo>
                  <a:pt x="3342186" y="12700"/>
                </a:moveTo>
                <a:lnTo>
                  <a:pt x="3070029" y="12700"/>
                </a:lnTo>
                <a:lnTo>
                  <a:pt x="2968883" y="38100"/>
                </a:lnTo>
                <a:lnTo>
                  <a:pt x="2921701" y="50800"/>
                </a:lnTo>
                <a:lnTo>
                  <a:pt x="2877361" y="63500"/>
                </a:lnTo>
                <a:lnTo>
                  <a:pt x="2836296" y="88900"/>
                </a:lnTo>
                <a:lnTo>
                  <a:pt x="2798942" y="101600"/>
                </a:lnTo>
                <a:lnTo>
                  <a:pt x="2765733" y="127000"/>
                </a:lnTo>
                <a:lnTo>
                  <a:pt x="2737103" y="152400"/>
                </a:lnTo>
                <a:lnTo>
                  <a:pt x="4598005" y="152400"/>
                </a:lnTo>
                <a:lnTo>
                  <a:pt x="4560951" y="127000"/>
                </a:lnTo>
                <a:lnTo>
                  <a:pt x="4539244" y="114300"/>
                </a:lnTo>
                <a:lnTo>
                  <a:pt x="3634942" y="114300"/>
                </a:lnTo>
                <a:lnTo>
                  <a:pt x="3595430" y="88900"/>
                </a:lnTo>
                <a:lnTo>
                  <a:pt x="3551071" y="63500"/>
                </a:lnTo>
                <a:lnTo>
                  <a:pt x="3502322" y="50800"/>
                </a:lnTo>
                <a:lnTo>
                  <a:pt x="3342186" y="12700"/>
                </a:lnTo>
                <a:close/>
              </a:path>
              <a:path w="5264150" h="1981200">
                <a:moveTo>
                  <a:pt x="4237993" y="12700"/>
                </a:moveTo>
                <a:lnTo>
                  <a:pt x="3937872" y="12700"/>
                </a:lnTo>
                <a:lnTo>
                  <a:pt x="3889424" y="25400"/>
                </a:lnTo>
                <a:lnTo>
                  <a:pt x="3796525" y="50800"/>
                </a:lnTo>
                <a:lnTo>
                  <a:pt x="3752661" y="63500"/>
                </a:lnTo>
                <a:lnTo>
                  <a:pt x="3710913" y="76200"/>
                </a:lnTo>
                <a:lnTo>
                  <a:pt x="3671576" y="88900"/>
                </a:lnTo>
                <a:lnTo>
                  <a:pt x="3634942" y="114300"/>
                </a:lnTo>
                <a:lnTo>
                  <a:pt x="4539244" y="114300"/>
                </a:lnTo>
                <a:lnTo>
                  <a:pt x="4468100" y="76200"/>
                </a:lnTo>
                <a:lnTo>
                  <a:pt x="4425494" y="63500"/>
                </a:lnTo>
                <a:lnTo>
                  <a:pt x="4380886" y="50800"/>
                </a:lnTo>
                <a:lnTo>
                  <a:pt x="4286841" y="25400"/>
                </a:lnTo>
                <a:lnTo>
                  <a:pt x="4237993" y="12700"/>
                </a:lnTo>
                <a:close/>
              </a:path>
              <a:path w="5264150" h="1981200">
                <a:moveTo>
                  <a:pt x="3232190" y="0"/>
                </a:moveTo>
                <a:lnTo>
                  <a:pt x="3177324" y="0"/>
                </a:lnTo>
                <a:lnTo>
                  <a:pt x="3123125" y="12700"/>
                </a:lnTo>
                <a:lnTo>
                  <a:pt x="3287289" y="12700"/>
                </a:lnTo>
                <a:lnTo>
                  <a:pt x="3232190" y="0"/>
                </a:lnTo>
                <a:close/>
              </a:path>
              <a:path w="5264150" h="1981200">
                <a:moveTo>
                  <a:pt x="4087675" y="0"/>
                </a:moveTo>
                <a:lnTo>
                  <a:pt x="4037291" y="12700"/>
                </a:lnTo>
                <a:lnTo>
                  <a:pt x="4138116" y="12700"/>
                </a:lnTo>
                <a:lnTo>
                  <a:pt x="4087675" y="0"/>
                </a:lnTo>
                <a:close/>
              </a:path>
            </a:pathLst>
          </a:custGeom>
          <a:solidFill>
            <a:srgbClr val="A8D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58854" y="3467608"/>
            <a:ext cx="220129" cy="314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92928" y="315295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21208" y="5898"/>
                </a:lnTo>
                <a:lnTo>
                  <a:pt x="81769" y="22542"/>
                </a:lnTo>
                <a:lnTo>
                  <a:pt x="48355" y="48360"/>
                </a:lnTo>
                <a:lnTo>
                  <a:pt x="22540" y="81774"/>
                </a:lnTo>
                <a:lnTo>
                  <a:pt x="5897" y="121212"/>
                </a:lnTo>
                <a:lnTo>
                  <a:pt x="0" y="165100"/>
                </a:lnTo>
                <a:lnTo>
                  <a:pt x="5897" y="208991"/>
                </a:lnTo>
                <a:lnTo>
                  <a:pt x="22540" y="248430"/>
                </a:lnTo>
                <a:lnTo>
                  <a:pt x="48355" y="281844"/>
                </a:lnTo>
                <a:lnTo>
                  <a:pt x="81769" y="307659"/>
                </a:lnTo>
                <a:lnTo>
                  <a:pt x="121208" y="324302"/>
                </a:lnTo>
                <a:lnTo>
                  <a:pt x="165100" y="330200"/>
                </a:lnTo>
                <a:lnTo>
                  <a:pt x="208991" y="324302"/>
                </a:lnTo>
                <a:lnTo>
                  <a:pt x="248430" y="307659"/>
                </a:lnTo>
                <a:lnTo>
                  <a:pt x="281844" y="281844"/>
                </a:lnTo>
                <a:lnTo>
                  <a:pt x="307659" y="248430"/>
                </a:lnTo>
                <a:lnTo>
                  <a:pt x="324302" y="208991"/>
                </a:lnTo>
                <a:lnTo>
                  <a:pt x="330200" y="165100"/>
                </a:lnTo>
                <a:lnTo>
                  <a:pt x="324302" y="121212"/>
                </a:lnTo>
                <a:lnTo>
                  <a:pt x="307659" y="81774"/>
                </a:lnTo>
                <a:lnTo>
                  <a:pt x="281844" y="48360"/>
                </a:lnTo>
                <a:lnTo>
                  <a:pt x="248430" y="22542"/>
                </a:lnTo>
                <a:lnTo>
                  <a:pt x="208991" y="5898"/>
                </a:lnTo>
                <a:lnTo>
                  <a:pt x="165100" y="0"/>
                </a:lnTo>
                <a:close/>
              </a:path>
            </a:pathLst>
          </a:custGeom>
          <a:solidFill>
            <a:srgbClr val="A8D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77292" y="1193914"/>
            <a:ext cx="5264150" cy="1982470"/>
          </a:xfrm>
          <a:custGeom>
            <a:avLst/>
            <a:gdLst/>
            <a:ahLst/>
            <a:cxnLst/>
            <a:rect l="l" t="t" r="r" b="b"/>
            <a:pathLst>
              <a:path w="5264150" h="1982470">
                <a:moveTo>
                  <a:pt x="478683" y="652446"/>
                </a:moveTo>
                <a:lnTo>
                  <a:pt x="472476" y="619638"/>
                </a:lnTo>
                <a:lnTo>
                  <a:pt x="471231" y="587184"/>
                </a:lnTo>
                <a:lnTo>
                  <a:pt x="474791" y="555189"/>
                </a:lnTo>
                <a:lnTo>
                  <a:pt x="495703" y="492999"/>
                </a:lnTo>
                <a:lnTo>
                  <a:pt x="533959" y="433910"/>
                </a:lnTo>
                <a:lnTo>
                  <a:pt x="588310" y="378767"/>
                </a:lnTo>
                <a:lnTo>
                  <a:pt x="621129" y="352939"/>
                </a:lnTo>
                <a:lnTo>
                  <a:pt x="657503" y="328414"/>
                </a:lnTo>
                <a:lnTo>
                  <a:pt x="697274" y="305297"/>
                </a:lnTo>
                <a:lnTo>
                  <a:pt x="740286" y="283693"/>
                </a:lnTo>
                <a:lnTo>
                  <a:pt x="786383" y="263710"/>
                </a:lnTo>
                <a:lnTo>
                  <a:pt x="835409" y="245450"/>
                </a:lnTo>
                <a:lnTo>
                  <a:pt x="887206" y="229021"/>
                </a:lnTo>
                <a:lnTo>
                  <a:pt x="941620" y="214528"/>
                </a:lnTo>
                <a:lnTo>
                  <a:pt x="998492" y="202076"/>
                </a:lnTo>
                <a:lnTo>
                  <a:pt x="1057667" y="191770"/>
                </a:lnTo>
                <a:lnTo>
                  <a:pt x="1118988" y="183717"/>
                </a:lnTo>
                <a:lnTo>
                  <a:pt x="1182299" y="178021"/>
                </a:lnTo>
                <a:lnTo>
                  <a:pt x="1232060" y="175338"/>
                </a:lnTo>
                <a:lnTo>
                  <a:pt x="1281837" y="174214"/>
                </a:lnTo>
                <a:lnTo>
                  <a:pt x="1331498" y="174635"/>
                </a:lnTo>
                <a:lnTo>
                  <a:pt x="1380909" y="176588"/>
                </a:lnTo>
                <a:lnTo>
                  <a:pt x="1429936" y="180059"/>
                </a:lnTo>
                <a:lnTo>
                  <a:pt x="1478446" y="185034"/>
                </a:lnTo>
                <a:lnTo>
                  <a:pt x="1526305" y="191500"/>
                </a:lnTo>
                <a:lnTo>
                  <a:pt x="1573379" y="199442"/>
                </a:lnTo>
                <a:lnTo>
                  <a:pt x="1619536" y="208848"/>
                </a:lnTo>
                <a:lnTo>
                  <a:pt x="1664640" y="219703"/>
                </a:lnTo>
                <a:lnTo>
                  <a:pt x="1708559" y="231993"/>
                </a:lnTo>
                <a:lnTo>
                  <a:pt x="1736935" y="207171"/>
                </a:lnTo>
                <a:lnTo>
                  <a:pt x="1768784" y="184066"/>
                </a:lnTo>
                <a:lnTo>
                  <a:pt x="1803842" y="162718"/>
                </a:lnTo>
                <a:lnTo>
                  <a:pt x="1841846" y="143170"/>
                </a:lnTo>
                <a:lnTo>
                  <a:pt x="1882533" y="125462"/>
                </a:lnTo>
                <a:lnTo>
                  <a:pt x="1925639" y="109636"/>
                </a:lnTo>
                <a:lnTo>
                  <a:pt x="1970901" y="95734"/>
                </a:lnTo>
                <a:lnTo>
                  <a:pt x="2018055" y="83796"/>
                </a:lnTo>
                <a:lnTo>
                  <a:pt x="2066837" y="73865"/>
                </a:lnTo>
                <a:lnTo>
                  <a:pt x="2116984" y="65981"/>
                </a:lnTo>
                <a:lnTo>
                  <a:pt x="2168233" y="60186"/>
                </a:lnTo>
                <a:lnTo>
                  <a:pt x="2220321" y="56522"/>
                </a:lnTo>
                <a:lnTo>
                  <a:pt x="2272982" y="55030"/>
                </a:lnTo>
                <a:lnTo>
                  <a:pt x="2325956" y="55752"/>
                </a:lnTo>
                <a:lnTo>
                  <a:pt x="2378977" y="58728"/>
                </a:lnTo>
                <a:lnTo>
                  <a:pt x="2431782" y="64000"/>
                </a:lnTo>
                <a:lnTo>
                  <a:pt x="2484108" y="71610"/>
                </a:lnTo>
                <a:lnTo>
                  <a:pt x="2535691" y="81599"/>
                </a:lnTo>
                <a:lnTo>
                  <a:pt x="2586268" y="94008"/>
                </a:lnTo>
                <a:lnTo>
                  <a:pt x="2626905" y="106079"/>
                </a:lnTo>
                <a:lnTo>
                  <a:pt x="2665688" y="119609"/>
                </a:lnTo>
                <a:lnTo>
                  <a:pt x="2702470" y="134542"/>
                </a:lnTo>
                <a:lnTo>
                  <a:pt x="2737098" y="150821"/>
                </a:lnTo>
                <a:lnTo>
                  <a:pt x="2765727" y="124951"/>
                </a:lnTo>
                <a:lnTo>
                  <a:pt x="2798936" y="101290"/>
                </a:lnTo>
                <a:lnTo>
                  <a:pt x="2836290" y="79911"/>
                </a:lnTo>
                <a:lnTo>
                  <a:pt x="2877355" y="60889"/>
                </a:lnTo>
                <a:lnTo>
                  <a:pt x="2921695" y="44298"/>
                </a:lnTo>
                <a:lnTo>
                  <a:pt x="2968877" y="30214"/>
                </a:lnTo>
                <a:lnTo>
                  <a:pt x="3018465" y="18711"/>
                </a:lnTo>
                <a:lnTo>
                  <a:pt x="3070025" y="9864"/>
                </a:lnTo>
                <a:lnTo>
                  <a:pt x="3123122" y="3746"/>
                </a:lnTo>
                <a:lnTo>
                  <a:pt x="3177321" y="433"/>
                </a:lnTo>
                <a:lnTo>
                  <a:pt x="3232188" y="0"/>
                </a:lnTo>
                <a:lnTo>
                  <a:pt x="3287288" y="2520"/>
                </a:lnTo>
                <a:lnTo>
                  <a:pt x="3342186" y="8068"/>
                </a:lnTo>
                <a:lnTo>
                  <a:pt x="3396447" y="16720"/>
                </a:lnTo>
                <a:lnTo>
                  <a:pt x="3449638" y="28549"/>
                </a:lnTo>
                <a:lnTo>
                  <a:pt x="3502319" y="44026"/>
                </a:lnTo>
                <a:lnTo>
                  <a:pt x="3551066" y="62422"/>
                </a:lnTo>
                <a:lnTo>
                  <a:pt x="3595425" y="83544"/>
                </a:lnTo>
                <a:lnTo>
                  <a:pt x="3634938" y="107197"/>
                </a:lnTo>
                <a:lnTo>
                  <a:pt x="3671570" y="86996"/>
                </a:lnTo>
                <a:lnTo>
                  <a:pt x="3710907" y="68875"/>
                </a:lnTo>
                <a:lnTo>
                  <a:pt x="3752654" y="52848"/>
                </a:lnTo>
                <a:lnTo>
                  <a:pt x="3796518" y="38926"/>
                </a:lnTo>
                <a:lnTo>
                  <a:pt x="3842204" y="27122"/>
                </a:lnTo>
                <a:lnTo>
                  <a:pt x="3889418" y="17448"/>
                </a:lnTo>
                <a:lnTo>
                  <a:pt x="3937865" y="9917"/>
                </a:lnTo>
                <a:lnTo>
                  <a:pt x="3987253" y="4541"/>
                </a:lnTo>
                <a:lnTo>
                  <a:pt x="4037286" y="1332"/>
                </a:lnTo>
                <a:lnTo>
                  <a:pt x="4087671" y="303"/>
                </a:lnTo>
                <a:lnTo>
                  <a:pt x="4138112" y="1467"/>
                </a:lnTo>
                <a:lnTo>
                  <a:pt x="4188317" y="4835"/>
                </a:lnTo>
                <a:lnTo>
                  <a:pt x="4237991" y="10421"/>
                </a:lnTo>
                <a:lnTo>
                  <a:pt x="4286839" y="18236"/>
                </a:lnTo>
                <a:lnTo>
                  <a:pt x="4334568" y="28293"/>
                </a:lnTo>
                <a:lnTo>
                  <a:pt x="4380884" y="40605"/>
                </a:lnTo>
                <a:lnTo>
                  <a:pt x="4425491" y="55183"/>
                </a:lnTo>
                <a:lnTo>
                  <a:pt x="4468097" y="72041"/>
                </a:lnTo>
                <a:lnTo>
                  <a:pt x="4517536" y="96123"/>
                </a:lnTo>
                <a:lnTo>
                  <a:pt x="4560950" y="122777"/>
                </a:lnTo>
                <a:lnTo>
                  <a:pt x="4598003" y="151704"/>
                </a:lnTo>
                <a:lnTo>
                  <a:pt x="4628361" y="182607"/>
                </a:lnTo>
                <a:lnTo>
                  <a:pt x="4651687" y="215185"/>
                </a:lnTo>
                <a:lnTo>
                  <a:pt x="4667647" y="249143"/>
                </a:lnTo>
                <a:lnTo>
                  <a:pt x="4730799" y="259764"/>
                </a:lnTo>
                <a:lnTo>
                  <a:pt x="4790398" y="273342"/>
                </a:lnTo>
                <a:lnTo>
                  <a:pt x="4846214" y="289670"/>
                </a:lnTo>
                <a:lnTo>
                  <a:pt x="4898018" y="308544"/>
                </a:lnTo>
                <a:lnTo>
                  <a:pt x="4945582" y="329756"/>
                </a:lnTo>
                <a:lnTo>
                  <a:pt x="4988676" y="353102"/>
                </a:lnTo>
                <a:lnTo>
                  <a:pt x="5027072" y="378374"/>
                </a:lnTo>
                <a:lnTo>
                  <a:pt x="5060539" y="405369"/>
                </a:lnTo>
                <a:lnTo>
                  <a:pt x="5088850" y="433879"/>
                </a:lnTo>
                <a:lnTo>
                  <a:pt x="5129084" y="494624"/>
                </a:lnTo>
                <a:lnTo>
                  <a:pt x="5145941" y="558962"/>
                </a:lnTo>
                <a:lnTo>
                  <a:pt x="5145030" y="591963"/>
                </a:lnTo>
                <a:lnTo>
                  <a:pt x="5123387" y="658604"/>
                </a:lnTo>
                <a:lnTo>
                  <a:pt x="5102206" y="691671"/>
                </a:lnTo>
                <a:lnTo>
                  <a:pt x="5093667" y="702422"/>
                </a:lnTo>
                <a:lnTo>
                  <a:pt x="5132692" y="730779"/>
                </a:lnTo>
                <a:lnTo>
                  <a:pt x="5166577" y="760187"/>
                </a:lnTo>
                <a:lnTo>
                  <a:pt x="5195360" y="790494"/>
                </a:lnTo>
                <a:lnTo>
                  <a:pt x="5219081" y="821546"/>
                </a:lnTo>
                <a:lnTo>
                  <a:pt x="5251492" y="885280"/>
                </a:lnTo>
                <a:lnTo>
                  <a:pt x="5264122" y="950166"/>
                </a:lnTo>
                <a:lnTo>
                  <a:pt x="5263116" y="982659"/>
                </a:lnTo>
                <a:lnTo>
                  <a:pt x="5246660" y="1046986"/>
                </a:lnTo>
                <a:lnTo>
                  <a:pt x="5211204" y="1109413"/>
                </a:lnTo>
                <a:lnTo>
                  <a:pt x="5186448" y="1139533"/>
                </a:lnTo>
                <a:lnTo>
                  <a:pt x="5157059" y="1168721"/>
                </a:lnTo>
                <a:lnTo>
                  <a:pt x="5123076" y="1196823"/>
                </a:lnTo>
                <a:lnTo>
                  <a:pt x="5084539" y="1223688"/>
                </a:lnTo>
                <a:lnTo>
                  <a:pt x="5041485" y="1249163"/>
                </a:lnTo>
                <a:lnTo>
                  <a:pt x="4993955" y="1273094"/>
                </a:lnTo>
                <a:lnTo>
                  <a:pt x="4941987" y="1295330"/>
                </a:lnTo>
                <a:lnTo>
                  <a:pt x="4898896" y="1311198"/>
                </a:lnTo>
                <a:lnTo>
                  <a:pt x="4854047" y="1325569"/>
                </a:lnTo>
                <a:lnTo>
                  <a:pt x="4807590" y="1338411"/>
                </a:lnTo>
                <a:lnTo>
                  <a:pt x="4759674" y="1349693"/>
                </a:lnTo>
                <a:lnTo>
                  <a:pt x="4710451" y="1359382"/>
                </a:lnTo>
                <a:lnTo>
                  <a:pt x="4660070" y="1367445"/>
                </a:lnTo>
                <a:lnTo>
                  <a:pt x="4608682" y="1373852"/>
                </a:lnTo>
                <a:lnTo>
                  <a:pt x="4556437" y="1378570"/>
                </a:lnTo>
                <a:lnTo>
                  <a:pt x="4553365" y="1409688"/>
                </a:lnTo>
                <a:lnTo>
                  <a:pt x="4532386" y="1469550"/>
                </a:lnTo>
                <a:lnTo>
                  <a:pt x="4493046" y="1525528"/>
                </a:lnTo>
                <a:lnTo>
                  <a:pt x="4437049" y="1576763"/>
                </a:lnTo>
                <a:lnTo>
                  <a:pt x="4403338" y="1600334"/>
                </a:lnTo>
                <a:lnTo>
                  <a:pt x="4366101" y="1622396"/>
                </a:lnTo>
                <a:lnTo>
                  <a:pt x="4325552" y="1642844"/>
                </a:lnTo>
                <a:lnTo>
                  <a:pt x="4281904" y="1661568"/>
                </a:lnTo>
                <a:lnTo>
                  <a:pt x="4235371" y="1678462"/>
                </a:lnTo>
                <a:lnTo>
                  <a:pt x="4186165" y="1693419"/>
                </a:lnTo>
                <a:lnTo>
                  <a:pt x="4134499" y="1706330"/>
                </a:lnTo>
                <a:lnTo>
                  <a:pt x="4080586" y="1717089"/>
                </a:lnTo>
                <a:lnTo>
                  <a:pt x="4024639" y="1725588"/>
                </a:lnTo>
                <a:lnTo>
                  <a:pt x="3966872" y="1731719"/>
                </a:lnTo>
                <a:lnTo>
                  <a:pt x="3907497" y="1735376"/>
                </a:lnTo>
                <a:lnTo>
                  <a:pt x="3846728" y="1736450"/>
                </a:lnTo>
                <a:lnTo>
                  <a:pt x="3791266" y="1735098"/>
                </a:lnTo>
                <a:lnTo>
                  <a:pt x="3736395" y="1731530"/>
                </a:lnTo>
                <a:lnTo>
                  <a:pt x="3682361" y="1725781"/>
                </a:lnTo>
                <a:lnTo>
                  <a:pt x="3629411" y="1717890"/>
                </a:lnTo>
                <a:lnTo>
                  <a:pt x="3577789" y="1707891"/>
                </a:lnTo>
                <a:lnTo>
                  <a:pt x="3527743" y="1695822"/>
                </a:lnTo>
                <a:lnTo>
                  <a:pt x="3479518" y="1681720"/>
                </a:lnTo>
                <a:lnTo>
                  <a:pt x="3460536" y="1710299"/>
                </a:lnTo>
                <a:lnTo>
                  <a:pt x="3412132" y="1763961"/>
                </a:lnTo>
                <a:lnTo>
                  <a:pt x="3383056" y="1788948"/>
                </a:lnTo>
                <a:lnTo>
                  <a:pt x="3350963" y="1812643"/>
                </a:lnTo>
                <a:lnTo>
                  <a:pt x="3316024" y="1834997"/>
                </a:lnTo>
                <a:lnTo>
                  <a:pt x="3278415" y="1855964"/>
                </a:lnTo>
                <a:lnTo>
                  <a:pt x="3238308" y="1875495"/>
                </a:lnTo>
                <a:lnTo>
                  <a:pt x="3195876" y="1893542"/>
                </a:lnTo>
                <a:lnTo>
                  <a:pt x="3151293" y="1910058"/>
                </a:lnTo>
                <a:lnTo>
                  <a:pt x="3104733" y="1924996"/>
                </a:lnTo>
                <a:lnTo>
                  <a:pt x="3056369" y="1938306"/>
                </a:lnTo>
                <a:lnTo>
                  <a:pt x="3006373" y="1949943"/>
                </a:lnTo>
                <a:lnTo>
                  <a:pt x="2954921" y="1959858"/>
                </a:lnTo>
                <a:lnTo>
                  <a:pt x="2902184" y="1968003"/>
                </a:lnTo>
                <a:lnTo>
                  <a:pt x="2848336" y="1974330"/>
                </a:lnTo>
                <a:lnTo>
                  <a:pt x="2793551" y="1978793"/>
                </a:lnTo>
                <a:lnTo>
                  <a:pt x="2738003" y="1981342"/>
                </a:lnTo>
                <a:lnTo>
                  <a:pt x="2681863" y="1981932"/>
                </a:lnTo>
                <a:lnTo>
                  <a:pt x="2625307" y="1980513"/>
                </a:lnTo>
                <a:lnTo>
                  <a:pt x="2568507" y="1977038"/>
                </a:lnTo>
                <a:lnTo>
                  <a:pt x="2511636" y="1971459"/>
                </a:lnTo>
                <a:lnTo>
                  <a:pt x="2454869" y="1963730"/>
                </a:lnTo>
                <a:lnTo>
                  <a:pt x="2401026" y="1954287"/>
                </a:lnTo>
                <a:lnTo>
                  <a:pt x="2348829" y="1943011"/>
                </a:lnTo>
                <a:lnTo>
                  <a:pt x="2298440" y="1929961"/>
                </a:lnTo>
                <a:lnTo>
                  <a:pt x="2250018" y="1915200"/>
                </a:lnTo>
                <a:lnTo>
                  <a:pt x="2203725" y="1898789"/>
                </a:lnTo>
                <a:lnTo>
                  <a:pt x="2159722" y="1880788"/>
                </a:lnTo>
                <a:lnTo>
                  <a:pt x="2118170" y="1861260"/>
                </a:lnTo>
                <a:lnTo>
                  <a:pt x="2079230" y="1840265"/>
                </a:lnTo>
                <a:lnTo>
                  <a:pt x="2043062" y="1817864"/>
                </a:lnTo>
                <a:lnTo>
                  <a:pt x="2009829" y="1794120"/>
                </a:lnTo>
                <a:lnTo>
                  <a:pt x="1961690" y="1808053"/>
                </a:lnTo>
                <a:lnTo>
                  <a:pt x="1912658" y="1820383"/>
                </a:lnTo>
                <a:lnTo>
                  <a:pt x="1862854" y="1831125"/>
                </a:lnTo>
                <a:lnTo>
                  <a:pt x="1812398" y="1840294"/>
                </a:lnTo>
                <a:lnTo>
                  <a:pt x="1761412" y="1847905"/>
                </a:lnTo>
                <a:lnTo>
                  <a:pt x="1710017" y="1853975"/>
                </a:lnTo>
                <a:lnTo>
                  <a:pt x="1658332" y="1858518"/>
                </a:lnTo>
                <a:lnTo>
                  <a:pt x="1606480" y="1861551"/>
                </a:lnTo>
                <a:lnTo>
                  <a:pt x="1554582" y="1863088"/>
                </a:lnTo>
                <a:lnTo>
                  <a:pt x="1502757" y="1863146"/>
                </a:lnTo>
                <a:lnTo>
                  <a:pt x="1451128" y="1861739"/>
                </a:lnTo>
                <a:lnTo>
                  <a:pt x="1399814" y="1858884"/>
                </a:lnTo>
                <a:lnTo>
                  <a:pt x="1348938" y="1854595"/>
                </a:lnTo>
                <a:lnTo>
                  <a:pt x="1298620" y="1848889"/>
                </a:lnTo>
                <a:lnTo>
                  <a:pt x="1248980" y="1841780"/>
                </a:lnTo>
                <a:lnTo>
                  <a:pt x="1200140" y="1833285"/>
                </a:lnTo>
                <a:lnTo>
                  <a:pt x="1152221" y="1823418"/>
                </a:lnTo>
                <a:lnTo>
                  <a:pt x="1105343" y="1812196"/>
                </a:lnTo>
                <a:lnTo>
                  <a:pt x="1059628" y="1799633"/>
                </a:lnTo>
                <a:lnTo>
                  <a:pt x="1015197" y="1785746"/>
                </a:lnTo>
                <a:lnTo>
                  <a:pt x="972169" y="1770550"/>
                </a:lnTo>
                <a:lnTo>
                  <a:pt x="930668" y="1754060"/>
                </a:lnTo>
                <a:lnTo>
                  <a:pt x="890812" y="1736291"/>
                </a:lnTo>
                <a:lnTo>
                  <a:pt x="852724" y="1717260"/>
                </a:lnTo>
                <a:lnTo>
                  <a:pt x="816523" y="1696982"/>
                </a:lnTo>
                <a:lnTo>
                  <a:pt x="782332" y="1675473"/>
                </a:lnTo>
                <a:lnTo>
                  <a:pt x="750271" y="1652747"/>
                </a:lnTo>
                <a:lnTo>
                  <a:pt x="720461" y="1628820"/>
                </a:lnTo>
                <a:lnTo>
                  <a:pt x="710530" y="1620120"/>
                </a:lnTo>
                <a:lnTo>
                  <a:pt x="648651" y="1621996"/>
                </a:lnTo>
                <a:lnTo>
                  <a:pt x="588053" y="1620254"/>
                </a:lnTo>
                <a:lnTo>
                  <a:pt x="529178" y="1615074"/>
                </a:lnTo>
                <a:lnTo>
                  <a:pt x="472468" y="1606634"/>
                </a:lnTo>
                <a:lnTo>
                  <a:pt x="418364" y="1595112"/>
                </a:lnTo>
                <a:lnTo>
                  <a:pt x="367310" y="1580687"/>
                </a:lnTo>
                <a:lnTo>
                  <a:pt x="319745" y="1563538"/>
                </a:lnTo>
                <a:lnTo>
                  <a:pt x="276113" y="1543842"/>
                </a:lnTo>
                <a:lnTo>
                  <a:pt x="236855" y="1521779"/>
                </a:lnTo>
                <a:lnTo>
                  <a:pt x="202413" y="1497527"/>
                </a:lnTo>
                <a:lnTo>
                  <a:pt x="173229" y="1471265"/>
                </a:lnTo>
                <a:lnTo>
                  <a:pt x="132402" y="1413423"/>
                </a:lnTo>
                <a:lnTo>
                  <a:pt x="118248" y="1342617"/>
                </a:lnTo>
                <a:lnTo>
                  <a:pt x="126023" y="1303608"/>
                </a:lnTo>
                <a:lnTo>
                  <a:pt x="144590" y="1265763"/>
                </a:lnTo>
                <a:lnTo>
                  <a:pt x="173569" y="1229669"/>
                </a:lnTo>
                <a:lnTo>
                  <a:pt x="212584" y="1195916"/>
                </a:lnTo>
                <a:lnTo>
                  <a:pt x="261256" y="1165090"/>
                </a:lnTo>
                <a:lnTo>
                  <a:pt x="206097" y="1145975"/>
                </a:lnTo>
                <a:lnTo>
                  <a:pt x="157057" y="1123981"/>
                </a:lnTo>
                <a:lnTo>
                  <a:pt x="114314" y="1099458"/>
                </a:lnTo>
                <a:lnTo>
                  <a:pt x="78044" y="1072756"/>
                </a:lnTo>
                <a:lnTo>
                  <a:pt x="48425" y="1044223"/>
                </a:lnTo>
                <a:lnTo>
                  <a:pt x="9847" y="983068"/>
                </a:lnTo>
                <a:lnTo>
                  <a:pt x="0" y="918787"/>
                </a:lnTo>
                <a:lnTo>
                  <a:pt x="6292" y="886350"/>
                </a:lnTo>
                <a:lnTo>
                  <a:pt x="42197" y="822628"/>
                </a:lnTo>
                <a:lnTo>
                  <a:pt x="72163" y="792043"/>
                </a:lnTo>
                <a:lnTo>
                  <a:pt x="102860" y="768017"/>
                </a:lnTo>
                <a:lnTo>
                  <a:pt x="137934" y="745999"/>
                </a:lnTo>
                <a:lnTo>
                  <a:pt x="177006" y="726114"/>
                </a:lnTo>
                <a:lnTo>
                  <a:pt x="219700" y="708487"/>
                </a:lnTo>
                <a:lnTo>
                  <a:pt x="265637" y="693244"/>
                </a:lnTo>
                <a:lnTo>
                  <a:pt x="314438" y="680510"/>
                </a:lnTo>
                <a:lnTo>
                  <a:pt x="365727" y="670410"/>
                </a:lnTo>
                <a:lnTo>
                  <a:pt x="419125" y="663070"/>
                </a:lnTo>
                <a:lnTo>
                  <a:pt x="474254" y="658616"/>
                </a:lnTo>
                <a:lnTo>
                  <a:pt x="478683" y="652446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55676" y="3464429"/>
            <a:ext cx="226489" cy="3210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92931" y="3152954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30199" y="165099"/>
                </a:moveTo>
                <a:lnTo>
                  <a:pt x="324302" y="208989"/>
                </a:lnTo>
                <a:lnTo>
                  <a:pt x="307658" y="248427"/>
                </a:lnTo>
                <a:lnTo>
                  <a:pt x="281842" y="281842"/>
                </a:lnTo>
                <a:lnTo>
                  <a:pt x="248427" y="307658"/>
                </a:lnTo>
                <a:lnTo>
                  <a:pt x="208989" y="324302"/>
                </a:lnTo>
                <a:lnTo>
                  <a:pt x="165099" y="330199"/>
                </a:lnTo>
                <a:lnTo>
                  <a:pt x="121210" y="324302"/>
                </a:lnTo>
                <a:lnTo>
                  <a:pt x="81771" y="307658"/>
                </a:lnTo>
                <a:lnTo>
                  <a:pt x="48357" y="281842"/>
                </a:lnTo>
                <a:lnTo>
                  <a:pt x="22541" y="248427"/>
                </a:lnTo>
                <a:lnTo>
                  <a:pt x="5897" y="208989"/>
                </a:lnTo>
                <a:lnTo>
                  <a:pt x="0" y="165099"/>
                </a:lnTo>
                <a:lnTo>
                  <a:pt x="5897" y="121210"/>
                </a:lnTo>
                <a:lnTo>
                  <a:pt x="22541" y="81771"/>
                </a:lnTo>
                <a:lnTo>
                  <a:pt x="48357" y="48357"/>
                </a:lnTo>
                <a:lnTo>
                  <a:pt x="81771" y="22541"/>
                </a:lnTo>
                <a:lnTo>
                  <a:pt x="121210" y="5897"/>
                </a:lnTo>
                <a:lnTo>
                  <a:pt x="165099" y="0"/>
                </a:lnTo>
                <a:lnTo>
                  <a:pt x="208989" y="5897"/>
                </a:lnTo>
                <a:lnTo>
                  <a:pt x="248427" y="22541"/>
                </a:lnTo>
                <a:lnTo>
                  <a:pt x="281842" y="48357"/>
                </a:lnTo>
                <a:lnTo>
                  <a:pt x="307658" y="81771"/>
                </a:lnTo>
                <a:lnTo>
                  <a:pt x="324302" y="121210"/>
                </a:lnTo>
                <a:lnTo>
                  <a:pt x="330199" y="1650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44188" y="2351294"/>
            <a:ext cx="308610" cy="37465"/>
          </a:xfrm>
          <a:custGeom>
            <a:avLst/>
            <a:gdLst/>
            <a:ahLst/>
            <a:cxnLst/>
            <a:rect l="l" t="t" r="r" b="b"/>
            <a:pathLst>
              <a:path w="308610" h="37464">
                <a:moveTo>
                  <a:pt x="308300" y="36549"/>
                </a:moveTo>
                <a:lnTo>
                  <a:pt x="254572" y="37294"/>
                </a:lnTo>
                <a:lnTo>
                  <a:pt x="201246" y="35240"/>
                </a:lnTo>
                <a:lnTo>
                  <a:pt x="148725" y="30436"/>
                </a:lnTo>
                <a:lnTo>
                  <a:pt x="97409" y="22929"/>
                </a:lnTo>
                <a:lnTo>
                  <a:pt x="47700" y="12767"/>
                </a:ln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89619" y="2787844"/>
            <a:ext cx="135255" cy="17780"/>
          </a:xfrm>
          <a:custGeom>
            <a:avLst/>
            <a:gdLst/>
            <a:ahLst/>
            <a:cxnLst/>
            <a:rect l="l" t="t" r="r" b="b"/>
            <a:pathLst>
              <a:path w="135254" h="17780">
                <a:moveTo>
                  <a:pt x="134887" y="0"/>
                </a:moveTo>
                <a:lnTo>
                  <a:pt x="102065" y="6067"/>
                </a:lnTo>
                <a:lnTo>
                  <a:pt x="68570" y="11013"/>
                </a:lnTo>
                <a:lnTo>
                  <a:pt x="34512" y="14826"/>
                </a:lnTo>
                <a:lnTo>
                  <a:pt x="0" y="1748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05541" y="2900244"/>
            <a:ext cx="81280" cy="80010"/>
          </a:xfrm>
          <a:custGeom>
            <a:avLst/>
            <a:gdLst/>
            <a:ahLst/>
            <a:cxnLst/>
            <a:rect l="l" t="t" r="r" b="b"/>
            <a:pathLst>
              <a:path w="81279" h="80010">
                <a:moveTo>
                  <a:pt x="81279" y="79799"/>
                </a:moveTo>
                <a:lnTo>
                  <a:pt x="57874" y="60711"/>
                </a:lnTo>
                <a:lnTo>
                  <a:pt x="36496" y="41021"/>
                </a:lnTo>
                <a:lnTo>
                  <a:pt x="17190" y="20769"/>
                </a:ln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57340" y="2781054"/>
            <a:ext cx="33020" cy="87630"/>
          </a:xfrm>
          <a:custGeom>
            <a:avLst/>
            <a:gdLst/>
            <a:ahLst/>
            <a:cxnLst/>
            <a:rect l="l" t="t" r="r" b="b"/>
            <a:pathLst>
              <a:path w="33020" h="87630">
                <a:moveTo>
                  <a:pt x="32459" y="0"/>
                </a:moveTo>
                <a:lnTo>
                  <a:pt x="27728" y="22196"/>
                </a:lnTo>
                <a:lnTo>
                  <a:pt x="20729" y="44218"/>
                </a:lnTo>
                <a:lnTo>
                  <a:pt x="11481" y="66021"/>
                </a:lnTo>
                <a:lnTo>
                  <a:pt x="0" y="8755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35090" y="2240034"/>
            <a:ext cx="396240" cy="327660"/>
          </a:xfrm>
          <a:custGeom>
            <a:avLst/>
            <a:gdLst/>
            <a:ahLst/>
            <a:cxnLst/>
            <a:rect l="l" t="t" r="r" b="b"/>
            <a:pathLst>
              <a:path w="396240" h="327660">
                <a:moveTo>
                  <a:pt x="0" y="0"/>
                </a:moveTo>
                <a:lnTo>
                  <a:pt x="59074" y="16574"/>
                </a:lnTo>
                <a:lnTo>
                  <a:pt x="114169" y="35726"/>
                </a:lnTo>
                <a:lnTo>
                  <a:pt x="165055" y="57266"/>
                </a:lnTo>
                <a:lnTo>
                  <a:pt x="211503" y="81004"/>
                </a:lnTo>
                <a:lnTo>
                  <a:pt x="253282" y="106750"/>
                </a:lnTo>
                <a:lnTo>
                  <a:pt x="290163" y="134313"/>
                </a:lnTo>
                <a:lnTo>
                  <a:pt x="321917" y="163505"/>
                </a:lnTo>
                <a:lnTo>
                  <a:pt x="348313" y="194135"/>
                </a:lnTo>
                <a:lnTo>
                  <a:pt x="384114" y="258950"/>
                </a:lnTo>
                <a:lnTo>
                  <a:pt x="393060" y="292755"/>
                </a:lnTo>
                <a:lnTo>
                  <a:pt x="395729" y="32723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92269" y="1891487"/>
            <a:ext cx="176530" cy="123189"/>
          </a:xfrm>
          <a:custGeom>
            <a:avLst/>
            <a:gdLst/>
            <a:ahLst/>
            <a:cxnLst/>
            <a:rect l="l" t="t" r="r" b="b"/>
            <a:pathLst>
              <a:path w="176529" h="123189">
                <a:moveTo>
                  <a:pt x="176199" y="0"/>
                </a:moveTo>
                <a:lnTo>
                  <a:pt x="142746" y="34456"/>
                </a:lnTo>
                <a:lnTo>
                  <a:pt x="101933" y="66599"/>
                </a:lnTo>
                <a:lnTo>
                  <a:pt x="54203" y="96120"/>
                </a:lnTo>
                <a:lnTo>
                  <a:pt x="0" y="12270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45659" y="1436177"/>
            <a:ext cx="9525" cy="58419"/>
          </a:xfrm>
          <a:custGeom>
            <a:avLst/>
            <a:gdLst/>
            <a:ahLst/>
            <a:cxnLst/>
            <a:rect l="l" t="t" r="r" b="b"/>
            <a:pathLst>
              <a:path w="9525" h="58419">
                <a:moveTo>
                  <a:pt x="0" y="0"/>
                </a:moveTo>
                <a:lnTo>
                  <a:pt x="4369" y="14390"/>
                </a:lnTo>
                <a:lnTo>
                  <a:pt x="7379" y="28862"/>
                </a:lnTo>
                <a:lnTo>
                  <a:pt x="9025" y="43392"/>
                </a:lnTo>
                <a:lnTo>
                  <a:pt x="9299" y="57953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20340" y="1294671"/>
            <a:ext cx="90805" cy="74295"/>
          </a:xfrm>
          <a:custGeom>
            <a:avLst/>
            <a:gdLst/>
            <a:ahLst/>
            <a:cxnLst/>
            <a:rect l="l" t="t" r="r" b="b"/>
            <a:pathLst>
              <a:path w="90804" h="74294">
                <a:moveTo>
                  <a:pt x="0" y="73907"/>
                </a:moveTo>
                <a:lnTo>
                  <a:pt x="18601" y="54212"/>
                </a:lnTo>
                <a:lnTo>
                  <a:pt x="39907" y="35281"/>
                </a:lnTo>
                <a:lnTo>
                  <a:pt x="63826" y="17186"/>
                </a:lnTo>
                <a:lnTo>
                  <a:pt x="9026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76051" y="1340060"/>
            <a:ext cx="43815" cy="64135"/>
          </a:xfrm>
          <a:custGeom>
            <a:avLst/>
            <a:gdLst/>
            <a:ahLst/>
            <a:cxnLst/>
            <a:rect l="l" t="t" r="r" b="b"/>
            <a:pathLst>
              <a:path w="43814" h="64134">
                <a:moveTo>
                  <a:pt x="0" y="63739"/>
                </a:moveTo>
                <a:lnTo>
                  <a:pt x="8019" y="47304"/>
                </a:lnTo>
                <a:lnTo>
                  <a:pt x="18001" y="31172"/>
                </a:lnTo>
                <a:lnTo>
                  <a:pt x="29912" y="15388"/>
                </a:lnTo>
                <a:lnTo>
                  <a:pt x="4371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85231" y="1425446"/>
            <a:ext cx="158750" cy="62230"/>
          </a:xfrm>
          <a:custGeom>
            <a:avLst/>
            <a:gdLst/>
            <a:ahLst/>
            <a:cxnLst/>
            <a:rect l="l" t="t" r="r" b="b"/>
            <a:pathLst>
              <a:path w="158750" h="62230">
                <a:moveTo>
                  <a:pt x="0" y="0"/>
                </a:moveTo>
                <a:lnTo>
                  <a:pt x="42240" y="13590"/>
                </a:lnTo>
                <a:lnTo>
                  <a:pt x="82759" y="28455"/>
                </a:lnTo>
                <a:lnTo>
                  <a:pt x="121449" y="44552"/>
                </a:lnTo>
                <a:lnTo>
                  <a:pt x="158199" y="6183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55993" y="1846375"/>
            <a:ext cx="27940" cy="65405"/>
          </a:xfrm>
          <a:custGeom>
            <a:avLst/>
            <a:gdLst/>
            <a:ahLst/>
            <a:cxnLst/>
            <a:rect l="l" t="t" r="r" b="b"/>
            <a:pathLst>
              <a:path w="27939" h="65405">
                <a:moveTo>
                  <a:pt x="27608" y="65060"/>
                </a:moveTo>
                <a:lnTo>
                  <a:pt x="18828" y="49015"/>
                </a:lnTo>
                <a:lnTo>
                  <a:pt x="11295" y="32810"/>
                </a:lnTo>
                <a:lnTo>
                  <a:pt x="5016" y="16465"/>
                </a:ln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123484" y="1692605"/>
            <a:ext cx="5574665" cy="202755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3174365" indent="113030">
              <a:lnSpc>
                <a:spcPts val="3300"/>
              </a:lnSpc>
              <a:spcBef>
                <a:spcPts val="260"/>
              </a:spcBef>
            </a:pPr>
            <a:r>
              <a:rPr sz="2800" spc="-5" dirty="0">
                <a:latin typeface="Times New Roman"/>
                <a:cs typeface="Times New Roman"/>
              </a:rPr>
              <a:t>Ausschnitt der  Realen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Miniwelt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00" dirty="0">
              <a:latin typeface="Times New Roman"/>
              <a:cs typeface="Times New Roman"/>
            </a:endParaRPr>
          </a:p>
          <a:p>
            <a:pPr marL="2734945" marR="5080">
              <a:lnSpc>
                <a:spcPts val="2800"/>
              </a:lnSpc>
            </a:pP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nu</a:t>
            </a:r>
            <a:r>
              <a:rPr sz="2400" spc="-5" dirty="0">
                <a:latin typeface="Times New Roman"/>
                <a:cs typeface="Times New Roman"/>
              </a:rPr>
              <a:t>elle/i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telle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spc="-5" dirty="0">
                <a:latin typeface="Times New Roman"/>
                <a:cs typeface="Times New Roman"/>
              </a:rPr>
              <a:t>ell</a:t>
            </a:r>
            <a:r>
              <a:rPr sz="2400" dirty="0">
                <a:latin typeface="Times New Roman"/>
                <a:cs typeface="Times New Roman"/>
              </a:rPr>
              <a:t>e  </a:t>
            </a:r>
            <a:r>
              <a:rPr sz="2400" spc="-5" dirty="0">
                <a:latin typeface="Times New Roman"/>
                <a:cs typeface="Times New Roman"/>
              </a:rPr>
              <a:t>Modellierung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68688" y="5865698"/>
            <a:ext cx="1905000" cy="76200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20"/>
              </a:spcBef>
            </a:pPr>
            <a:r>
              <a:rPr sz="2400" dirty="0">
                <a:latin typeface="Times New Roman"/>
                <a:cs typeface="Times New Roman"/>
              </a:rPr>
              <a:t>XML</a:t>
            </a:r>
            <a:endParaRPr sz="2400">
              <a:latin typeface="Times New Roman"/>
              <a:cs typeface="Times New Roman"/>
            </a:endParaRPr>
          </a:p>
          <a:p>
            <a:pPr marL="4445" algn="ctr">
              <a:lnSpc>
                <a:spcPts val="2840"/>
              </a:lnSpc>
            </a:pPr>
            <a:r>
              <a:rPr sz="2400" spc="-5" dirty="0">
                <a:latin typeface="Times New Roman"/>
                <a:cs typeface="Times New Roman"/>
              </a:rPr>
              <a:t>Schema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445874" y="4540135"/>
            <a:ext cx="1102995" cy="1296670"/>
          </a:xfrm>
          <a:custGeom>
            <a:avLst/>
            <a:gdLst/>
            <a:ahLst/>
            <a:cxnLst/>
            <a:rect l="l" t="t" r="r" b="b"/>
            <a:pathLst>
              <a:path w="1102995" h="1296670">
                <a:moveTo>
                  <a:pt x="1102439" y="0"/>
                </a:moveTo>
                <a:lnTo>
                  <a:pt x="0" y="129653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21187" y="5741606"/>
            <a:ext cx="118110" cy="124460"/>
          </a:xfrm>
          <a:custGeom>
            <a:avLst/>
            <a:gdLst/>
            <a:ahLst/>
            <a:cxnLst/>
            <a:rect l="l" t="t" r="r" b="b"/>
            <a:pathLst>
              <a:path w="118110" h="124460">
                <a:moveTo>
                  <a:pt x="30492" y="0"/>
                </a:moveTo>
                <a:lnTo>
                  <a:pt x="0" y="124091"/>
                </a:lnTo>
                <a:lnTo>
                  <a:pt x="117576" y="74040"/>
                </a:lnTo>
                <a:lnTo>
                  <a:pt x="30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116805" y="4540135"/>
            <a:ext cx="3431540" cy="1312545"/>
          </a:xfrm>
          <a:custGeom>
            <a:avLst/>
            <a:gdLst/>
            <a:ahLst/>
            <a:cxnLst/>
            <a:rect l="l" t="t" r="r" b="b"/>
            <a:pathLst>
              <a:path w="3431540" h="1312545">
                <a:moveTo>
                  <a:pt x="3431507" y="0"/>
                </a:moveTo>
                <a:lnTo>
                  <a:pt x="0" y="131195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81213" y="5771502"/>
            <a:ext cx="127635" cy="107314"/>
          </a:xfrm>
          <a:custGeom>
            <a:avLst/>
            <a:gdLst/>
            <a:ahLst/>
            <a:cxnLst/>
            <a:rect l="l" t="t" r="r" b="b"/>
            <a:pathLst>
              <a:path w="127635" h="107314">
                <a:moveTo>
                  <a:pt x="86347" y="0"/>
                </a:moveTo>
                <a:lnTo>
                  <a:pt x="0" y="94195"/>
                </a:lnTo>
                <a:lnTo>
                  <a:pt x="127165" y="106756"/>
                </a:lnTo>
                <a:lnTo>
                  <a:pt x="863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">
            <a:extLst>
              <a:ext uri="{FF2B5EF4-FFF2-40B4-BE49-F238E27FC236}">
                <a16:creationId xmlns:a16="http://schemas.microsoft.com/office/drawing/2014/main" id="{6B3395BC-D4C2-C825-0E40-74132B6C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75" y="436956"/>
            <a:ext cx="6057271" cy="576000"/>
          </a:xfrm>
        </p:spPr>
        <p:txBody>
          <a:bodyPr/>
          <a:lstStyle/>
          <a:p>
            <a:r>
              <a:rPr lang="en-US" dirty="0" err="1"/>
              <a:t>Modellierung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ersten</a:t>
            </a:r>
            <a:r>
              <a:rPr lang="en-US" dirty="0"/>
              <a:t> </a:t>
            </a:r>
            <a:r>
              <a:rPr lang="en-US" dirty="0" err="1"/>
              <a:t>Beispielanwendung</a:t>
            </a:r>
            <a:endParaRPr lang="en-US" dirty="0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12"/>
          </p:nvPr>
        </p:nvSpPr>
        <p:spPr>
          <a:xfrm>
            <a:off x="10073183" y="7260836"/>
            <a:ext cx="53467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7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4660" y="1484630"/>
            <a:ext cx="5433695" cy="2247900"/>
          </a:xfrm>
          <a:custGeom>
            <a:avLst/>
            <a:gdLst/>
            <a:ahLst/>
            <a:cxnLst/>
            <a:rect l="l" t="t" r="r" b="b"/>
            <a:pathLst>
              <a:path w="5433695" h="2247900">
                <a:moveTo>
                  <a:pt x="3751188" y="2235200"/>
                </a:moveTo>
                <a:lnTo>
                  <a:pt x="3066579" y="2235200"/>
                </a:lnTo>
                <a:lnTo>
                  <a:pt x="3118698" y="2247900"/>
                </a:lnTo>
                <a:lnTo>
                  <a:pt x="3697643" y="2247900"/>
                </a:lnTo>
                <a:lnTo>
                  <a:pt x="3751188" y="2235200"/>
                </a:lnTo>
                <a:close/>
              </a:path>
              <a:path w="5433695" h="2247900">
                <a:moveTo>
                  <a:pt x="4207289" y="50800"/>
                </a:moveTo>
                <a:lnTo>
                  <a:pt x="1112367" y="50800"/>
                </a:lnTo>
                <a:lnTo>
                  <a:pt x="1058149" y="63500"/>
                </a:lnTo>
                <a:lnTo>
                  <a:pt x="952431" y="63500"/>
                </a:lnTo>
                <a:lnTo>
                  <a:pt x="901087" y="76200"/>
                </a:lnTo>
                <a:lnTo>
                  <a:pt x="850856" y="76200"/>
                </a:lnTo>
                <a:lnTo>
                  <a:pt x="801816" y="88900"/>
                </a:lnTo>
                <a:lnTo>
                  <a:pt x="754046" y="88900"/>
                </a:lnTo>
                <a:lnTo>
                  <a:pt x="707622" y="101600"/>
                </a:lnTo>
                <a:lnTo>
                  <a:pt x="662623" y="101600"/>
                </a:lnTo>
                <a:lnTo>
                  <a:pt x="619127" y="114300"/>
                </a:lnTo>
                <a:lnTo>
                  <a:pt x="577211" y="114300"/>
                </a:lnTo>
                <a:lnTo>
                  <a:pt x="536954" y="127000"/>
                </a:lnTo>
                <a:lnTo>
                  <a:pt x="498432" y="127000"/>
                </a:lnTo>
                <a:lnTo>
                  <a:pt x="461724" y="139700"/>
                </a:lnTo>
                <a:lnTo>
                  <a:pt x="426909" y="152400"/>
                </a:lnTo>
                <a:lnTo>
                  <a:pt x="394062" y="152400"/>
                </a:lnTo>
                <a:lnTo>
                  <a:pt x="334590" y="177800"/>
                </a:lnTo>
                <a:lnTo>
                  <a:pt x="279904" y="203200"/>
                </a:lnTo>
                <a:lnTo>
                  <a:pt x="230841" y="228600"/>
                </a:lnTo>
                <a:lnTo>
                  <a:pt x="187183" y="254000"/>
                </a:lnTo>
                <a:lnTo>
                  <a:pt x="148713" y="279400"/>
                </a:lnTo>
                <a:lnTo>
                  <a:pt x="115212" y="304800"/>
                </a:lnTo>
                <a:lnTo>
                  <a:pt x="86464" y="342900"/>
                </a:lnTo>
                <a:lnTo>
                  <a:pt x="62249" y="368300"/>
                </a:lnTo>
                <a:lnTo>
                  <a:pt x="42352" y="406400"/>
                </a:lnTo>
                <a:lnTo>
                  <a:pt x="26554" y="444500"/>
                </a:lnTo>
                <a:lnTo>
                  <a:pt x="14637" y="469900"/>
                </a:lnTo>
                <a:lnTo>
                  <a:pt x="6384" y="508000"/>
                </a:lnTo>
                <a:lnTo>
                  <a:pt x="1578" y="546100"/>
                </a:lnTo>
                <a:lnTo>
                  <a:pt x="0" y="584200"/>
                </a:lnTo>
                <a:lnTo>
                  <a:pt x="1432" y="622300"/>
                </a:lnTo>
                <a:lnTo>
                  <a:pt x="5658" y="660400"/>
                </a:lnTo>
                <a:lnTo>
                  <a:pt x="12460" y="698500"/>
                </a:lnTo>
                <a:lnTo>
                  <a:pt x="21619" y="749300"/>
                </a:lnTo>
                <a:lnTo>
                  <a:pt x="32918" y="787400"/>
                </a:lnTo>
                <a:lnTo>
                  <a:pt x="46141" y="825500"/>
                </a:lnTo>
                <a:lnTo>
                  <a:pt x="61068" y="863600"/>
                </a:lnTo>
                <a:lnTo>
                  <a:pt x="77482" y="901700"/>
                </a:lnTo>
                <a:lnTo>
                  <a:pt x="95166" y="939800"/>
                </a:lnTo>
                <a:lnTo>
                  <a:pt x="113902" y="977900"/>
                </a:lnTo>
                <a:lnTo>
                  <a:pt x="147491" y="1028700"/>
                </a:lnTo>
                <a:lnTo>
                  <a:pt x="166647" y="1066800"/>
                </a:lnTo>
                <a:lnTo>
                  <a:pt x="187378" y="1092200"/>
                </a:lnTo>
                <a:lnTo>
                  <a:pt x="209683" y="1130300"/>
                </a:lnTo>
                <a:lnTo>
                  <a:pt x="233562" y="1155700"/>
                </a:lnTo>
                <a:lnTo>
                  <a:pt x="259016" y="1193800"/>
                </a:lnTo>
                <a:lnTo>
                  <a:pt x="286044" y="1219200"/>
                </a:lnTo>
                <a:lnTo>
                  <a:pt x="314647" y="1257300"/>
                </a:lnTo>
                <a:lnTo>
                  <a:pt x="344824" y="1282700"/>
                </a:lnTo>
                <a:lnTo>
                  <a:pt x="376575" y="1320800"/>
                </a:lnTo>
                <a:lnTo>
                  <a:pt x="409900" y="1358900"/>
                </a:lnTo>
                <a:lnTo>
                  <a:pt x="444800" y="1384300"/>
                </a:lnTo>
                <a:lnTo>
                  <a:pt x="481275" y="1422400"/>
                </a:lnTo>
                <a:lnTo>
                  <a:pt x="519324" y="1447800"/>
                </a:lnTo>
                <a:lnTo>
                  <a:pt x="558947" y="1485900"/>
                </a:lnTo>
                <a:lnTo>
                  <a:pt x="600144" y="1511300"/>
                </a:lnTo>
                <a:lnTo>
                  <a:pt x="642916" y="1549400"/>
                </a:lnTo>
                <a:lnTo>
                  <a:pt x="687262" y="1574800"/>
                </a:lnTo>
                <a:lnTo>
                  <a:pt x="733183" y="1612900"/>
                </a:lnTo>
                <a:lnTo>
                  <a:pt x="780678" y="1638300"/>
                </a:lnTo>
                <a:lnTo>
                  <a:pt x="829747" y="1663700"/>
                </a:lnTo>
                <a:lnTo>
                  <a:pt x="880391" y="1701800"/>
                </a:lnTo>
                <a:lnTo>
                  <a:pt x="932609" y="1727200"/>
                </a:lnTo>
                <a:lnTo>
                  <a:pt x="986402" y="1752600"/>
                </a:lnTo>
                <a:lnTo>
                  <a:pt x="1041769" y="1778000"/>
                </a:lnTo>
                <a:lnTo>
                  <a:pt x="1098710" y="1803400"/>
                </a:lnTo>
                <a:lnTo>
                  <a:pt x="1157226" y="1828800"/>
                </a:lnTo>
                <a:lnTo>
                  <a:pt x="1217316" y="1854200"/>
                </a:lnTo>
                <a:lnTo>
                  <a:pt x="1254027" y="1866900"/>
                </a:lnTo>
                <a:lnTo>
                  <a:pt x="1292066" y="1879600"/>
                </a:lnTo>
                <a:lnTo>
                  <a:pt x="1371926" y="1905000"/>
                </a:lnTo>
                <a:lnTo>
                  <a:pt x="1456490" y="1930400"/>
                </a:lnTo>
                <a:lnTo>
                  <a:pt x="1591270" y="1968500"/>
                </a:lnTo>
                <a:lnTo>
                  <a:pt x="1734357" y="2006600"/>
                </a:lnTo>
                <a:lnTo>
                  <a:pt x="2039977" y="2082800"/>
                </a:lnTo>
                <a:lnTo>
                  <a:pt x="2092844" y="2082800"/>
                </a:lnTo>
                <a:lnTo>
                  <a:pt x="2362412" y="2146300"/>
                </a:lnTo>
                <a:lnTo>
                  <a:pt x="2417017" y="2146300"/>
                </a:lnTo>
                <a:lnTo>
                  <a:pt x="2581307" y="2184400"/>
                </a:lnTo>
                <a:lnTo>
                  <a:pt x="2636059" y="2184400"/>
                </a:lnTo>
                <a:lnTo>
                  <a:pt x="2690721" y="2197100"/>
                </a:lnTo>
                <a:lnTo>
                  <a:pt x="2745242" y="2197100"/>
                </a:lnTo>
                <a:lnTo>
                  <a:pt x="2853660" y="2222500"/>
                </a:lnTo>
                <a:lnTo>
                  <a:pt x="2960908" y="2222500"/>
                </a:lnTo>
                <a:lnTo>
                  <a:pt x="3013966" y="2235200"/>
                </a:lnTo>
                <a:lnTo>
                  <a:pt x="3805374" y="2235200"/>
                </a:lnTo>
                <a:lnTo>
                  <a:pt x="3915298" y="2209800"/>
                </a:lnTo>
                <a:lnTo>
                  <a:pt x="3970850" y="2209800"/>
                </a:lnTo>
                <a:lnTo>
                  <a:pt x="4417128" y="2108200"/>
                </a:lnTo>
                <a:lnTo>
                  <a:pt x="4471749" y="2082800"/>
                </a:lnTo>
                <a:lnTo>
                  <a:pt x="4579191" y="2057400"/>
                </a:lnTo>
                <a:lnTo>
                  <a:pt x="4631825" y="2032000"/>
                </a:lnTo>
                <a:lnTo>
                  <a:pt x="4683612" y="2019300"/>
                </a:lnTo>
                <a:lnTo>
                  <a:pt x="4734457" y="1993900"/>
                </a:lnTo>
                <a:lnTo>
                  <a:pt x="4784268" y="1981200"/>
                </a:lnTo>
                <a:lnTo>
                  <a:pt x="4832951" y="1955800"/>
                </a:lnTo>
                <a:lnTo>
                  <a:pt x="4880413" y="1943100"/>
                </a:lnTo>
                <a:lnTo>
                  <a:pt x="4926562" y="1917700"/>
                </a:lnTo>
                <a:lnTo>
                  <a:pt x="4971304" y="1892300"/>
                </a:lnTo>
                <a:lnTo>
                  <a:pt x="5014546" y="1866900"/>
                </a:lnTo>
                <a:lnTo>
                  <a:pt x="5056194" y="1854200"/>
                </a:lnTo>
                <a:lnTo>
                  <a:pt x="5096157" y="1828800"/>
                </a:lnTo>
                <a:lnTo>
                  <a:pt x="5134340" y="1803400"/>
                </a:lnTo>
                <a:lnTo>
                  <a:pt x="5170651" y="1778000"/>
                </a:lnTo>
                <a:lnTo>
                  <a:pt x="5204997" y="1752600"/>
                </a:lnTo>
                <a:lnTo>
                  <a:pt x="5237284" y="1727200"/>
                </a:lnTo>
                <a:lnTo>
                  <a:pt x="5267419" y="1701800"/>
                </a:lnTo>
                <a:lnTo>
                  <a:pt x="5295309" y="1689100"/>
                </a:lnTo>
                <a:lnTo>
                  <a:pt x="5343983" y="1638300"/>
                </a:lnTo>
                <a:lnTo>
                  <a:pt x="5382561" y="1587500"/>
                </a:lnTo>
                <a:lnTo>
                  <a:pt x="5410297" y="1524000"/>
                </a:lnTo>
                <a:lnTo>
                  <a:pt x="5420874" y="1498600"/>
                </a:lnTo>
                <a:lnTo>
                  <a:pt x="5428159" y="1473200"/>
                </a:lnTo>
                <a:lnTo>
                  <a:pt x="5432265" y="1435100"/>
                </a:lnTo>
                <a:lnTo>
                  <a:pt x="5433306" y="1397000"/>
                </a:lnTo>
                <a:lnTo>
                  <a:pt x="5431395" y="1371600"/>
                </a:lnTo>
                <a:lnTo>
                  <a:pt x="5426647" y="1333500"/>
                </a:lnTo>
                <a:lnTo>
                  <a:pt x="5419174" y="1295400"/>
                </a:lnTo>
                <a:lnTo>
                  <a:pt x="5409090" y="1244600"/>
                </a:lnTo>
                <a:lnTo>
                  <a:pt x="5396508" y="1206500"/>
                </a:lnTo>
                <a:lnTo>
                  <a:pt x="5381543" y="1168400"/>
                </a:lnTo>
                <a:lnTo>
                  <a:pt x="5364307" y="1130300"/>
                </a:lnTo>
                <a:lnTo>
                  <a:pt x="5344914" y="1079500"/>
                </a:lnTo>
                <a:lnTo>
                  <a:pt x="5323477" y="1041400"/>
                </a:lnTo>
                <a:lnTo>
                  <a:pt x="5300111" y="990600"/>
                </a:lnTo>
                <a:lnTo>
                  <a:pt x="5274929" y="952500"/>
                </a:lnTo>
                <a:lnTo>
                  <a:pt x="5248044" y="901700"/>
                </a:lnTo>
                <a:lnTo>
                  <a:pt x="5219569" y="863600"/>
                </a:lnTo>
                <a:lnTo>
                  <a:pt x="5189619" y="812800"/>
                </a:lnTo>
                <a:lnTo>
                  <a:pt x="5158306" y="774700"/>
                </a:lnTo>
                <a:lnTo>
                  <a:pt x="5125745" y="736600"/>
                </a:lnTo>
                <a:lnTo>
                  <a:pt x="5092048" y="685800"/>
                </a:lnTo>
                <a:lnTo>
                  <a:pt x="5057330" y="647700"/>
                </a:lnTo>
                <a:lnTo>
                  <a:pt x="5021704" y="609600"/>
                </a:lnTo>
                <a:lnTo>
                  <a:pt x="4985283" y="558800"/>
                </a:lnTo>
                <a:lnTo>
                  <a:pt x="4948180" y="520700"/>
                </a:lnTo>
                <a:lnTo>
                  <a:pt x="4910511" y="482600"/>
                </a:lnTo>
                <a:lnTo>
                  <a:pt x="4833923" y="406400"/>
                </a:lnTo>
                <a:lnTo>
                  <a:pt x="4795231" y="368300"/>
                </a:lnTo>
                <a:lnTo>
                  <a:pt x="4756426" y="342900"/>
                </a:lnTo>
                <a:lnTo>
                  <a:pt x="4717622" y="304800"/>
                </a:lnTo>
                <a:lnTo>
                  <a:pt x="4602342" y="228600"/>
                </a:lnTo>
                <a:lnTo>
                  <a:pt x="4564673" y="203200"/>
                </a:lnTo>
                <a:lnTo>
                  <a:pt x="4490366" y="152400"/>
                </a:lnTo>
                <a:lnTo>
                  <a:pt x="4413460" y="127000"/>
                </a:lnTo>
                <a:lnTo>
                  <a:pt x="4373786" y="101600"/>
                </a:lnTo>
                <a:lnTo>
                  <a:pt x="4250055" y="63500"/>
                </a:lnTo>
                <a:lnTo>
                  <a:pt x="4207289" y="50800"/>
                </a:lnTo>
                <a:close/>
              </a:path>
              <a:path w="5433695" h="2247900">
                <a:moveTo>
                  <a:pt x="4074619" y="25400"/>
                </a:moveTo>
                <a:lnTo>
                  <a:pt x="1627089" y="25400"/>
                </a:lnTo>
                <a:lnTo>
                  <a:pt x="1568453" y="38100"/>
                </a:lnTo>
                <a:lnTo>
                  <a:pt x="1336483" y="38100"/>
                </a:lnTo>
                <a:lnTo>
                  <a:pt x="1279523" y="50800"/>
                </a:lnTo>
                <a:lnTo>
                  <a:pt x="4163785" y="50800"/>
                </a:lnTo>
                <a:lnTo>
                  <a:pt x="4074619" y="25400"/>
                </a:lnTo>
                <a:close/>
              </a:path>
              <a:path w="5433695" h="2247900">
                <a:moveTo>
                  <a:pt x="3982672" y="12700"/>
                </a:moveTo>
                <a:lnTo>
                  <a:pt x="2316402" y="12700"/>
                </a:lnTo>
                <a:lnTo>
                  <a:pt x="2261681" y="25400"/>
                </a:lnTo>
                <a:lnTo>
                  <a:pt x="4028986" y="25400"/>
                </a:lnTo>
                <a:lnTo>
                  <a:pt x="3982672" y="12700"/>
                </a:lnTo>
                <a:close/>
              </a:path>
              <a:path w="5433695" h="2247900">
                <a:moveTo>
                  <a:pt x="3790890" y="0"/>
                </a:moveTo>
                <a:lnTo>
                  <a:pt x="3325070" y="0"/>
                </a:lnTo>
                <a:lnTo>
                  <a:pt x="3270710" y="12700"/>
                </a:lnTo>
                <a:lnTo>
                  <a:pt x="3839786" y="12700"/>
                </a:lnTo>
                <a:lnTo>
                  <a:pt x="3790890" y="0"/>
                </a:lnTo>
                <a:close/>
              </a:path>
            </a:pathLst>
          </a:custGeom>
          <a:solidFill>
            <a:srgbClr val="A8D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4660" y="1479409"/>
            <a:ext cx="5433695" cy="2253615"/>
          </a:xfrm>
          <a:custGeom>
            <a:avLst/>
            <a:gdLst/>
            <a:ahLst/>
            <a:cxnLst/>
            <a:rect l="l" t="t" r="r" b="b"/>
            <a:pathLst>
              <a:path w="5433695" h="2253615">
                <a:moveTo>
                  <a:pt x="334588" y="175911"/>
                </a:moveTo>
                <a:lnTo>
                  <a:pt x="394061" y="156827"/>
                </a:lnTo>
                <a:lnTo>
                  <a:pt x="461723" y="139332"/>
                </a:lnTo>
                <a:lnTo>
                  <a:pt x="536953" y="123358"/>
                </a:lnTo>
                <a:lnTo>
                  <a:pt x="577210" y="115920"/>
                </a:lnTo>
                <a:lnTo>
                  <a:pt x="619126" y="108835"/>
                </a:lnTo>
                <a:lnTo>
                  <a:pt x="662622" y="102096"/>
                </a:lnTo>
                <a:lnTo>
                  <a:pt x="707621" y="95694"/>
                </a:lnTo>
                <a:lnTo>
                  <a:pt x="754045" y="89621"/>
                </a:lnTo>
                <a:lnTo>
                  <a:pt x="801815" y="83866"/>
                </a:lnTo>
                <a:lnTo>
                  <a:pt x="850855" y="78423"/>
                </a:lnTo>
                <a:lnTo>
                  <a:pt x="901086" y="73282"/>
                </a:lnTo>
                <a:lnTo>
                  <a:pt x="952430" y="68435"/>
                </a:lnTo>
                <a:lnTo>
                  <a:pt x="1004810" y="63873"/>
                </a:lnTo>
                <a:lnTo>
                  <a:pt x="1058148" y="59587"/>
                </a:lnTo>
                <a:lnTo>
                  <a:pt x="1112366" y="55569"/>
                </a:lnTo>
                <a:lnTo>
                  <a:pt x="1167386" y="51810"/>
                </a:lnTo>
                <a:lnTo>
                  <a:pt x="1223131" y="48302"/>
                </a:lnTo>
                <a:lnTo>
                  <a:pt x="1279522" y="45035"/>
                </a:lnTo>
                <a:lnTo>
                  <a:pt x="1336481" y="42002"/>
                </a:lnTo>
                <a:lnTo>
                  <a:pt x="1393932" y="39193"/>
                </a:lnTo>
                <a:lnTo>
                  <a:pt x="1451795" y="36601"/>
                </a:lnTo>
                <a:lnTo>
                  <a:pt x="1509994" y="34215"/>
                </a:lnTo>
                <a:lnTo>
                  <a:pt x="1568450" y="32028"/>
                </a:lnTo>
                <a:lnTo>
                  <a:pt x="1627086" y="30031"/>
                </a:lnTo>
                <a:lnTo>
                  <a:pt x="1685824" y="28216"/>
                </a:lnTo>
                <a:lnTo>
                  <a:pt x="1744585" y="26574"/>
                </a:lnTo>
                <a:lnTo>
                  <a:pt x="1803293" y="25095"/>
                </a:lnTo>
                <a:lnTo>
                  <a:pt x="1861869" y="23772"/>
                </a:lnTo>
                <a:lnTo>
                  <a:pt x="1920236" y="22596"/>
                </a:lnTo>
                <a:lnTo>
                  <a:pt x="1978315" y="21558"/>
                </a:lnTo>
                <a:lnTo>
                  <a:pt x="2036029" y="20649"/>
                </a:lnTo>
                <a:lnTo>
                  <a:pt x="2093300" y="19862"/>
                </a:lnTo>
                <a:lnTo>
                  <a:pt x="2150050" y="19187"/>
                </a:lnTo>
                <a:lnTo>
                  <a:pt x="2206201" y="18615"/>
                </a:lnTo>
                <a:lnTo>
                  <a:pt x="2261676" y="18139"/>
                </a:lnTo>
                <a:lnTo>
                  <a:pt x="2316397" y="17749"/>
                </a:lnTo>
                <a:lnTo>
                  <a:pt x="2370286" y="17436"/>
                </a:lnTo>
                <a:lnTo>
                  <a:pt x="2423264" y="17193"/>
                </a:lnTo>
                <a:lnTo>
                  <a:pt x="2475255" y="17010"/>
                </a:lnTo>
                <a:lnTo>
                  <a:pt x="2526181" y="16879"/>
                </a:lnTo>
                <a:lnTo>
                  <a:pt x="2575963" y="16791"/>
                </a:lnTo>
                <a:lnTo>
                  <a:pt x="2624523" y="16738"/>
                </a:lnTo>
                <a:lnTo>
                  <a:pt x="2671785" y="16711"/>
                </a:lnTo>
                <a:lnTo>
                  <a:pt x="2717670" y="16701"/>
                </a:lnTo>
                <a:lnTo>
                  <a:pt x="2762100" y="16699"/>
                </a:lnTo>
                <a:lnTo>
                  <a:pt x="2820163" y="16493"/>
                </a:lnTo>
                <a:lnTo>
                  <a:pt x="2877872" y="15914"/>
                </a:lnTo>
                <a:lnTo>
                  <a:pt x="2935211" y="15018"/>
                </a:lnTo>
                <a:lnTo>
                  <a:pt x="2992167" y="13860"/>
                </a:lnTo>
                <a:lnTo>
                  <a:pt x="3048726" y="12498"/>
                </a:lnTo>
                <a:lnTo>
                  <a:pt x="3104874" y="10987"/>
                </a:lnTo>
                <a:lnTo>
                  <a:pt x="3160596" y="9384"/>
                </a:lnTo>
                <a:lnTo>
                  <a:pt x="3215878" y="7745"/>
                </a:lnTo>
                <a:lnTo>
                  <a:pt x="3270706" y="6127"/>
                </a:lnTo>
                <a:lnTo>
                  <a:pt x="3325065" y="4585"/>
                </a:lnTo>
                <a:lnTo>
                  <a:pt x="3378942" y="3176"/>
                </a:lnTo>
                <a:lnTo>
                  <a:pt x="3432323" y="1957"/>
                </a:lnTo>
                <a:lnTo>
                  <a:pt x="3485193" y="984"/>
                </a:lnTo>
                <a:lnTo>
                  <a:pt x="3537537" y="313"/>
                </a:lnTo>
                <a:lnTo>
                  <a:pt x="3589343" y="0"/>
                </a:lnTo>
                <a:lnTo>
                  <a:pt x="3640595" y="101"/>
                </a:lnTo>
                <a:lnTo>
                  <a:pt x="3691279" y="673"/>
                </a:lnTo>
                <a:lnTo>
                  <a:pt x="3741382" y="1773"/>
                </a:lnTo>
                <a:lnTo>
                  <a:pt x="3790889" y="3456"/>
                </a:lnTo>
                <a:lnTo>
                  <a:pt x="3839785" y="5779"/>
                </a:lnTo>
                <a:lnTo>
                  <a:pt x="3888057" y="8799"/>
                </a:lnTo>
                <a:lnTo>
                  <a:pt x="3935691" y="12570"/>
                </a:lnTo>
                <a:lnTo>
                  <a:pt x="3982672" y="17151"/>
                </a:lnTo>
                <a:lnTo>
                  <a:pt x="4028986" y="22596"/>
                </a:lnTo>
                <a:lnTo>
                  <a:pt x="4074619" y="28963"/>
                </a:lnTo>
                <a:lnTo>
                  <a:pt x="4119556" y="36307"/>
                </a:lnTo>
                <a:lnTo>
                  <a:pt x="4163784" y="44686"/>
                </a:lnTo>
                <a:lnTo>
                  <a:pt x="4207289" y="54154"/>
                </a:lnTo>
                <a:lnTo>
                  <a:pt x="4250055" y="64770"/>
                </a:lnTo>
                <a:lnTo>
                  <a:pt x="4292070" y="76588"/>
                </a:lnTo>
                <a:lnTo>
                  <a:pt x="4333318" y="89665"/>
                </a:lnTo>
                <a:lnTo>
                  <a:pt x="4373786" y="104058"/>
                </a:lnTo>
                <a:lnTo>
                  <a:pt x="4413459" y="119823"/>
                </a:lnTo>
                <a:lnTo>
                  <a:pt x="4452323" y="137015"/>
                </a:lnTo>
                <a:lnTo>
                  <a:pt x="4490365" y="155693"/>
                </a:lnTo>
                <a:lnTo>
                  <a:pt x="4527569" y="175911"/>
                </a:lnTo>
                <a:lnTo>
                  <a:pt x="4564670" y="198065"/>
                </a:lnTo>
                <a:lnTo>
                  <a:pt x="4602340" y="222436"/>
                </a:lnTo>
                <a:lnTo>
                  <a:pt x="4640463" y="248905"/>
                </a:lnTo>
                <a:lnTo>
                  <a:pt x="4678927" y="277356"/>
                </a:lnTo>
                <a:lnTo>
                  <a:pt x="4717618" y="307669"/>
                </a:lnTo>
                <a:lnTo>
                  <a:pt x="4756423" y="339728"/>
                </a:lnTo>
                <a:lnTo>
                  <a:pt x="4795227" y="373415"/>
                </a:lnTo>
                <a:lnTo>
                  <a:pt x="4833918" y="408612"/>
                </a:lnTo>
                <a:lnTo>
                  <a:pt x="4872383" y="445201"/>
                </a:lnTo>
                <a:lnTo>
                  <a:pt x="4910506" y="483064"/>
                </a:lnTo>
                <a:lnTo>
                  <a:pt x="4948176" y="522085"/>
                </a:lnTo>
                <a:lnTo>
                  <a:pt x="4985278" y="562144"/>
                </a:lnTo>
                <a:lnTo>
                  <a:pt x="5021699" y="603125"/>
                </a:lnTo>
                <a:lnTo>
                  <a:pt x="5057325" y="644909"/>
                </a:lnTo>
                <a:lnTo>
                  <a:pt x="5092043" y="687380"/>
                </a:lnTo>
                <a:lnTo>
                  <a:pt x="5125739" y="730418"/>
                </a:lnTo>
                <a:lnTo>
                  <a:pt x="5158301" y="773907"/>
                </a:lnTo>
                <a:lnTo>
                  <a:pt x="5189613" y="817729"/>
                </a:lnTo>
                <a:lnTo>
                  <a:pt x="5219564" y="861766"/>
                </a:lnTo>
                <a:lnTo>
                  <a:pt x="5248038" y="905900"/>
                </a:lnTo>
                <a:lnTo>
                  <a:pt x="5274924" y="950013"/>
                </a:lnTo>
                <a:lnTo>
                  <a:pt x="5300106" y="993989"/>
                </a:lnTo>
                <a:lnTo>
                  <a:pt x="5323472" y="1037708"/>
                </a:lnTo>
                <a:lnTo>
                  <a:pt x="5344909" y="1081054"/>
                </a:lnTo>
                <a:lnTo>
                  <a:pt x="5364302" y="1123908"/>
                </a:lnTo>
                <a:lnTo>
                  <a:pt x="5381538" y="1166153"/>
                </a:lnTo>
                <a:lnTo>
                  <a:pt x="5396504" y="1207672"/>
                </a:lnTo>
                <a:lnTo>
                  <a:pt x="5409086" y="1248346"/>
                </a:lnTo>
                <a:lnTo>
                  <a:pt x="5419170" y="1288057"/>
                </a:lnTo>
                <a:lnTo>
                  <a:pt x="5426644" y="1326689"/>
                </a:lnTo>
                <a:lnTo>
                  <a:pt x="5433304" y="1400241"/>
                </a:lnTo>
                <a:lnTo>
                  <a:pt x="5432264" y="1434926"/>
                </a:lnTo>
                <a:lnTo>
                  <a:pt x="5420874" y="1499526"/>
                </a:lnTo>
                <a:lnTo>
                  <a:pt x="5397831" y="1555023"/>
                </a:lnTo>
                <a:lnTo>
                  <a:pt x="5364581" y="1606272"/>
                </a:lnTo>
                <a:lnTo>
                  <a:pt x="5320862" y="1656854"/>
                </a:lnTo>
                <a:lnTo>
                  <a:pt x="5267418" y="1706590"/>
                </a:lnTo>
                <a:lnTo>
                  <a:pt x="5237283" y="1731085"/>
                </a:lnTo>
                <a:lnTo>
                  <a:pt x="5204996" y="1755301"/>
                </a:lnTo>
                <a:lnTo>
                  <a:pt x="5170650" y="1779217"/>
                </a:lnTo>
                <a:lnTo>
                  <a:pt x="5134339" y="1802809"/>
                </a:lnTo>
                <a:lnTo>
                  <a:pt x="5096156" y="1826055"/>
                </a:lnTo>
                <a:lnTo>
                  <a:pt x="5056193" y="1848933"/>
                </a:lnTo>
                <a:lnTo>
                  <a:pt x="5014544" y="1871420"/>
                </a:lnTo>
                <a:lnTo>
                  <a:pt x="4971302" y="1893494"/>
                </a:lnTo>
                <a:lnTo>
                  <a:pt x="4926560" y="1915133"/>
                </a:lnTo>
                <a:lnTo>
                  <a:pt x="4880411" y="1936315"/>
                </a:lnTo>
                <a:lnTo>
                  <a:pt x="4832949" y="1957016"/>
                </a:lnTo>
                <a:lnTo>
                  <a:pt x="4784266" y="1977214"/>
                </a:lnTo>
                <a:lnTo>
                  <a:pt x="4734455" y="1996888"/>
                </a:lnTo>
                <a:lnTo>
                  <a:pt x="4683610" y="2016014"/>
                </a:lnTo>
                <a:lnTo>
                  <a:pt x="4631823" y="2034571"/>
                </a:lnTo>
                <a:lnTo>
                  <a:pt x="4579188" y="2052536"/>
                </a:lnTo>
                <a:lnTo>
                  <a:pt x="4525798" y="2069886"/>
                </a:lnTo>
                <a:lnTo>
                  <a:pt x="4471746" y="2086599"/>
                </a:lnTo>
                <a:lnTo>
                  <a:pt x="4417125" y="2102654"/>
                </a:lnTo>
                <a:lnTo>
                  <a:pt x="4362028" y="2118026"/>
                </a:lnTo>
                <a:lnTo>
                  <a:pt x="4306549" y="2132695"/>
                </a:lnTo>
                <a:lnTo>
                  <a:pt x="4250780" y="2146637"/>
                </a:lnTo>
                <a:lnTo>
                  <a:pt x="4194814" y="2159830"/>
                </a:lnTo>
                <a:lnTo>
                  <a:pt x="4138745" y="2172252"/>
                </a:lnTo>
                <a:lnTo>
                  <a:pt x="4082665" y="2183881"/>
                </a:lnTo>
                <a:lnTo>
                  <a:pt x="4026668" y="2194693"/>
                </a:lnTo>
                <a:lnTo>
                  <a:pt x="3970848" y="2204667"/>
                </a:lnTo>
                <a:lnTo>
                  <a:pt x="3915296" y="2213781"/>
                </a:lnTo>
                <a:lnTo>
                  <a:pt x="3860106" y="2222011"/>
                </a:lnTo>
                <a:lnTo>
                  <a:pt x="3805371" y="2229336"/>
                </a:lnTo>
                <a:lnTo>
                  <a:pt x="3751185" y="2235733"/>
                </a:lnTo>
                <a:lnTo>
                  <a:pt x="3697640" y="2241180"/>
                </a:lnTo>
                <a:lnTo>
                  <a:pt x="3644829" y="2245654"/>
                </a:lnTo>
                <a:lnTo>
                  <a:pt x="3601501" y="2248541"/>
                </a:lnTo>
                <a:lnTo>
                  <a:pt x="3557120" y="2250715"/>
                </a:lnTo>
                <a:lnTo>
                  <a:pt x="3511738" y="2252192"/>
                </a:lnTo>
                <a:lnTo>
                  <a:pt x="3465404" y="2252989"/>
                </a:lnTo>
                <a:lnTo>
                  <a:pt x="3418170" y="2253121"/>
                </a:lnTo>
                <a:lnTo>
                  <a:pt x="3370087" y="2252604"/>
                </a:lnTo>
                <a:lnTo>
                  <a:pt x="3321204" y="2251456"/>
                </a:lnTo>
                <a:lnTo>
                  <a:pt x="3271573" y="2249692"/>
                </a:lnTo>
                <a:lnTo>
                  <a:pt x="3221244" y="2247328"/>
                </a:lnTo>
                <a:lnTo>
                  <a:pt x="3170268" y="2244381"/>
                </a:lnTo>
                <a:lnTo>
                  <a:pt x="3118696" y="2240868"/>
                </a:lnTo>
                <a:lnTo>
                  <a:pt x="3066578" y="2236803"/>
                </a:lnTo>
                <a:lnTo>
                  <a:pt x="3013964" y="2232204"/>
                </a:lnTo>
                <a:lnTo>
                  <a:pt x="2960906" y="2227086"/>
                </a:lnTo>
                <a:lnTo>
                  <a:pt x="2907454" y="2221467"/>
                </a:lnTo>
                <a:lnTo>
                  <a:pt x="2853659" y="2215361"/>
                </a:lnTo>
                <a:lnTo>
                  <a:pt x="2799571" y="2208786"/>
                </a:lnTo>
                <a:lnTo>
                  <a:pt x="2745242" y="2201758"/>
                </a:lnTo>
                <a:lnTo>
                  <a:pt x="2690721" y="2194293"/>
                </a:lnTo>
                <a:lnTo>
                  <a:pt x="2636059" y="2186406"/>
                </a:lnTo>
                <a:lnTo>
                  <a:pt x="2581307" y="2178116"/>
                </a:lnTo>
                <a:lnTo>
                  <a:pt x="2526516" y="2169436"/>
                </a:lnTo>
                <a:lnTo>
                  <a:pt x="2471736" y="2160385"/>
                </a:lnTo>
                <a:lnTo>
                  <a:pt x="2417018" y="2150977"/>
                </a:lnTo>
                <a:lnTo>
                  <a:pt x="2362412" y="2141230"/>
                </a:lnTo>
                <a:lnTo>
                  <a:pt x="2307970" y="2131160"/>
                </a:lnTo>
                <a:lnTo>
                  <a:pt x="2253741" y="2120782"/>
                </a:lnTo>
                <a:lnTo>
                  <a:pt x="2199777" y="2110114"/>
                </a:lnTo>
                <a:lnTo>
                  <a:pt x="2146129" y="2099170"/>
                </a:lnTo>
                <a:lnTo>
                  <a:pt x="2092846" y="2087969"/>
                </a:lnTo>
                <a:lnTo>
                  <a:pt x="2039979" y="2076525"/>
                </a:lnTo>
                <a:lnTo>
                  <a:pt x="1987579" y="2064855"/>
                </a:lnTo>
                <a:lnTo>
                  <a:pt x="1935697" y="2052975"/>
                </a:lnTo>
                <a:lnTo>
                  <a:pt x="1884384" y="2040902"/>
                </a:lnTo>
                <a:lnTo>
                  <a:pt x="1833689" y="2028651"/>
                </a:lnTo>
                <a:lnTo>
                  <a:pt x="1783664" y="2016240"/>
                </a:lnTo>
                <a:lnTo>
                  <a:pt x="1734360" y="2003683"/>
                </a:lnTo>
                <a:lnTo>
                  <a:pt x="1685826" y="1990998"/>
                </a:lnTo>
                <a:lnTo>
                  <a:pt x="1638114" y="1978201"/>
                </a:lnTo>
                <a:lnTo>
                  <a:pt x="1591274" y="1965308"/>
                </a:lnTo>
                <a:lnTo>
                  <a:pt x="1545357" y="1952335"/>
                </a:lnTo>
                <a:lnTo>
                  <a:pt x="1500413" y="1939298"/>
                </a:lnTo>
                <a:lnTo>
                  <a:pt x="1456494" y="1926214"/>
                </a:lnTo>
                <a:lnTo>
                  <a:pt x="1413649" y="1913099"/>
                </a:lnTo>
                <a:lnTo>
                  <a:pt x="1371930" y="1899969"/>
                </a:lnTo>
                <a:lnTo>
                  <a:pt x="1331387" y="1886840"/>
                </a:lnTo>
                <a:lnTo>
                  <a:pt x="1292071" y="1873729"/>
                </a:lnTo>
                <a:lnTo>
                  <a:pt x="1254032" y="1860652"/>
                </a:lnTo>
                <a:lnTo>
                  <a:pt x="1217321" y="1847624"/>
                </a:lnTo>
                <a:lnTo>
                  <a:pt x="1157230" y="1825061"/>
                </a:lnTo>
                <a:lnTo>
                  <a:pt x="1098714" y="1801335"/>
                </a:lnTo>
                <a:lnTo>
                  <a:pt x="1041772" y="1776515"/>
                </a:lnTo>
                <a:lnTo>
                  <a:pt x="986404" y="1750671"/>
                </a:lnTo>
                <a:lnTo>
                  <a:pt x="932611" y="1723871"/>
                </a:lnTo>
                <a:lnTo>
                  <a:pt x="880392" y="1696182"/>
                </a:lnTo>
                <a:lnTo>
                  <a:pt x="829748" y="1667675"/>
                </a:lnTo>
                <a:lnTo>
                  <a:pt x="780678" y="1638416"/>
                </a:lnTo>
                <a:lnTo>
                  <a:pt x="733183" y="1608476"/>
                </a:lnTo>
                <a:lnTo>
                  <a:pt x="687261" y="1577922"/>
                </a:lnTo>
                <a:lnTo>
                  <a:pt x="642915" y="1546823"/>
                </a:lnTo>
                <a:lnTo>
                  <a:pt x="600143" y="1515247"/>
                </a:lnTo>
                <a:lnTo>
                  <a:pt x="558945" y="1483263"/>
                </a:lnTo>
                <a:lnTo>
                  <a:pt x="519322" y="1450940"/>
                </a:lnTo>
                <a:lnTo>
                  <a:pt x="481273" y="1418345"/>
                </a:lnTo>
                <a:lnTo>
                  <a:pt x="444799" y="1385549"/>
                </a:lnTo>
                <a:lnTo>
                  <a:pt x="409899" y="1352619"/>
                </a:lnTo>
                <a:lnTo>
                  <a:pt x="376573" y="1319623"/>
                </a:lnTo>
                <a:lnTo>
                  <a:pt x="344822" y="1286630"/>
                </a:lnTo>
                <a:lnTo>
                  <a:pt x="314645" y="1253710"/>
                </a:lnTo>
                <a:lnTo>
                  <a:pt x="286043" y="1220930"/>
                </a:lnTo>
                <a:lnTo>
                  <a:pt x="259015" y="1188358"/>
                </a:lnTo>
                <a:lnTo>
                  <a:pt x="233562" y="1156064"/>
                </a:lnTo>
                <a:lnTo>
                  <a:pt x="209683" y="1124116"/>
                </a:lnTo>
                <a:lnTo>
                  <a:pt x="187378" y="1092583"/>
                </a:lnTo>
                <a:lnTo>
                  <a:pt x="147493" y="1031034"/>
                </a:lnTo>
                <a:lnTo>
                  <a:pt x="113905" y="971965"/>
                </a:lnTo>
                <a:lnTo>
                  <a:pt x="95169" y="935195"/>
                </a:lnTo>
                <a:lnTo>
                  <a:pt x="77484" y="897659"/>
                </a:lnTo>
                <a:lnTo>
                  <a:pt x="61070" y="859495"/>
                </a:lnTo>
                <a:lnTo>
                  <a:pt x="46142" y="820841"/>
                </a:lnTo>
                <a:lnTo>
                  <a:pt x="32920" y="781833"/>
                </a:lnTo>
                <a:lnTo>
                  <a:pt x="21620" y="742610"/>
                </a:lnTo>
                <a:lnTo>
                  <a:pt x="12460" y="703307"/>
                </a:lnTo>
                <a:lnTo>
                  <a:pt x="5658" y="664064"/>
                </a:lnTo>
                <a:lnTo>
                  <a:pt x="1432" y="625017"/>
                </a:lnTo>
                <a:lnTo>
                  <a:pt x="0" y="586304"/>
                </a:lnTo>
                <a:lnTo>
                  <a:pt x="1577" y="548061"/>
                </a:lnTo>
                <a:lnTo>
                  <a:pt x="14637" y="473540"/>
                </a:lnTo>
                <a:lnTo>
                  <a:pt x="42351" y="402551"/>
                </a:lnTo>
                <a:lnTo>
                  <a:pt x="62248" y="368725"/>
                </a:lnTo>
                <a:lnTo>
                  <a:pt x="86462" y="336195"/>
                </a:lnTo>
                <a:lnTo>
                  <a:pt x="115211" y="305097"/>
                </a:lnTo>
                <a:lnTo>
                  <a:pt x="148711" y="275570"/>
                </a:lnTo>
                <a:lnTo>
                  <a:pt x="187182" y="247750"/>
                </a:lnTo>
                <a:lnTo>
                  <a:pt x="230839" y="221775"/>
                </a:lnTo>
                <a:lnTo>
                  <a:pt x="279902" y="197783"/>
                </a:lnTo>
                <a:lnTo>
                  <a:pt x="334588" y="175911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7037" y="1644535"/>
            <a:ext cx="1789430" cy="409575"/>
          </a:xfrm>
          <a:custGeom>
            <a:avLst/>
            <a:gdLst/>
            <a:ahLst/>
            <a:cxnLst/>
            <a:rect l="l" t="t" r="r" b="b"/>
            <a:pathLst>
              <a:path w="1789429" h="409575">
                <a:moveTo>
                  <a:pt x="0" y="68263"/>
                </a:moveTo>
                <a:lnTo>
                  <a:pt x="5364" y="41692"/>
                </a:lnTo>
                <a:lnTo>
                  <a:pt x="19994" y="19994"/>
                </a:lnTo>
                <a:lnTo>
                  <a:pt x="41692" y="5364"/>
                </a:lnTo>
                <a:lnTo>
                  <a:pt x="68263" y="0"/>
                </a:lnTo>
                <a:lnTo>
                  <a:pt x="1720848" y="0"/>
                </a:lnTo>
                <a:lnTo>
                  <a:pt x="1747419" y="5364"/>
                </a:lnTo>
                <a:lnTo>
                  <a:pt x="1769116" y="19994"/>
                </a:lnTo>
                <a:lnTo>
                  <a:pt x="1783744" y="41692"/>
                </a:lnTo>
                <a:lnTo>
                  <a:pt x="1789108" y="68263"/>
                </a:lnTo>
                <a:lnTo>
                  <a:pt x="1789108" y="341310"/>
                </a:lnTo>
                <a:lnTo>
                  <a:pt x="1783744" y="367882"/>
                </a:lnTo>
                <a:lnTo>
                  <a:pt x="1769116" y="389580"/>
                </a:lnTo>
                <a:lnTo>
                  <a:pt x="1747419" y="404210"/>
                </a:lnTo>
                <a:lnTo>
                  <a:pt x="1720848" y="409574"/>
                </a:lnTo>
                <a:lnTo>
                  <a:pt x="68263" y="409574"/>
                </a:lnTo>
                <a:lnTo>
                  <a:pt x="41692" y="404210"/>
                </a:lnTo>
                <a:lnTo>
                  <a:pt x="19994" y="389580"/>
                </a:lnTo>
                <a:lnTo>
                  <a:pt x="5364" y="367882"/>
                </a:lnTo>
                <a:lnTo>
                  <a:pt x="0" y="341310"/>
                </a:lnTo>
                <a:lnTo>
                  <a:pt x="0" y="68263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19287" y="2217622"/>
            <a:ext cx="1789430" cy="411480"/>
          </a:xfrm>
          <a:custGeom>
            <a:avLst/>
            <a:gdLst/>
            <a:ahLst/>
            <a:cxnLst/>
            <a:rect l="l" t="t" r="r" b="b"/>
            <a:pathLst>
              <a:path w="1789429" h="411480">
                <a:moveTo>
                  <a:pt x="0" y="68527"/>
                </a:moveTo>
                <a:lnTo>
                  <a:pt x="5385" y="41853"/>
                </a:lnTo>
                <a:lnTo>
                  <a:pt x="20071" y="20071"/>
                </a:lnTo>
                <a:lnTo>
                  <a:pt x="41853" y="5385"/>
                </a:lnTo>
                <a:lnTo>
                  <a:pt x="68527" y="0"/>
                </a:lnTo>
                <a:lnTo>
                  <a:pt x="1720588" y="0"/>
                </a:lnTo>
                <a:lnTo>
                  <a:pt x="1747258" y="5385"/>
                </a:lnTo>
                <a:lnTo>
                  <a:pt x="1769038" y="20071"/>
                </a:lnTo>
                <a:lnTo>
                  <a:pt x="1783723" y="41853"/>
                </a:lnTo>
                <a:lnTo>
                  <a:pt x="1789108" y="68527"/>
                </a:lnTo>
                <a:lnTo>
                  <a:pt x="1789108" y="342633"/>
                </a:lnTo>
                <a:lnTo>
                  <a:pt x="1783723" y="369308"/>
                </a:lnTo>
                <a:lnTo>
                  <a:pt x="1769038" y="391090"/>
                </a:lnTo>
                <a:lnTo>
                  <a:pt x="1747258" y="405776"/>
                </a:lnTo>
                <a:lnTo>
                  <a:pt x="1720588" y="411161"/>
                </a:lnTo>
                <a:lnTo>
                  <a:pt x="68527" y="411161"/>
                </a:lnTo>
                <a:lnTo>
                  <a:pt x="41853" y="405776"/>
                </a:lnTo>
                <a:lnTo>
                  <a:pt x="20071" y="391090"/>
                </a:lnTo>
                <a:lnTo>
                  <a:pt x="5385" y="369308"/>
                </a:lnTo>
                <a:lnTo>
                  <a:pt x="0" y="342633"/>
                </a:lnTo>
                <a:lnTo>
                  <a:pt x="0" y="68527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32236" y="1890598"/>
            <a:ext cx="1789430" cy="409575"/>
          </a:xfrm>
          <a:custGeom>
            <a:avLst/>
            <a:gdLst/>
            <a:ahLst/>
            <a:cxnLst/>
            <a:rect l="l" t="t" r="r" b="b"/>
            <a:pathLst>
              <a:path w="1789429" h="409575">
                <a:moveTo>
                  <a:pt x="0" y="68264"/>
                </a:moveTo>
                <a:lnTo>
                  <a:pt x="5364" y="41692"/>
                </a:lnTo>
                <a:lnTo>
                  <a:pt x="19994" y="19994"/>
                </a:lnTo>
                <a:lnTo>
                  <a:pt x="41692" y="5364"/>
                </a:lnTo>
                <a:lnTo>
                  <a:pt x="68264" y="0"/>
                </a:lnTo>
                <a:lnTo>
                  <a:pt x="1720848" y="0"/>
                </a:lnTo>
                <a:lnTo>
                  <a:pt x="1747419" y="5364"/>
                </a:lnTo>
                <a:lnTo>
                  <a:pt x="1769116" y="19994"/>
                </a:lnTo>
                <a:lnTo>
                  <a:pt x="1783744" y="41692"/>
                </a:lnTo>
                <a:lnTo>
                  <a:pt x="1789108" y="68264"/>
                </a:lnTo>
                <a:lnTo>
                  <a:pt x="1789108" y="341310"/>
                </a:lnTo>
                <a:lnTo>
                  <a:pt x="1783744" y="367881"/>
                </a:lnTo>
                <a:lnTo>
                  <a:pt x="1769116" y="389580"/>
                </a:lnTo>
                <a:lnTo>
                  <a:pt x="1747419" y="404209"/>
                </a:lnTo>
                <a:lnTo>
                  <a:pt x="1720848" y="409574"/>
                </a:lnTo>
                <a:lnTo>
                  <a:pt x="68264" y="409574"/>
                </a:lnTo>
                <a:lnTo>
                  <a:pt x="41692" y="404209"/>
                </a:lnTo>
                <a:lnTo>
                  <a:pt x="19994" y="389580"/>
                </a:lnTo>
                <a:lnTo>
                  <a:pt x="5364" y="367881"/>
                </a:lnTo>
                <a:lnTo>
                  <a:pt x="0" y="341310"/>
                </a:lnTo>
                <a:lnTo>
                  <a:pt x="0" y="68264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10461" y="4513148"/>
            <a:ext cx="1454150" cy="409575"/>
          </a:xfrm>
          <a:custGeom>
            <a:avLst/>
            <a:gdLst/>
            <a:ahLst/>
            <a:cxnLst/>
            <a:rect l="l" t="t" r="r" b="b"/>
            <a:pathLst>
              <a:path w="1454150" h="409575">
                <a:moveTo>
                  <a:pt x="727075" y="0"/>
                </a:moveTo>
                <a:lnTo>
                  <a:pt x="657051" y="937"/>
                </a:lnTo>
                <a:lnTo>
                  <a:pt x="588911" y="3692"/>
                </a:lnTo>
                <a:lnTo>
                  <a:pt x="522959" y="8179"/>
                </a:lnTo>
                <a:lnTo>
                  <a:pt x="459500" y="14312"/>
                </a:lnTo>
                <a:lnTo>
                  <a:pt x="398838" y="22005"/>
                </a:lnTo>
                <a:lnTo>
                  <a:pt x="341279" y="31172"/>
                </a:lnTo>
                <a:lnTo>
                  <a:pt x="287126" y="41728"/>
                </a:lnTo>
                <a:lnTo>
                  <a:pt x="236685" y="53587"/>
                </a:lnTo>
                <a:lnTo>
                  <a:pt x="190260" y="66663"/>
                </a:lnTo>
                <a:lnTo>
                  <a:pt x="148156" y="80870"/>
                </a:lnTo>
                <a:lnTo>
                  <a:pt x="110677" y="96123"/>
                </a:lnTo>
                <a:lnTo>
                  <a:pt x="50814" y="129421"/>
                </a:lnTo>
                <a:lnTo>
                  <a:pt x="13109" y="165871"/>
                </a:lnTo>
                <a:lnTo>
                  <a:pt x="0" y="204787"/>
                </a:lnTo>
                <a:lnTo>
                  <a:pt x="3328" y="224510"/>
                </a:lnTo>
                <a:lnTo>
                  <a:pt x="29040" y="262279"/>
                </a:lnTo>
                <a:lnTo>
                  <a:pt x="78128" y="297239"/>
                </a:lnTo>
                <a:lnTo>
                  <a:pt x="148156" y="328704"/>
                </a:lnTo>
                <a:lnTo>
                  <a:pt x="190260" y="342911"/>
                </a:lnTo>
                <a:lnTo>
                  <a:pt x="236685" y="355987"/>
                </a:lnTo>
                <a:lnTo>
                  <a:pt x="287126" y="367846"/>
                </a:lnTo>
                <a:lnTo>
                  <a:pt x="341279" y="378402"/>
                </a:lnTo>
                <a:lnTo>
                  <a:pt x="398838" y="387569"/>
                </a:lnTo>
                <a:lnTo>
                  <a:pt x="459500" y="395262"/>
                </a:lnTo>
                <a:lnTo>
                  <a:pt x="522959" y="401395"/>
                </a:lnTo>
                <a:lnTo>
                  <a:pt x="588911" y="405882"/>
                </a:lnTo>
                <a:lnTo>
                  <a:pt x="657051" y="408637"/>
                </a:lnTo>
                <a:lnTo>
                  <a:pt x="727075" y="409575"/>
                </a:lnTo>
                <a:lnTo>
                  <a:pt x="797096" y="408637"/>
                </a:lnTo>
                <a:lnTo>
                  <a:pt x="865235" y="405882"/>
                </a:lnTo>
                <a:lnTo>
                  <a:pt x="931185" y="401395"/>
                </a:lnTo>
                <a:lnTo>
                  <a:pt x="994644" y="395262"/>
                </a:lnTo>
                <a:lnTo>
                  <a:pt x="1055305" y="387569"/>
                </a:lnTo>
                <a:lnTo>
                  <a:pt x="1112864" y="378402"/>
                </a:lnTo>
                <a:lnTo>
                  <a:pt x="1167017" y="367846"/>
                </a:lnTo>
                <a:lnTo>
                  <a:pt x="1217459" y="355987"/>
                </a:lnTo>
                <a:lnTo>
                  <a:pt x="1263884" y="342911"/>
                </a:lnTo>
                <a:lnTo>
                  <a:pt x="1305989" y="328704"/>
                </a:lnTo>
                <a:lnTo>
                  <a:pt x="1343469" y="313451"/>
                </a:lnTo>
                <a:lnTo>
                  <a:pt x="1403333" y="280153"/>
                </a:lnTo>
                <a:lnTo>
                  <a:pt x="1441039" y="243703"/>
                </a:lnTo>
                <a:lnTo>
                  <a:pt x="1454150" y="204787"/>
                </a:lnTo>
                <a:lnTo>
                  <a:pt x="1450821" y="185064"/>
                </a:lnTo>
                <a:lnTo>
                  <a:pt x="1425108" y="147295"/>
                </a:lnTo>
                <a:lnTo>
                  <a:pt x="1376018" y="112335"/>
                </a:lnTo>
                <a:lnTo>
                  <a:pt x="1305989" y="80870"/>
                </a:lnTo>
                <a:lnTo>
                  <a:pt x="1263884" y="66663"/>
                </a:lnTo>
                <a:lnTo>
                  <a:pt x="1217459" y="53587"/>
                </a:lnTo>
                <a:lnTo>
                  <a:pt x="1167017" y="41728"/>
                </a:lnTo>
                <a:lnTo>
                  <a:pt x="1112864" y="31172"/>
                </a:lnTo>
                <a:lnTo>
                  <a:pt x="1055305" y="22005"/>
                </a:lnTo>
                <a:lnTo>
                  <a:pt x="994644" y="14312"/>
                </a:lnTo>
                <a:lnTo>
                  <a:pt x="931185" y="8179"/>
                </a:lnTo>
                <a:lnTo>
                  <a:pt x="865235" y="3692"/>
                </a:lnTo>
                <a:lnTo>
                  <a:pt x="797096" y="937"/>
                </a:lnTo>
                <a:lnTo>
                  <a:pt x="727075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10461" y="4513148"/>
            <a:ext cx="1454150" cy="409575"/>
          </a:xfrm>
          <a:custGeom>
            <a:avLst/>
            <a:gdLst/>
            <a:ahLst/>
            <a:cxnLst/>
            <a:rect l="l" t="t" r="r" b="b"/>
            <a:pathLst>
              <a:path w="1454150" h="409575">
                <a:moveTo>
                  <a:pt x="0" y="204787"/>
                </a:moveTo>
                <a:lnTo>
                  <a:pt x="13110" y="165873"/>
                </a:lnTo>
                <a:lnTo>
                  <a:pt x="50815" y="129423"/>
                </a:lnTo>
                <a:lnTo>
                  <a:pt x="110679" y="96125"/>
                </a:lnTo>
                <a:lnTo>
                  <a:pt x="148158" y="80873"/>
                </a:lnTo>
                <a:lnTo>
                  <a:pt x="190263" y="66665"/>
                </a:lnTo>
                <a:lnTo>
                  <a:pt x="236689" y="53589"/>
                </a:lnTo>
                <a:lnTo>
                  <a:pt x="287130" y="41730"/>
                </a:lnTo>
                <a:lnTo>
                  <a:pt x="341283" y="31173"/>
                </a:lnTo>
                <a:lnTo>
                  <a:pt x="398842" y="22006"/>
                </a:lnTo>
                <a:lnTo>
                  <a:pt x="459503" y="14312"/>
                </a:lnTo>
                <a:lnTo>
                  <a:pt x="522962" y="8179"/>
                </a:lnTo>
                <a:lnTo>
                  <a:pt x="588913" y="3692"/>
                </a:lnTo>
                <a:lnTo>
                  <a:pt x="657052" y="937"/>
                </a:lnTo>
                <a:lnTo>
                  <a:pt x="727074" y="0"/>
                </a:lnTo>
                <a:lnTo>
                  <a:pt x="797097" y="937"/>
                </a:lnTo>
                <a:lnTo>
                  <a:pt x="865236" y="3692"/>
                </a:lnTo>
                <a:lnTo>
                  <a:pt x="931187" y="8179"/>
                </a:lnTo>
                <a:lnTo>
                  <a:pt x="994646" y="14312"/>
                </a:lnTo>
                <a:lnTo>
                  <a:pt x="1055307" y="22006"/>
                </a:lnTo>
                <a:lnTo>
                  <a:pt x="1112867" y="31173"/>
                </a:lnTo>
                <a:lnTo>
                  <a:pt x="1167019" y="41730"/>
                </a:lnTo>
                <a:lnTo>
                  <a:pt x="1217461" y="53589"/>
                </a:lnTo>
                <a:lnTo>
                  <a:pt x="1263886" y="66665"/>
                </a:lnTo>
                <a:lnTo>
                  <a:pt x="1305990" y="80873"/>
                </a:lnTo>
                <a:lnTo>
                  <a:pt x="1343470" y="96125"/>
                </a:lnTo>
                <a:lnTo>
                  <a:pt x="1403333" y="129423"/>
                </a:lnTo>
                <a:lnTo>
                  <a:pt x="1441038" y="165873"/>
                </a:lnTo>
                <a:lnTo>
                  <a:pt x="1454148" y="204787"/>
                </a:lnTo>
                <a:lnTo>
                  <a:pt x="1450820" y="224510"/>
                </a:lnTo>
                <a:lnTo>
                  <a:pt x="1425108" y="262277"/>
                </a:lnTo>
                <a:lnTo>
                  <a:pt x="1376019" y="297237"/>
                </a:lnTo>
                <a:lnTo>
                  <a:pt x="1305990" y="328702"/>
                </a:lnTo>
                <a:lnTo>
                  <a:pt x="1263886" y="342909"/>
                </a:lnTo>
                <a:lnTo>
                  <a:pt x="1217461" y="355985"/>
                </a:lnTo>
                <a:lnTo>
                  <a:pt x="1167019" y="367845"/>
                </a:lnTo>
                <a:lnTo>
                  <a:pt x="1112867" y="378401"/>
                </a:lnTo>
                <a:lnTo>
                  <a:pt x="1055307" y="387569"/>
                </a:lnTo>
                <a:lnTo>
                  <a:pt x="994646" y="395262"/>
                </a:lnTo>
                <a:lnTo>
                  <a:pt x="931187" y="401395"/>
                </a:lnTo>
                <a:lnTo>
                  <a:pt x="865236" y="405883"/>
                </a:lnTo>
                <a:lnTo>
                  <a:pt x="797097" y="408638"/>
                </a:lnTo>
                <a:lnTo>
                  <a:pt x="727074" y="409575"/>
                </a:lnTo>
                <a:lnTo>
                  <a:pt x="657052" y="408638"/>
                </a:lnTo>
                <a:lnTo>
                  <a:pt x="588913" y="405883"/>
                </a:lnTo>
                <a:lnTo>
                  <a:pt x="522962" y="401395"/>
                </a:lnTo>
                <a:lnTo>
                  <a:pt x="459503" y="395262"/>
                </a:lnTo>
                <a:lnTo>
                  <a:pt x="398842" y="387569"/>
                </a:lnTo>
                <a:lnTo>
                  <a:pt x="341283" y="378401"/>
                </a:lnTo>
                <a:lnTo>
                  <a:pt x="287130" y="367845"/>
                </a:lnTo>
                <a:lnTo>
                  <a:pt x="236689" y="355985"/>
                </a:lnTo>
                <a:lnTo>
                  <a:pt x="190263" y="342909"/>
                </a:lnTo>
                <a:lnTo>
                  <a:pt x="148158" y="328702"/>
                </a:lnTo>
                <a:lnTo>
                  <a:pt x="110679" y="313449"/>
                </a:lnTo>
                <a:lnTo>
                  <a:pt x="50815" y="280151"/>
                </a:lnTo>
                <a:lnTo>
                  <a:pt x="13110" y="243702"/>
                </a:lnTo>
                <a:lnTo>
                  <a:pt x="0" y="204787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02155" y="4522355"/>
            <a:ext cx="87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01683" y="4513148"/>
            <a:ext cx="1454150" cy="409575"/>
          </a:xfrm>
          <a:custGeom>
            <a:avLst/>
            <a:gdLst/>
            <a:ahLst/>
            <a:cxnLst/>
            <a:rect l="l" t="t" r="r" b="b"/>
            <a:pathLst>
              <a:path w="1454150" h="409575">
                <a:moveTo>
                  <a:pt x="727078" y="0"/>
                </a:moveTo>
                <a:lnTo>
                  <a:pt x="657055" y="937"/>
                </a:lnTo>
                <a:lnTo>
                  <a:pt x="588915" y="3692"/>
                </a:lnTo>
                <a:lnTo>
                  <a:pt x="522962" y="8179"/>
                </a:lnTo>
                <a:lnTo>
                  <a:pt x="459503" y="14312"/>
                </a:lnTo>
                <a:lnTo>
                  <a:pt x="398841" y="22005"/>
                </a:lnTo>
                <a:lnTo>
                  <a:pt x="341282" y="31172"/>
                </a:lnTo>
                <a:lnTo>
                  <a:pt x="287129" y="41728"/>
                </a:lnTo>
                <a:lnTo>
                  <a:pt x="236687" y="53587"/>
                </a:lnTo>
                <a:lnTo>
                  <a:pt x="190262" y="66663"/>
                </a:lnTo>
                <a:lnTo>
                  <a:pt x="148157" y="80870"/>
                </a:lnTo>
                <a:lnTo>
                  <a:pt x="110678" y="96123"/>
                </a:lnTo>
                <a:lnTo>
                  <a:pt x="50815" y="129421"/>
                </a:lnTo>
                <a:lnTo>
                  <a:pt x="13110" y="165871"/>
                </a:lnTo>
                <a:lnTo>
                  <a:pt x="0" y="204787"/>
                </a:lnTo>
                <a:lnTo>
                  <a:pt x="3328" y="224510"/>
                </a:lnTo>
                <a:lnTo>
                  <a:pt x="29040" y="262279"/>
                </a:lnTo>
                <a:lnTo>
                  <a:pt x="78129" y="297239"/>
                </a:lnTo>
                <a:lnTo>
                  <a:pt x="148157" y="328704"/>
                </a:lnTo>
                <a:lnTo>
                  <a:pt x="190262" y="342911"/>
                </a:lnTo>
                <a:lnTo>
                  <a:pt x="236687" y="355987"/>
                </a:lnTo>
                <a:lnTo>
                  <a:pt x="287129" y="367846"/>
                </a:lnTo>
                <a:lnTo>
                  <a:pt x="341282" y="378402"/>
                </a:lnTo>
                <a:lnTo>
                  <a:pt x="398841" y="387569"/>
                </a:lnTo>
                <a:lnTo>
                  <a:pt x="459503" y="395262"/>
                </a:lnTo>
                <a:lnTo>
                  <a:pt x="522962" y="401395"/>
                </a:lnTo>
                <a:lnTo>
                  <a:pt x="588915" y="405882"/>
                </a:lnTo>
                <a:lnTo>
                  <a:pt x="657055" y="408637"/>
                </a:lnTo>
                <a:lnTo>
                  <a:pt x="727078" y="409575"/>
                </a:lnTo>
                <a:lnTo>
                  <a:pt x="797100" y="408637"/>
                </a:lnTo>
                <a:lnTo>
                  <a:pt x="865238" y="405882"/>
                </a:lnTo>
                <a:lnTo>
                  <a:pt x="931189" y="401395"/>
                </a:lnTo>
                <a:lnTo>
                  <a:pt x="994648" y="395262"/>
                </a:lnTo>
                <a:lnTo>
                  <a:pt x="1055309" y="387569"/>
                </a:lnTo>
                <a:lnTo>
                  <a:pt x="1112868" y="378402"/>
                </a:lnTo>
                <a:lnTo>
                  <a:pt x="1167021" y="367846"/>
                </a:lnTo>
                <a:lnTo>
                  <a:pt x="1217463" y="355987"/>
                </a:lnTo>
                <a:lnTo>
                  <a:pt x="1263888" y="342911"/>
                </a:lnTo>
                <a:lnTo>
                  <a:pt x="1305993" y="328704"/>
                </a:lnTo>
                <a:lnTo>
                  <a:pt x="1343473" y="313451"/>
                </a:lnTo>
                <a:lnTo>
                  <a:pt x="1403337" y="280153"/>
                </a:lnTo>
                <a:lnTo>
                  <a:pt x="1441043" y="243703"/>
                </a:lnTo>
                <a:lnTo>
                  <a:pt x="1454153" y="204787"/>
                </a:lnTo>
                <a:lnTo>
                  <a:pt x="1450825" y="185064"/>
                </a:lnTo>
                <a:lnTo>
                  <a:pt x="1425112" y="147295"/>
                </a:lnTo>
                <a:lnTo>
                  <a:pt x="1376022" y="112335"/>
                </a:lnTo>
                <a:lnTo>
                  <a:pt x="1305993" y="80870"/>
                </a:lnTo>
                <a:lnTo>
                  <a:pt x="1263888" y="66663"/>
                </a:lnTo>
                <a:lnTo>
                  <a:pt x="1217463" y="53587"/>
                </a:lnTo>
                <a:lnTo>
                  <a:pt x="1167021" y="41728"/>
                </a:lnTo>
                <a:lnTo>
                  <a:pt x="1112868" y="31172"/>
                </a:lnTo>
                <a:lnTo>
                  <a:pt x="1055309" y="22005"/>
                </a:lnTo>
                <a:lnTo>
                  <a:pt x="994648" y="14312"/>
                </a:lnTo>
                <a:lnTo>
                  <a:pt x="931189" y="8179"/>
                </a:lnTo>
                <a:lnTo>
                  <a:pt x="865238" y="3692"/>
                </a:lnTo>
                <a:lnTo>
                  <a:pt x="797100" y="937"/>
                </a:lnTo>
                <a:lnTo>
                  <a:pt x="727078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01683" y="4513148"/>
            <a:ext cx="1454150" cy="409575"/>
          </a:xfrm>
          <a:custGeom>
            <a:avLst/>
            <a:gdLst/>
            <a:ahLst/>
            <a:cxnLst/>
            <a:rect l="l" t="t" r="r" b="b"/>
            <a:pathLst>
              <a:path w="1454150" h="409575">
                <a:moveTo>
                  <a:pt x="0" y="204787"/>
                </a:moveTo>
                <a:lnTo>
                  <a:pt x="13110" y="165873"/>
                </a:lnTo>
                <a:lnTo>
                  <a:pt x="50815" y="129423"/>
                </a:lnTo>
                <a:lnTo>
                  <a:pt x="110679" y="96125"/>
                </a:lnTo>
                <a:lnTo>
                  <a:pt x="148158" y="80873"/>
                </a:lnTo>
                <a:lnTo>
                  <a:pt x="190263" y="66665"/>
                </a:lnTo>
                <a:lnTo>
                  <a:pt x="236688" y="53589"/>
                </a:lnTo>
                <a:lnTo>
                  <a:pt x="287130" y="41730"/>
                </a:lnTo>
                <a:lnTo>
                  <a:pt x="341282" y="31173"/>
                </a:lnTo>
                <a:lnTo>
                  <a:pt x="398842" y="22006"/>
                </a:lnTo>
                <a:lnTo>
                  <a:pt x="459503" y="14312"/>
                </a:lnTo>
                <a:lnTo>
                  <a:pt x="522962" y="8179"/>
                </a:lnTo>
                <a:lnTo>
                  <a:pt x="588913" y="3692"/>
                </a:lnTo>
                <a:lnTo>
                  <a:pt x="657052" y="937"/>
                </a:lnTo>
                <a:lnTo>
                  <a:pt x="727074" y="0"/>
                </a:lnTo>
                <a:lnTo>
                  <a:pt x="797097" y="937"/>
                </a:lnTo>
                <a:lnTo>
                  <a:pt x="865236" y="3692"/>
                </a:lnTo>
                <a:lnTo>
                  <a:pt x="931187" y="8179"/>
                </a:lnTo>
                <a:lnTo>
                  <a:pt x="994646" y="14312"/>
                </a:lnTo>
                <a:lnTo>
                  <a:pt x="1055307" y="22006"/>
                </a:lnTo>
                <a:lnTo>
                  <a:pt x="1112867" y="31173"/>
                </a:lnTo>
                <a:lnTo>
                  <a:pt x="1167019" y="41730"/>
                </a:lnTo>
                <a:lnTo>
                  <a:pt x="1217461" y="53589"/>
                </a:lnTo>
                <a:lnTo>
                  <a:pt x="1263886" y="66665"/>
                </a:lnTo>
                <a:lnTo>
                  <a:pt x="1305990" y="80873"/>
                </a:lnTo>
                <a:lnTo>
                  <a:pt x="1343470" y="96125"/>
                </a:lnTo>
                <a:lnTo>
                  <a:pt x="1403333" y="129423"/>
                </a:lnTo>
                <a:lnTo>
                  <a:pt x="1441038" y="165873"/>
                </a:lnTo>
                <a:lnTo>
                  <a:pt x="1454148" y="204787"/>
                </a:lnTo>
                <a:lnTo>
                  <a:pt x="1450820" y="224510"/>
                </a:lnTo>
                <a:lnTo>
                  <a:pt x="1425108" y="262277"/>
                </a:lnTo>
                <a:lnTo>
                  <a:pt x="1376019" y="297237"/>
                </a:lnTo>
                <a:lnTo>
                  <a:pt x="1305990" y="328702"/>
                </a:lnTo>
                <a:lnTo>
                  <a:pt x="1263886" y="342909"/>
                </a:lnTo>
                <a:lnTo>
                  <a:pt x="1217461" y="355985"/>
                </a:lnTo>
                <a:lnTo>
                  <a:pt x="1167019" y="367845"/>
                </a:lnTo>
                <a:lnTo>
                  <a:pt x="1112867" y="378401"/>
                </a:lnTo>
                <a:lnTo>
                  <a:pt x="1055307" y="387569"/>
                </a:lnTo>
                <a:lnTo>
                  <a:pt x="994646" y="395262"/>
                </a:lnTo>
                <a:lnTo>
                  <a:pt x="931187" y="401395"/>
                </a:lnTo>
                <a:lnTo>
                  <a:pt x="865236" y="405883"/>
                </a:lnTo>
                <a:lnTo>
                  <a:pt x="797097" y="408638"/>
                </a:lnTo>
                <a:lnTo>
                  <a:pt x="727074" y="409575"/>
                </a:lnTo>
                <a:lnTo>
                  <a:pt x="657052" y="408638"/>
                </a:lnTo>
                <a:lnTo>
                  <a:pt x="588913" y="405883"/>
                </a:lnTo>
                <a:lnTo>
                  <a:pt x="522962" y="401395"/>
                </a:lnTo>
                <a:lnTo>
                  <a:pt x="459503" y="395262"/>
                </a:lnTo>
                <a:lnTo>
                  <a:pt x="398842" y="387569"/>
                </a:lnTo>
                <a:lnTo>
                  <a:pt x="341282" y="378401"/>
                </a:lnTo>
                <a:lnTo>
                  <a:pt x="287130" y="367845"/>
                </a:lnTo>
                <a:lnTo>
                  <a:pt x="236688" y="355985"/>
                </a:lnTo>
                <a:lnTo>
                  <a:pt x="190263" y="342909"/>
                </a:lnTo>
                <a:lnTo>
                  <a:pt x="148158" y="328702"/>
                </a:lnTo>
                <a:lnTo>
                  <a:pt x="110679" y="313449"/>
                </a:lnTo>
                <a:lnTo>
                  <a:pt x="50815" y="280151"/>
                </a:lnTo>
                <a:lnTo>
                  <a:pt x="13110" y="243702"/>
                </a:lnTo>
                <a:lnTo>
                  <a:pt x="0" y="204787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58136" y="5251335"/>
            <a:ext cx="1454150" cy="409575"/>
          </a:xfrm>
          <a:custGeom>
            <a:avLst/>
            <a:gdLst/>
            <a:ahLst/>
            <a:cxnLst/>
            <a:rect l="l" t="t" r="r" b="b"/>
            <a:pathLst>
              <a:path w="1454150" h="409575">
                <a:moveTo>
                  <a:pt x="727075" y="0"/>
                </a:moveTo>
                <a:lnTo>
                  <a:pt x="657051" y="937"/>
                </a:lnTo>
                <a:lnTo>
                  <a:pt x="588911" y="3692"/>
                </a:lnTo>
                <a:lnTo>
                  <a:pt x="522959" y="8179"/>
                </a:lnTo>
                <a:lnTo>
                  <a:pt x="459500" y="14312"/>
                </a:lnTo>
                <a:lnTo>
                  <a:pt x="398838" y="22005"/>
                </a:lnTo>
                <a:lnTo>
                  <a:pt x="341279" y="31172"/>
                </a:lnTo>
                <a:lnTo>
                  <a:pt x="287126" y="41728"/>
                </a:lnTo>
                <a:lnTo>
                  <a:pt x="236685" y="53587"/>
                </a:lnTo>
                <a:lnTo>
                  <a:pt x="190260" y="66663"/>
                </a:lnTo>
                <a:lnTo>
                  <a:pt x="148156" y="80870"/>
                </a:lnTo>
                <a:lnTo>
                  <a:pt x="110677" y="96123"/>
                </a:lnTo>
                <a:lnTo>
                  <a:pt x="50814" y="129421"/>
                </a:lnTo>
                <a:lnTo>
                  <a:pt x="13109" y="165871"/>
                </a:lnTo>
                <a:lnTo>
                  <a:pt x="0" y="204787"/>
                </a:lnTo>
                <a:lnTo>
                  <a:pt x="3328" y="224510"/>
                </a:lnTo>
                <a:lnTo>
                  <a:pt x="29040" y="262279"/>
                </a:lnTo>
                <a:lnTo>
                  <a:pt x="78128" y="297239"/>
                </a:lnTo>
                <a:lnTo>
                  <a:pt x="148156" y="328704"/>
                </a:lnTo>
                <a:lnTo>
                  <a:pt x="190260" y="342911"/>
                </a:lnTo>
                <a:lnTo>
                  <a:pt x="236685" y="355987"/>
                </a:lnTo>
                <a:lnTo>
                  <a:pt x="287126" y="367846"/>
                </a:lnTo>
                <a:lnTo>
                  <a:pt x="341279" y="378402"/>
                </a:lnTo>
                <a:lnTo>
                  <a:pt x="398838" y="387569"/>
                </a:lnTo>
                <a:lnTo>
                  <a:pt x="459500" y="395262"/>
                </a:lnTo>
                <a:lnTo>
                  <a:pt x="522959" y="401395"/>
                </a:lnTo>
                <a:lnTo>
                  <a:pt x="588911" y="405882"/>
                </a:lnTo>
                <a:lnTo>
                  <a:pt x="657051" y="408637"/>
                </a:lnTo>
                <a:lnTo>
                  <a:pt x="727075" y="409575"/>
                </a:lnTo>
                <a:lnTo>
                  <a:pt x="797096" y="408637"/>
                </a:lnTo>
                <a:lnTo>
                  <a:pt x="865235" y="405882"/>
                </a:lnTo>
                <a:lnTo>
                  <a:pt x="931185" y="401395"/>
                </a:lnTo>
                <a:lnTo>
                  <a:pt x="994644" y="395262"/>
                </a:lnTo>
                <a:lnTo>
                  <a:pt x="1055305" y="387569"/>
                </a:lnTo>
                <a:lnTo>
                  <a:pt x="1112864" y="378402"/>
                </a:lnTo>
                <a:lnTo>
                  <a:pt x="1167017" y="367846"/>
                </a:lnTo>
                <a:lnTo>
                  <a:pt x="1217459" y="355987"/>
                </a:lnTo>
                <a:lnTo>
                  <a:pt x="1263884" y="342911"/>
                </a:lnTo>
                <a:lnTo>
                  <a:pt x="1305989" y="328704"/>
                </a:lnTo>
                <a:lnTo>
                  <a:pt x="1343469" y="313451"/>
                </a:lnTo>
                <a:lnTo>
                  <a:pt x="1403333" y="280153"/>
                </a:lnTo>
                <a:lnTo>
                  <a:pt x="1441039" y="243703"/>
                </a:lnTo>
                <a:lnTo>
                  <a:pt x="1454150" y="204787"/>
                </a:lnTo>
                <a:lnTo>
                  <a:pt x="1450821" y="185064"/>
                </a:lnTo>
                <a:lnTo>
                  <a:pt x="1425108" y="147295"/>
                </a:lnTo>
                <a:lnTo>
                  <a:pt x="1376018" y="112335"/>
                </a:lnTo>
                <a:lnTo>
                  <a:pt x="1305989" y="80870"/>
                </a:lnTo>
                <a:lnTo>
                  <a:pt x="1263884" y="66663"/>
                </a:lnTo>
                <a:lnTo>
                  <a:pt x="1217459" y="53587"/>
                </a:lnTo>
                <a:lnTo>
                  <a:pt x="1167017" y="41728"/>
                </a:lnTo>
                <a:lnTo>
                  <a:pt x="1112864" y="31172"/>
                </a:lnTo>
                <a:lnTo>
                  <a:pt x="1055305" y="22005"/>
                </a:lnTo>
                <a:lnTo>
                  <a:pt x="994644" y="14312"/>
                </a:lnTo>
                <a:lnTo>
                  <a:pt x="931185" y="8179"/>
                </a:lnTo>
                <a:lnTo>
                  <a:pt x="865235" y="3692"/>
                </a:lnTo>
                <a:lnTo>
                  <a:pt x="797096" y="937"/>
                </a:lnTo>
                <a:lnTo>
                  <a:pt x="727075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58136" y="5251335"/>
            <a:ext cx="1454150" cy="409575"/>
          </a:xfrm>
          <a:custGeom>
            <a:avLst/>
            <a:gdLst/>
            <a:ahLst/>
            <a:cxnLst/>
            <a:rect l="l" t="t" r="r" b="b"/>
            <a:pathLst>
              <a:path w="1454150" h="409575">
                <a:moveTo>
                  <a:pt x="0" y="204787"/>
                </a:moveTo>
                <a:lnTo>
                  <a:pt x="13110" y="165873"/>
                </a:lnTo>
                <a:lnTo>
                  <a:pt x="50815" y="129423"/>
                </a:lnTo>
                <a:lnTo>
                  <a:pt x="110679" y="96125"/>
                </a:lnTo>
                <a:lnTo>
                  <a:pt x="148158" y="80873"/>
                </a:lnTo>
                <a:lnTo>
                  <a:pt x="190263" y="66665"/>
                </a:lnTo>
                <a:lnTo>
                  <a:pt x="236689" y="53589"/>
                </a:lnTo>
                <a:lnTo>
                  <a:pt x="287130" y="41730"/>
                </a:lnTo>
                <a:lnTo>
                  <a:pt x="341283" y="31174"/>
                </a:lnTo>
                <a:lnTo>
                  <a:pt x="398842" y="22006"/>
                </a:lnTo>
                <a:lnTo>
                  <a:pt x="459503" y="14312"/>
                </a:lnTo>
                <a:lnTo>
                  <a:pt x="522962" y="8179"/>
                </a:lnTo>
                <a:lnTo>
                  <a:pt x="588913" y="3692"/>
                </a:lnTo>
                <a:lnTo>
                  <a:pt x="657052" y="937"/>
                </a:lnTo>
                <a:lnTo>
                  <a:pt x="727074" y="0"/>
                </a:lnTo>
                <a:lnTo>
                  <a:pt x="797096" y="937"/>
                </a:lnTo>
                <a:lnTo>
                  <a:pt x="865236" y="3692"/>
                </a:lnTo>
                <a:lnTo>
                  <a:pt x="931187" y="8179"/>
                </a:lnTo>
                <a:lnTo>
                  <a:pt x="994646" y="14312"/>
                </a:lnTo>
                <a:lnTo>
                  <a:pt x="1055307" y="22006"/>
                </a:lnTo>
                <a:lnTo>
                  <a:pt x="1112866" y="31174"/>
                </a:lnTo>
                <a:lnTo>
                  <a:pt x="1167019" y="41730"/>
                </a:lnTo>
                <a:lnTo>
                  <a:pt x="1217461" y="53589"/>
                </a:lnTo>
                <a:lnTo>
                  <a:pt x="1263886" y="66665"/>
                </a:lnTo>
                <a:lnTo>
                  <a:pt x="1305990" y="80873"/>
                </a:lnTo>
                <a:lnTo>
                  <a:pt x="1343469" y="96125"/>
                </a:lnTo>
                <a:lnTo>
                  <a:pt x="1403333" y="129423"/>
                </a:lnTo>
                <a:lnTo>
                  <a:pt x="1441038" y="165873"/>
                </a:lnTo>
                <a:lnTo>
                  <a:pt x="1454148" y="204787"/>
                </a:lnTo>
                <a:lnTo>
                  <a:pt x="1450820" y="224510"/>
                </a:lnTo>
                <a:lnTo>
                  <a:pt x="1425108" y="262277"/>
                </a:lnTo>
                <a:lnTo>
                  <a:pt x="1376019" y="297237"/>
                </a:lnTo>
                <a:lnTo>
                  <a:pt x="1305990" y="328702"/>
                </a:lnTo>
                <a:lnTo>
                  <a:pt x="1263886" y="342909"/>
                </a:lnTo>
                <a:lnTo>
                  <a:pt x="1217461" y="355985"/>
                </a:lnTo>
                <a:lnTo>
                  <a:pt x="1167019" y="367845"/>
                </a:lnTo>
                <a:lnTo>
                  <a:pt x="1112866" y="378401"/>
                </a:lnTo>
                <a:lnTo>
                  <a:pt x="1055307" y="387569"/>
                </a:lnTo>
                <a:lnTo>
                  <a:pt x="994646" y="395262"/>
                </a:lnTo>
                <a:lnTo>
                  <a:pt x="931187" y="401395"/>
                </a:lnTo>
                <a:lnTo>
                  <a:pt x="865236" y="405882"/>
                </a:lnTo>
                <a:lnTo>
                  <a:pt x="797096" y="408638"/>
                </a:lnTo>
                <a:lnTo>
                  <a:pt x="727074" y="409575"/>
                </a:lnTo>
                <a:lnTo>
                  <a:pt x="657052" y="408638"/>
                </a:lnTo>
                <a:lnTo>
                  <a:pt x="588913" y="405882"/>
                </a:lnTo>
                <a:lnTo>
                  <a:pt x="522962" y="401395"/>
                </a:lnTo>
                <a:lnTo>
                  <a:pt x="459503" y="395262"/>
                </a:lnTo>
                <a:lnTo>
                  <a:pt x="398842" y="387569"/>
                </a:lnTo>
                <a:lnTo>
                  <a:pt x="341283" y="378401"/>
                </a:lnTo>
                <a:lnTo>
                  <a:pt x="287130" y="367845"/>
                </a:lnTo>
                <a:lnTo>
                  <a:pt x="236689" y="355985"/>
                </a:lnTo>
                <a:lnTo>
                  <a:pt x="190263" y="342909"/>
                </a:lnTo>
                <a:lnTo>
                  <a:pt x="148158" y="328702"/>
                </a:lnTo>
                <a:lnTo>
                  <a:pt x="110679" y="313449"/>
                </a:lnTo>
                <a:lnTo>
                  <a:pt x="50815" y="280151"/>
                </a:lnTo>
                <a:lnTo>
                  <a:pt x="13110" y="243702"/>
                </a:lnTo>
                <a:lnTo>
                  <a:pt x="0" y="204787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13330" y="5260543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01683" y="5087823"/>
            <a:ext cx="1454150" cy="409575"/>
          </a:xfrm>
          <a:custGeom>
            <a:avLst/>
            <a:gdLst/>
            <a:ahLst/>
            <a:cxnLst/>
            <a:rect l="l" t="t" r="r" b="b"/>
            <a:pathLst>
              <a:path w="1454150" h="409575">
                <a:moveTo>
                  <a:pt x="727078" y="0"/>
                </a:moveTo>
                <a:lnTo>
                  <a:pt x="657055" y="937"/>
                </a:lnTo>
                <a:lnTo>
                  <a:pt x="588915" y="3692"/>
                </a:lnTo>
                <a:lnTo>
                  <a:pt x="522962" y="8179"/>
                </a:lnTo>
                <a:lnTo>
                  <a:pt x="459503" y="14312"/>
                </a:lnTo>
                <a:lnTo>
                  <a:pt x="398841" y="22005"/>
                </a:lnTo>
                <a:lnTo>
                  <a:pt x="341282" y="31172"/>
                </a:lnTo>
                <a:lnTo>
                  <a:pt x="287129" y="41728"/>
                </a:lnTo>
                <a:lnTo>
                  <a:pt x="236687" y="53587"/>
                </a:lnTo>
                <a:lnTo>
                  <a:pt x="190262" y="66663"/>
                </a:lnTo>
                <a:lnTo>
                  <a:pt x="148157" y="80870"/>
                </a:lnTo>
                <a:lnTo>
                  <a:pt x="110678" y="96123"/>
                </a:lnTo>
                <a:lnTo>
                  <a:pt x="50815" y="129421"/>
                </a:lnTo>
                <a:lnTo>
                  <a:pt x="13110" y="165871"/>
                </a:lnTo>
                <a:lnTo>
                  <a:pt x="0" y="204787"/>
                </a:lnTo>
                <a:lnTo>
                  <a:pt x="3328" y="224510"/>
                </a:lnTo>
                <a:lnTo>
                  <a:pt x="29040" y="262279"/>
                </a:lnTo>
                <a:lnTo>
                  <a:pt x="78129" y="297239"/>
                </a:lnTo>
                <a:lnTo>
                  <a:pt x="148157" y="328704"/>
                </a:lnTo>
                <a:lnTo>
                  <a:pt x="190262" y="342911"/>
                </a:lnTo>
                <a:lnTo>
                  <a:pt x="236687" y="355987"/>
                </a:lnTo>
                <a:lnTo>
                  <a:pt x="287129" y="367846"/>
                </a:lnTo>
                <a:lnTo>
                  <a:pt x="341282" y="378402"/>
                </a:lnTo>
                <a:lnTo>
                  <a:pt x="398841" y="387569"/>
                </a:lnTo>
                <a:lnTo>
                  <a:pt x="459503" y="395262"/>
                </a:lnTo>
                <a:lnTo>
                  <a:pt x="522962" y="401395"/>
                </a:lnTo>
                <a:lnTo>
                  <a:pt x="588915" y="405882"/>
                </a:lnTo>
                <a:lnTo>
                  <a:pt x="657055" y="408637"/>
                </a:lnTo>
                <a:lnTo>
                  <a:pt x="727078" y="409575"/>
                </a:lnTo>
                <a:lnTo>
                  <a:pt x="797100" y="408637"/>
                </a:lnTo>
                <a:lnTo>
                  <a:pt x="865238" y="405882"/>
                </a:lnTo>
                <a:lnTo>
                  <a:pt x="931189" y="401395"/>
                </a:lnTo>
                <a:lnTo>
                  <a:pt x="994648" y="395262"/>
                </a:lnTo>
                <a:lnTo>
                  <a:pt x="1055309" y="387569"/>
                </a:lnTo>
                <a:lnTo>
                  <a:pt x="1112868" y="378402"/>
                </a:lnTo>
                <a:lnTo>
                  <a:pt x="1167021" y="367846"/>
                </a:lnTo>
                <a:lnTo>
                  <a:pt x="1217463" y="355987"/>
                </a:lnTo>
                <a:lnTo>
                  <a:pt x="1263888" y="342911"/>
                </a:lnTo>
                <a:lnTo>
                  <a:pt x="1305993" y="328704"/>
                </a:lnTo>
                <a:lnTo>
                  <a:pt x="1343473" y="313451"/>
                </a:lnTo>
                <a:lnTo>
                  <a:pt x="1403337" y="280153"/>
                </a:lnTo>
                <a:lnTo>
                  <a:pt x="1441043" y="243703"/>
                </a:lnTo>
                <a:lnTo>
                  <a:pt x="1454153" y="204787"/>
                </a:lnTo>
                <a:lnTo>
                  <a:pt x="1450825" y="185064"/>
                </a:lnTo>
                <a:lnTo>
                  <a:pt x="1425112" y="147295"/>
                </a:lnTo>
                <a:lnTo>
                  <a:pt x="1376022" y="112335"/>
                </a:lnTo>
                <a:lnTo>
                  <a:pt x="1305993" y="80870"/>
                </a:lnTo>
                <a:lnTo>
                  <a:pt x="1263888" y="66663"/>
                </a:lnTo>
                <a:lnTo>
                  <a:pt x="1217463" y="53587"/>
                </a:lnTo>
                <a:lnTo>
                  <a:pt x="1167021" y="41728"/>
                </a:lnTo>
                <a:lnTo>
                  <a:pt x="1112868" y="31172"/>
                </a:lnTo>
                <a:lnTo>
                  <a:pt x="1055309" y="22005"/>
                </a:lnTo>
                <a:lnTo>
                  <a:pt x="994648" y="14312"/>
                </a:lnTo>
                <a:lnTo>
                  <a:pt x="931189" y="8179"/>
                </a:lnTo>
                <a:lnTo>
                  <a:pt x="865238" y="3692"/>
                </a:lnTo>
                <a:lnTo>
                  <a:pt x="797100" y="937"/>
                </a:lnTo>
                <a:lnTo>
                  <a:pt x="727078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01683" y="5087823"/>
            <a:ext cx="1454150" cy="409575"/>
          </a:xfrm>
          <a:custGeom>
            <a:avLst/>
            <a:gdLst/>
            <a:ahLst/>
            <a:cxnLst/>
            <a:rect l="l" t="t" r="r" b="b"/>
            <a:pathLst>
              <a:path w="1454150" h="409575">
                <a:moveTo>
                  <a:pt x="0" y="204787"/>
                </a:moveTo>
                <a:lnTo>
                  <a:pt x="13110" y="165873"/>
                </a:lnTo>
                <a:lnTo>
                  <a:pt x="50815" y="129423"/>
                </a:lnTo>
                <a:lnTo>
                  <a:pt x="110679" y="96125"/>
                </a:lnTo>
                <a:lnTo>
                  <a:pt x="148158" y="80873"/>
                </a:lnTo>
                <a:lnTo>
                  <a:pt x="190263" y="66665"/>
                </a:lnTo>
                <a:lnTo>
                  <a:pt x="236688" y="53589"/>
                </a:lnTo>
                <a:lnTo>
                  <a:pt x="287130" y="41730"/>
                </a:lnTo>
                <a:lnTo>
                  <a:pt x="341282" y="31174"/>
                </a:lnTo>
                <a:lnTo>
                  <a:pt x="398842" y="22006"/>
                </a:lnTo>
                <a:lnTo>
                  <a:pt x="459503" y="14312"/>
                </a:lnTo>
                <a:lnTo>
                  <a:pt x="522962" y="8179"/>
                </a:lnTo>
                <a:lnTo>
                  <a:pt x="588913" y="3692"/>
                </a:lnTo>
                <a:lnTo>
                  <a:pt x="657052" y="937"/>
                </a:lnTo>
                <a:lnTo>
                  <a:pt x="727074" y="0"/>
                </a:lnTo>
                <a:lnTo>
                  <a:pt x="797097" y="937"/>
                </a:lnTo>
                <a:lnTo>
                  <a:pt x="865236" y="3692"/>
                </a:lnTo>
                <a:lnTo>
                  <a:pt x="931187" y="8179"/>
                </a:lnTo>
                <a:lnTo>
                  <a:pt x="994646" y="14312"/>
                </a:lnTo>
                <a:lnTo>
                  <a:pt x="1055307" y="22006"/>
                </a:lnTo>
                <a:lnTo>
                  <a:pt x="1112867" y="31174"/>
                </a:lnTo>
                <a:lnTo>
                  <a:pt x="1167019" y="41730"/>
                </a:lnTo>
                <a:lnTo>
                  <a:pt x="1217461" y="53589"/>
                </a:lnTo>
                <a:lnTo>
                  <a:pt x="1263886" y="66665"/>
                </a:lnTo>
                <a:lnTo>
                  <a:pt x="1305990" y="80873"/>
                </a:lnTo>
                <a:lnTo>
                  <a:pt x="1343470" y="96125"/>
                </a:lnTo>
                <a:lnTo>
                  <a:pt x="1403333" y="129423"/>
                </a:lnTo>
                <a:lnTo>
                  <a:pt x="1441038" y="165873"/>
                </a:lnTo>
                <a:lnTo>
                  <a:pt x="1454148" y="204787"/>
                </a:lnTo>
                <a:lnTo>
                  <a:pt x="1450820" y="224510"/>
                </a:lnTo>
                <a:lnTo>
                  <a:pt x="1425108" y="262277"/>
                </a:lnTo>
                <a:lnTo>
                  <a:pt x="1376019" y="297237"/>
                </a:lnTo>
                <a:lnTo>
                  <a:pt x="1305990" y="328702"/>
                </a:lnTo>
                <a:lnTo>
                  <a:pt x="1263886" y="342909"/>
                </a:lnTo>
                <a:lnTo>
                  <a:pt x="1217461" y="355985"/>
                </a:lnTo>
                <a:lnTo>
                  <a:pt x="1167019" y="367845"/>
                </a:lnTo>
                <a:lnTo>
                  <a:pt x="1112867" y="378401"/>
                </a:lnTo>
                <a:lnTo>
                  <a:pt x="1055307" y="387569"/>
                </a:lnTo>
                <a:lnTo>
                  <a:pt x="994646" y="395262"/>
                </a:lnTo>
                <a:lnTo>
                  <a:pt x="931187" y="401395"/>
                </a:lnTo>
                <a:lnTo>
                  <a:pt x="865236" y="405883"/>
                </a:lnTo>
                <a:lnTo>
                  <a:pt x="797097" y="408638"/>
                </a:lnTo>
                <a:lnTo>
                  <a:pt x="727074" y="409575"/>
                </a:lnTo>
                <a:lnTo>
                  <a:pt x="657052" y="408638"/>
                </a:lnTo>
                <a:lnTo>
                  <a:pt x="588913" y="405883"/>
                </a:lnTo>
                <a:lnTo>
                  <a:pt x="522962" y="401395"/>
                </a:lnTo>
                <a:lnTo>
                  <a:pt x="459503" y="395262"/>
                </a:lnTo>
                <a:lnTo>
                  <a:pt x="398842" y="387569"/>
                </a:lnTo>
                <a:lnTo>
                  <a:pt x="341282" y="378401"/>
                </a:lnTo>
                <a:lnTo>
                  <a:pt x="287130" y="367845"/>
                </a:lnTo>
                <a:lnTo>
                  <a:pt x="236688" y="355985"/>
                </a:lnTo>
                <a:lnTo>
                  <a:pt x="190263" y="342909"/>
                </a:lnTo>
                <a:lnTo>
                  <a:pt x="148158" y="328702"/>
                </a:lnTo>
                <a:lnTo>
                  <a:pt x="110679" y="313449"/>
                </a:lnTo>
                <a:lnTo>
                  <a:pt x="50815" y="280151"/>
                </a:lnTo>
                <a:lnTo>
                  <a:pt x="13110" y="243702"/>
                </a:lnTo>
                <a:lnTo>
                  <a:pt x="0" y="204787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55278" y="4313440"/>
            <a:ext cx="939800" cy="117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1600">
              <a:lnSpc>
                <a:spcPct val="1571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rNr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90799" y="4759210"/>
            <a:ext cx="1901825" cy="409575"/>
          </a:xfrm>
          <a:custGeom>
            <a:avLst/>
            <a:gdLst/>
            <a:ahLst/>
            <a:cxnLst/>
            <a:rect l="l" t="t" r="r" b="b"/>
            <a:pathLst>
              <a:path w="1901825" h="409575">
                <a:moveTo>
                  <a:pt x="0" y="0"/>
                </a:moveTo>
                <a:lnTo>
                  <a:pt x="1901825" y="0"/>
                </a:lnTo>
                <a:lnTo>
                  <a:pt x="190182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90799" y="4759210"/>
            <a:ext cx="1901825" cy="409575"/>
          </a:xfrm>
          <a:custGeom>
            <a:avLst/>
            <a:gdLst/>
            <a:ahLst/>
            <a:cxnLst/>
            <a:rect l="l" t="t" r="r" b="b"/>
            <a:pathLst>
              <a:path w="1901825" h="409575">
                <a:moveTo>
                  <a:pt x="0" y="0"/>
                </a:moveTo>
                <a:lnTo>
                  <a:pt x="1901828" y="0"/>
                </a:lnTo>
                <a:lnTo>
                  <a:pt x="1901828" y="409574"/>
                </a:lnTo>
                <a:lnTo>
                  <a:pt x="0" y="409574"/>
                </a:lnTo>
                <a:lnTo>
                  <a:pt x="0" y="0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23539" y="4768418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75261" y="4759210"/>
            <a:ext cx="1900555" cy="409575"/>
          </a:xfrm>
          <a:prstGeom prst="rect">
            <a:avLst/>
          </a:prstGeom>
          <a:solidFill>
            <a:srgbClr val="FFD300"/>
          </a:solidFill>
          <a:ln w="4156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7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43124" y="4841760"/>
            <a:ext cx="447675" cy="81280"/>
          </a:xfrm>
          <a:custGeom>
            <a:avLst/>
            <a:gdLst/>
            <a:ahLst/>
            <a:cxnLst/>
            <a:rect l="l" t="t" r="r" b="b"/>
            <a:pathLst>
              <a:path w="447675" h="81279">
                <a:moveTo>
                  <a:pt x="0" y="0"/>
                </a:moveTo>
                <a:lnTo>
                  <a:pt x="447674" y="80963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43124" y="5005273"/>
            <a:ext cx="447675" cy="163830"/>
          </a:xfrm>
          <a:custGeom>
            <a:avLst/>
            <a:gdLst/>
            <a:ahLst/>
            <a:cxnLst/>
            <a:rect l="l" t="t" r="r" b="b"/>
            <a:pathLst>
              <a:path w="447675" h="163829">
                <a:moveTo>
                  <a:pt x="0" y="163511"/>
                </a:moveTo>
                <a:lnTo>
                  <a:pt x="447674" y="0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38474" y="5333885"/>
            <a:ext cx="1341755" cy="490855"/>
          </a:xfrm>
          <a:custGeom>
            <a:avLst/>
            <a:gdLst/>
            <a:ahLst/>
            <a:cxnLst/>
            <a:rect l="l" t="t" r="r" b="b"/>
            <a:pathLst>
              <a:path w="1341754" h="490854">
                <a:moveTo>
                  <a:pt x="670712" y="0"/>
                </a:moveTo>
                <a:lnTo>
                  <a:pt x="0" y="245262"/>
                </a:lnTo>
                <a:lnTo>
                  <a:pt x="670712" y="490537"/>
                </a:lnTo>
                <a:lnTo>
                  <a:pt x="1341437" y="245262"/>
                </a:lnTo>
                <a:lnTo>
                  <a:pt x="670712" y="0"/>
                </a:lnTo>
                <a:close/>
              </a:path>
            </a:pathLst>
          </a:custGeom>
          <a:solidFill>
            <a:srgbClr val="A6F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38474" y="5333885"/>
            <a:ext cx="1341755" cy="490855"/>
          </a:xfrm>
          <a:custGeom>
            <a:avLst/>
            <a:gdLst/>
            <a:ahLst/>
            <a:cxnLst/>
            <a:rect l="l" t="t" r="r" b="b"/>
            <a:pathLst>
              <a:path w="1341754" h="490854">
                <a:moveTo>
                  <a:pt x="0" y="245268"/>
                </a:moveTo>
                <a:lnTo>
                  <a:pt x="670718" y="0"/>
                </a:lnTo>
                <a:lnTo>
                  <a:pt x="1341438" y="245268"/>
                </a:lnTo>
                <a:lnTo>
                  <a:pt x="670718" y="490537"/>
                </a:lnTo>
                <a:lnTo>
                  <a:pt x="0" y="245268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50970" y="5383580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hör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699099" y="5497398"/>
            <a:ext cx="1341755" cy="492125"/>
          </a:xfrm>
          <a:custGeom>
            <a:avLst/>
            <a:gdLst/>
            <a:ahLst/>
            <a:cxnLst/>
            <a:rect l="l" t="t" r="r" b="b"/>
            <a:pathLst>
              <a:path w="1341754" h="492125">
                <a:moveTo>
                  <a:pt x="670712" y="0"/>
                </a:moveTo>
                <a:lnTo>
                  <a:pt x="0" y="246062"/>
                </a:lnTo>
                <a:lnTo>
                  <a:pt x="670712" y="492125"/>
                </a:lnTo>
                <a:lnTo>
                  <a:pt x="1341437" y="246062"/>
                </a:lnTo>
                <a:lnTo>
                  <a:pt x="670712" y="0"/>
                </a:lnTo>
                <a:close/>
              </a:path>
            </a:pathLst>
          </a:custGeom>
          <a:solidFill>
            <a:srgbClr val="A6F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99099" y="5497398"/>
            <a:ext cx="1341755" cy="492125"/>
          </a:xfrm>
          <a:custGeom>
            <a:avLst/>
            <a:gdLst/>
            <a:ahLst/>
            <a:cxnLst/>
            <a:rect l="l" t="t" r="r" b="b"/>
            <a:pathLst>
              <a:path w="1341754" h="492125">
                <a:moveTo>
                  <a:pt x="0" y="246062"/>
                </a:moveTo>
                <a:lnTo>
                  <a:pt x="670718" y="0"/>
                </a:lnTo>
                <a:lnTo>
                  <a:pt x="1341439" y="246062"/>
                </a:lnTo>
                <a:lnTo>
                  <a:pt x="670718" y="492124"/>
                </a:lnTo>
                <a:lnTo>
                  <a:pt x="0" y="246062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049695" y="5547880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21111" y="6481648"/>
            <a:ext cx="2237105" cy="490855"/>
          </a:xfrm>
          <a:prstGeom prst="rect">
            <a:avLst/>
          </a:prstGeom>
          <a:solidFill>
            <a:srgbClr val="FFD300"/>
          </a:solidFill>
          <a:ln w="4156">
            <a:solidFill>
              <a:srgbClr val="00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358140">
              <a:lnSpc>
                <a:spcPct val="100000"/>
              </a:lnSpc>
              <a:spcBef>
                <a:spcPts val="490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705574" y="6645159"/>
            <a:ext cx="1452880" cy="409575"/>
          </a:xfrm>
          <a:custGeom>
            <a:avLst/>
            <a:gdLst/>
            <a:ahLst/>
            <a:cxnLst/>
            <a:rect l="l" t="t" r="r" b="b"/>
            <a:pathLst>
              <a:path w="1452879" h="409575">
                <a:moveTo>
                  <a:pt x="726274" y="0"/>
                </a:moveTo>
                <a:lnTo>
                  <a:pt x="656328" y="937"/>
                </a:lnTo>
                <a:lnTo>
                  <a:pt x="588264" y="3692"/>
                </a:lnTo>
                <a:lnTo>
                  <a:pt x="522384" y="8179"/>
                </a:lnTo>
                <a:lnTo>
                  <a:pt x="458995" y="14312"/>
                </a:lnTo>
                <a:lnTo>
                  <a:pt x="398401" y="22006"/>
                </a:lnTo>
                <a:lnTo>
                  <a:pt x="340904" y="31173"/>
                </a:lnTo>
                <a:lnTo>
                  <a:pt x="286811" y="41730"/>
                </a:lnTo>
                <a:lnTo>
                  <a:pt x="236426" y="53589"/>
                </a:lnTo>
                <a:lnTo>
                  <a:pt x="190052" y="66665"/>
                </a:lnTo>
                <a:lnTo>
                  <a:pt x="147994" y="80872"/>
                </a:lnTo>
                <a:lnTo>
                  <a:pt x="110556" y="96125"/>
                </a:lnTo>
                <a:lnTo>
                  <a:pt x="50759" y="129423"/>
                </a:lnTo>
                <a:lnTo>
                  <a:pt x="13095" y="165873"/>
                </a:lnTo>
                <a:lnTo>
                  <a:pt x="0" y="204787"/>
                </a:lnTo>
                <a:lnTo>
                  <a:pt x="3324" y="224509"/>
                </a:lnTo>
                <a:lnTo>
                  <a:pt x="29008" y="262277"/>
                </a:lnTo>
                <a:lnTo>
                  <a:pt x="78043" y="297237"/>
                </a:lnTo>
                <a:lnTo>
                  <a:pt x="147994" y="328702"/>
                </a:lnTo>
                <a:lnTo>
                  <a:pt x="190052" y="342909"/>
                </a:lnTo>
                <a:lnTo>
                  <a:pt x="236426" y="355986"/>
                </a:lnTo>
                <a:lnTo>
                  <a:pt x="286811" y="367845"/>
                </a:lnTo>
                <a:lnTo>
                  <a:pt x="340904" y="378401"/>
                </a:lnTo>
                <a:lnTo>
                  <a:pt x="398401" y="387569"/>
                </a:lnTo>
                <a:lnTo>
                  <a:pt x="458995" y="395263"/>
                </a:lnTo>
                <a:lnTo>
                  <a:pt x="522384" y="401396"/>
                </a:lnTo>
                <a:lnTo>
                  <a:pt x="588264" y="405883"/>
                </a:lnTo>
                <a:lnTo>
                  <a:pt x="656328" y="408638"/>
                </a:lnTo>
                <a:lnTo>
                  <a:pt x="726274" y="409576"/>
                </a:lnTo>
                <a:lnTo>
                  <a:pt x="796221" y="408638"/>
                </a:lnTo>
                <a:lnTo>
                  <a:pt x="864286" y="405883"/>
                </a:lnTo>
                <a:lnTo>
                  <a:pt x="930165" y="401396"/>
                </a:lnTo>
                <a:lnTo>
                  <a:pt x="993555" y="395263"/>
                </a:lnTo>
                <a:lnTo>
                  <a:pt x="1054151" y="387569"/>
                </a:lnTo>
                <a:lnTo>
                  <a:pt x="1111648" y="378401"/>
                </a:lnTo>
                <a:lnTo>
                  <a:pt x="1165742" y="367845"/>
                </a:lnTo>
                <a:lnTo>
                  <a:pt x="1216129" y="355986"/>
                </a:lnTo>
                <a:lnTo>
                  <a:pt x="1262504" y="342909"/>
                </a:lnTo>
                <a:lnTo>
                  <a:pt x="1304563" y="328702"/>
                </a:lnTo>
                <a:lnTo>
                  <a:pt x="1342002" y="313449"/>
                </a:lnTo>
                <a:lnTo>
                  <a:pt x="1401801" y="280151"/>
                </a:lnTo>
                <a:lnTo>
                  <a:pt x="1439466" y="243701"/>
                </a:lnTo>
                <a:lnTo>
                  <a:pt x="1452562" y="204787"/>
                </a:lnTo>
                <a:lnTo>
                  <a:pt x="1449237" y="185065"/>
                </a:lnTo>
                <a:lnTo>
                  <a:pt x="1423552" y="147297"/>
                </a:lnTo>
                <a:lnTo>
                  <a:pt x="1374516" y="112337"/>
                </a:lnTo>
                <a:lnTo>
                  <a:pt x="1304563" y="80872"/>
                </a:lnTo>
                <a:lnTo>
                  <a:pt x="1262504" y="66665"/>
                </a:lnTo>
                <a:lnTo>
                  <a:pt x="1216129" y="53589"/>
                </a:lnTo>
                <a:lnTo>
                  <a:pt x="1165742" y="41730"/>
                </a:lnTo>
                <a:lnTo>
                  <a:pt x="1111648" y="31173"/>
                </a:lnTo>
                <a:lnTo>
                  <a:pt x="1054151" y="22006"/>
                </a:lnTo>
                <a:lnTo>
                  <a:pt x="993555" y="14312"/>
                </a:lnTo>
                <a:lnTo>
                  <a:pt x="930165" y="8179"/>
                </a:lnTo>
                <a:lnTo>
                  <a:pt x="864286" y="3692"/>
                </a:lnTo>
                <a:lnTo>
                  <a:pt x="796221" y="937"/>
                </a:lnTo>
                <a:lnTo>
                  <a:pt x="726274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05574" y="6645159"/>
            <a:ext cx="1452880" cy="409575"/>
          </a:xfrm>
          <a:custGeom>
            <a:avLst/>
            <a:gdLst/>
            <a:ahLst/>
            <a:cxnLst/>
            <a:rect l="l" t="t" r="r" b="b"/>
            <a:pathLst>
              <a:path w="1452879" h="409575">
                <a:moveTo>
                  <a:pt x="0" y="204787"/>
                </a:moveTo>
                <a:lnTo>
                  <a:pt x="13095" y="165873"/>
                </a:lnTo>
                <a:lnTo>
                  <a:pt x="50760" y="129423"/>
                </a:lnTo>
                <a:lnTo>
                  <a:pt x="110558" y="96125"/>
                </a:lnTo>
                <a:lnTo>
                  <a:pt x="147997" y="80873"/>
                </a:lnTo>
                <a:lnTo>
                  <a:pt x="190055" y="66665"/>
                </a:lnTo>
                <a:lnTo>
                  <a:pt x="236430" y="53589"/>
                </a:lnTo>
                <a:lnTo>
                  <a:pt x="286816" y="41730"/>
                </a:lnTo>
                <a:lnTo>
                  <a:pt x="340910" y="31173"/>
                </a:lnTo>
                <a:lnTo>
                  <a:pt x="398406" y="22006"/>
                </a:lnTo>
                <a:lnTo>
                  <a:pt x="459002" y="14312"/>
                </a:lnTo>
                <a:lnTo>
                  <a:pt x="522391" y="8179"/>
                </a:lnTo>
                <a:lnTo>
                  <a:pt x="588270" y="3692"/>
                </a:lnTo>
                <a:lnTo>
                  <a:pt x="656334" y="937"/>
                </a:lnTo>
                <a:lnTo>
                  <a:pt x="726280" y="0"/>
                </a:lnTo>
                <a:lnTo>
                  <a:pt x="796225" y="937"/>
                </a:lnTo>
                <a:lnTo>
                  <a:pt x="864289" y="3692"/>
                </a:lnTo>
                <a:lnTo>
                  <a:pt x="930167" y="8179"/>
                </a:lnTo>
                <a:lnTo>
                  <a:pt x="993556" y="14312"/>
                </a:lnTo>
                <a:lnTo>
                  <a:pt x="1054151" y="22006"/>
                </a:lnTo>
                <a:lnTo>
                  <a:pt x="1111647" y="31173"/>
                </a:lnTo>
                <a:lnTo>
                  <a:pt x="1165741" y="41730"/>
                </a:lnTo>
                <a:lnTo>
                  <a:pt x="1216127" y="53589"/>
                </a:lnTo>
                <a:lnTo>
                  <a:pt x="1262502" y="66665"/>
                </a:lnTo>
                <a:lnTo>
                  <a:pt x="1304561" y="80873"/>
                </a:lnTo>
                <a:lnTo>
                  <a:pt x="1341999" y="96125"/>
                </a:lnTo>
                <a:lnTo>
                  <a:pt x="1401798" y="129423"/>
                </a:lnTo>
                <a:lnTo>
                  <a:pt x="1439463" y="165873"/>
                </a:lnTo>
                <a:lnTo>
                  <a:pt x="1452559" y="204787"/>
                </a:lnTo>
                <a:lnTo>
                  <a:pt x="1449234" y="224510"/>
                </a:lnTo>
                <a:lnTo>
                  <a:pt x="1423549" y="262277"/>
                </a:lnTo>
                <a:lnTo>
                  <a:pt x="1374513" y="297237"/>
                </a:lnTo>
                <a:lnTo>
                  <a:pt x="1304561" y="328702"/>
                </a:lnTo>
                <a:lnTo>
                  <a:pt x="1262502" y="342909"/>
                </a:lnTo>
                <a:lnTo>
                  <a:pt x="1216127" y="355985"/>
                </a:lnTo>
                <a:lnTo>
                  <a:pt x="1165741" y="367845"/>
                </a:lnTo>
                <a:lnTo>
                  <a:pt x="1111647" y="378401"/>
                </a:lnTo>
                <a:lnTo>
                  <a:pt x="1054151" y="387569"/>
                </a:lnTo>
                <a:lnTo>
                  <a:pt x="993556" y="395262"/>
                </a:lnTo>
                <a:lnTo>
                  <a:pt x="930167" y="401395"/>
                </a:lnTo>
                <a:lnTo>
                  <a:pt x="864289" y="405883"/>
                </a:lnTo>
                <a:lnTo>
                  <a:pt x="796225" y="408638"/>
                </a:lnTo>
                <a:lnTo>
                  <a:pt x="726280" y="409575"/>
                </a:lnTo>
                <a:lnTo>
                  <a:pt x="656334" y="408638"/>
                </a:lnTo>
                <a:lnTo>
                  <a:pt x="588270" y="405883"/>
                </a:lnTo>
                <a:lnTo>
                  <a:pt x="522391" y="401395"/>
                </a:lnTo>
                <a:lnTo>
                  <a:pt x="459002" y="395262"/>
                </a:lnTo>
                <a:lnTo>
                  <a:pt x="398406" y="387569"/>
                </a:lnTo>
                <a:lnTo>
                  <a:pt x="340910" y="378401"/>
                </a:lnTo>
                <a:lnTo>
                  <a:pt x="286816" y="367845"/>
                </a:lnTo>
                <a:lnTo>
                  <a:pt x="236430" y="355985"/>
                </a:lnTo>
                <a:lnTo>
                  <a:pt x="190055" y="342909"/>
                </a:lnTo>
                <a:lnTo>
                  <a:pt x="147997" y="328702"/>
                </a:lnTo>
                <a:lnTo>
                  <a:pt x="110558" y="313449"/>
                </a:lnTo>
                <a:lnTo>
                  <a:pt x="50760" y="280151"/>
                </a:lnTo>
                <a:lnTo>
                  <a:pt x="13095" y="243702"/>
                </a:lnTo>
                <a:lnTo>
                  <a:pt x="0" y="204787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705574" y="6153035"/>
            <a:ext cx="1452880" cy="409575"/>
          </a:xfrm>
          <a:custGeom>
            <a:avLst/>
            <a:gdLst/>
            <a:ahLst/>
            <a:cxnLst/>
            <a:rect l="l" t="t" r="r" b="b"/>
            <a:pathLst>
              <a:path w="1452879" h="409575">
                <a:moveTo>
                  <a:pt x="726274" y="0"/>
                </a:moveTo>
                <a:lnTo>
                  <a:pt x="656328" y="937"/>
                </a:lnTo>
                <a:lnTo>
                  <a:pt x="588264" y="3692"/>
                </a:lnTo>
                <a:lnTo>
                  <a:pt x="522384" y="8179"/>
                </a:lnTo>
                <a:lnTo>
                  <a:pt x="458995" y="14312"/>
                </a:lnTo>
                <a:lnTo>
                  <a:pt x="398401" y="22005"/>
                </a:lnTo>
                <a:lnTo>
                  <a:pt x="340904" y="31172"/>
                </a:lnTo>
                <a:lnTo>
                  <a:pt x="286811" y="41728"/>
                </a:lnTo>
                <a:lnTo>
                  <a:pt x="236426" y="53587"/>
                </a:lnTo>
                <a:lnTo>
                  <a:pt x="190052" y="66663"/>
                </a:lnTo>
                <a:lnTo>
                  <a:pt x="147994" y="80870"/>
                </a:lnTo>
                <a:lnTo>
                  <a:pt x="110556" y="96123"/>
                </a:lnTo>
                <a:lnTo>
                  <a:pt x="50759" y="129421"/>
                </a:lnTo>
                <a:lnTo>
                  <a:pt x="13095" y="165871"/>
                </a:lnTo>
                <a:lnTo>
                  <a:pt x="0" y="204787"/>
                </a:lnTo>
                <a:lnTo>
                  <a:pt x="3324" y="224509"/>
                </a:lnTo>
                <a:lnTo>
                  <a:pt x="29008" y="262277"/>
                </a:lnTo>
                <a:lnTo>
                  <a:pt x="78043" y="297237"/>
                </a:lnTo>
                <a:lnTo>
                  <a:pt x="147994" y="328702"/>
                </a:lnTo>
                <a:lnTo>
                  <a:pt x="190052" y="342909"/>
                </a:lnTo>
                <a:lnTo>
                  <a:pt x="236426" y="355985"/>
                </a:lnTo>
                <a:lnTo>
                  <a:pt x="286811" y="367844"/>
                </a:lnTo>
                <a:lnTo>
                  <a:pt x="340904" y="378401"/>
                </a:lnTo>
                <a:lnTo>
                  <a:pt x="398401" y="387568"/>
                </a:lnTo>
                <a:lnTo>
                  <a:pt x="458995" y="395262"/>
                </a:lnTo>
                <a:lnTo>
                  <a:pt x="522384" y="401395"/>
                </a:lnTo>
                <a:lnTo>
                  <a:pt x="588264" y="405882"/>
                </a:lnTo>
                <a:lnTo>
                  <a:pt x="656328" y="408637"/>
                </a:lnTo>
                <a:lnTo>
                  <a:pt x="726274" y="409575"/>
                </a:lnTo>
                <a:lnTo>
                  <a:pt x="796221" y="408637"/>
                </a:lnTo>
                <a:lnTo>
                  <a:pt x="864286" y="405882"/>
                </a:lnTo>
                <a:lnTo>
                  <a:pt x="930165" y="401395"/>
                </a:lnTo>
                <a:lnTo>
                  <a:pt x="993555" y="395262"/>
                </a:lnTo>
                <a:lnTo>
                  <a:pt x="1054151" y="387568"/>
                </a:lnTo>
                <a:lnTo>
                  <a:pt x="1111648" y="378401"/>
                </a:lnTo>
                <a:lnTo>
                  <a:pt x="1165742" y="367844"/>
                </a:lnTo>
                <a:lnTo>
                  <a:pt x="1216129" y="355985"/>
                </a:lnTo>
                <a:lnTo>
                  <a:pt x="1262504" y="342909"/>
                </a:lnTo>
                <a:lnTo>
                  <a:pt x="1304563" y="328702"/>
                </a:lnTo>
                <a:lnTo>
                  <a:pt x="1342002" y="313449"/>
                </a:lnTo>
                <a:lnTo>
                  <a:pt x="1401801" y="280151"/>
                </a:lnTo>
                <a:lnTo>
                  <a:pt x="1439466" y="243701"/>
                </a:lnTo>
                <a:lnTo>
                  <a:pt x="1452562" y="204787"/>
                </a:lnTo>
                <a:lnTo>
                  <a:pt x="1449237" y="185064"/>
                </a:lnTo>
                <a:lnTo>
                  <a:pt x="1423552" y="147295"/>
                </a:lnTo>
                <a:lnTo>
                  <a:pt x="1374516" y="112335"/>
                </a:lnTo>
                <a:lnTo>
                  <a:pt x="1304563" y="80870"/>
                </a:lnTo>
                <a:lnTo>
                  <a:pt x="1262504" y="66663"/>
                </a:lnTo>
                <a:lnTo>
                  <a:pt x="1216129" y="53587"/>
                </a:lnTo>
                <a:lnTo>
                  <a:pt x="1165742" y="41728"/>
                </a:lnTo>
                <a:lnTo>
                  <a:pt x="1111648" y="31172"/>
                </a:lnTo>
                <a:lnTo>
                  <a:pt x="1054151" y="22005"/>
                </a:lnTo>
                <a:lnTo>
                  <a:pt x="993555" y="14312"/>
                </a:lnTo>
                <a:lnTo>
                  <a:pt x="930165" y="8179"/>
                </a:lnTo>
                <a:lnTo>
                  <a:pt x="864286" y="3692"/>
                </a:lnTo>
                <a:lnTo>
                  <a:pt x="796221" y="937"/>
                </a:lnTo>
                <a:lnTo>
                  <a:pt x="726274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705574" y="6153035"/>
            <a:ext cx="1452880" cy="409575"/>
          </a:xfrm>
          <a:custGeom>
            <a:avLst/>
            <a:gdLst/>
            <a:ahLst/>
            <a:cxnLst/>
            <a:rect l="l" t="t" r="r" b="b"/>
            <a:pathLst>
              <a:path w="1452879" h="409575">
                <a:moveTo>
                  <a:pt x="0" y="204787"/>
                </a:moveTo>
                <a:lnTo>
                  <a:pt x="13095" y="165873"/>
                </a:lnTo>
                <a:lnTo>
                  <a:pt x="50760" y="129423"/>
                </a:lnTo>
                <a:lnTo>
                  <a:pt x="110558" y="96125"/>
                </a:lnTo>
                <a:lnTo>
                  <a:pt x="147997" y="80873"/>
                </a:lnTo>
                <a:lnTo>
                  <a:pt x="190055" y="66665"/>
                </a:lnTo>
                <a:lnTo>
                  <a:pt x="236430" y="53589"/>
                </a:lnTo>
                <a:lnTo>
                  <a:pt x="286816" y="41730"/>
                </a:lnTo>
                <a:lnTo>
                  <a:pt x="340910" y="31174"/>
                </a:lnTo>
                <a:lnTo>
                  <a:pt x="398406" y="22006"/>
                </a:lnTo>
                <a:lnTo>
                  <a:pt x="459002" y="14312"/>
                </a:lnTo>
                <a:lnTo>
                  <a:pt x="522391" y="8179"/>
                </a:lnTo>
                <a:lnTo>
                  <a:pt x="588270" y="3692"/>
                </a:lnTo>
                <a:lnTo>
                  <a:pt x="656334" y="937"/>
                </a:lnTo>
                <a:lnTo>
                  <a:pt x="726280" y="0"/>
                </a:lnTo>
                <a:lnTo>
                  <a:pt x="796225" y="937"/>
                </a:lnTo>
                <a:lnTo>
                  <a:pt x="864289" y="3692"/>
                </a:lnTo>
                <a:lnTo>
                  <a:pt x="930167" y="8179"/>
                </a:lnTo>
                <a:lnTo>
                  <a:pt x="993556" y="14312"/>
                </a:lnTo>
                <a:lnTo>
                  <a:pt x="1054151" y="22006"/>
                </a:lnTo>
                <a:lnTo>
                  <a:pt x="1111647" y="31174"/>
                </a:lnTo>
                <a:lnTo>
                  <a:pt x="1165741" y="41730"/>
                </a:lnTo>
                <a:lnTo>
                  <a:pt x="1216127" y="53589"/>
                </a:lnTo>
                <a:lnTo>
                  <a:pt x="1262502" y="66665"/>
                </a:lnTo>
                <a:lnTo>
                  <a:pt x="1304561" y="80873"/>
                </a:lnTo>
                <a:lnTo>
                  <a:pt x="1341999" y="96125"/>
                </a:lnTo>
                <a:lnTo>
                  <a:pt x="1401798" y="129423"/>
                </a:lnTo>
                <a:lnTo>
                  <a:pt x="1439463" y="165873"/>
                </a:lnTo>
                <a:lnTo>
                  <a:pt x="1452559" y="204787"/>
                </a:lnTo>
                <a:lnTo>
                  <a:pt x="1449234" y="224510"/>
                </a:lnTo>
                <a:lnTo>
                  <a:pt x="1423549" y="262277"/>
                </a:lnTo>
                <a:lnTo>
                  <a:pt x="1374513" y="297237"/>
                </a:lnTo>
                <a:lnTo>
                  <a:pt x="1304561" y="328702"/>
                </a:lnTo>
                <a:lnTo>
                  <a:pt x="1262502" y="342909"/>
                </a:lnTo>
                <a:lnTo>
                  <a:pt x="1216127" y="355985"/>
                </a:lnTo>
                <a:lnTo>
                  <a:pt x="1165741" y="367845"/>
                </a:lnTo>
                <a:lnTo>
                  <a:pt x="1111647" y="378401"/>
                </a:lnTo>
                <a:lnTo>
                  <a:pt x="1054151" y="387569"/>
                </a:lnTo>
                <a:lnTo>
                  <a:pt x="993556" y="395262"/>
                </a:lnTo>
                <a:lnTo>
                  <a:pt x="930167" y="401395"/>
                </a:lnTo>
                <a:lnTo>
                  <a:pt x="864289" y="405883"/>
                </a:lnTo>
                <a:lnTo>
                  <a:pt x="796225" y="408638"/>
                </a:lnTo>
                <a:lnTo>
                  <a:pt x="726280" y="409575"/>
                </a:lnTo>
                <a:lnTo>
                  <a:pt x="656334" y="408638"/>
                </a:lnTo>
                <a:lnTo>
                  <a:pt x="588270" y="405883"/>
                </a:lnTo>
                <a:lnTo>
                  <a:pt x="522391" y="401395"/>
                </a:lnTo>
                <a:lnTo>
                  <a:pt x="459002" y="395262"/>
                </a:lnTo>
                <a:lnTo>
                  <a:pt x="398406" y="387569"/>
                </a:lnTo>
                <a:lnTo>
                  <a:pt x="340910" y="378401"/>
                </a:lnTo>
                <a:lnTo>
                  <a:pt x="286816" y="367845"/>
                </a:lnTo>
                <a:lnTo>
                  <a:pt x="236430" y="355985"/>
                </a:lnTo>
                <a:lnTo>
                  <a:pt x="190055" y="342909"/>
                </a:lnTo>
                <a:lnTo>
                  <a:pt x="147997" y="328702"/>
                </a:lnTo>
                <a:lnTo>
                  <a:pt x="110558" y="313449"/>
                </a:lnTo>
                <a:lnTo>
                  <a:pt x="50760" y="280151"/>
                </a:lnTo>
                <a:lnTo>
                  <a:pt x="13095" y="243702"/>
                </a:lnTo>
                <a:lnTo>
                  <a:pt x="0" y="204787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997039" y="6035879"/>
            <a:ext cx="866775" cy="1009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marR="5080" indent="-139700">
              <a:lnSpc>
                <a:spcPct val="134500"/>
              </a:lnSpc>
              <a:spcBef>
                <a:spcPts val="100"/>
              </a:spcBef>
            </a:pPr>
            <a:r>
              <a:rPr sz="2400" u="heavy" spc="-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Titel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462311" y="5168785"/>
            <a:ext cx="224154" cy="246379"/>
          </a:xfrm>
          <a:custGeom>
            <a:avLst/>
            <a:gdLst/>
            <a:ahLst/>
            <a:cxnLst/>
            <a:rect l="l" t="t" r="r" b="b"/>
            <a:pathLst>
              <a:path w="224154" h="246379">
                <a:moveTo>
                  <a:pt x="0" y="0"/>
                </a:moveTo>
                <a:lnTo>
                  <a:pt x="223837" y="246062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908399" y="5824423"/>
            <a:ext cx="784225" cy="657225"/>
          </a:xfrm>
          <a:custGeom>
            <a:avLst/>
            <a:gdLst/>
            <a:ahLst/>
            <a:cxnLst/>
            <a:rect l="l" t="t" r="r" b="b"/>
            <a:pathLst>
              <a:path w="784225" h="657225">
                <a:moveTo>
                  <a:pt x="0" y="0"/>
                </a:moveTo>
                <a:lnTo>
                  <a:pt x="784224" y="657224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257899" y="6481647"/>
            <a:ext cx="558800" cy="81280"/>
          </a:xfrm>
          <a:custGeom>
            <a:avLst/>
            <a:gdLst/>
            <a:ahLst/>
            <a:cxnLst/>
            <a:rect l="l" t="t" r="r" b="b"/>
            <a:pathLst>
              <a:path w="558800" h="81279">
                <a:moveTo>
                  <a:pt x="0" y="80961"/>
                </a:moveTo>
                <a:lnTo>
                  <a:pt x="558799" y="0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57899" y="6891222"/>
            <a:ext cx="447675" cy="0"/>
          </a:xfrm>
          <a:custGeom>
            <a:avLst/>
            <a:gdLst/>
            <a:ahLst/>
            <a:cxnLst/>
            <a:rect l="l" t="t" r="r" b="b"/>
            <a:pathLst>
              <a:path w="447675">
                <a:moveTo>
                  <a:pt x="0" y="0"/>
                </a:moveTo>
                <a:lnTo>
                  <a:pt x="447674" y="1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468786" y="3776548"/>
            <a:ext cx="0" cy="762635"/>
          </a:xfrm>
          <a:custGeom>
            <a:avLst/>
            <a:gdLst/>
            <a:ahLst/>
            <a:cxnLst/>
            <a:rect l="l" t="t" r="r" b="b"/>
            <a:pathLst>
              <a:path h="762635">
                <a:moveTo>
                  <a:pt x="0" y="0"/>
                </a:moveTo>
                <a:lnTo>
                  <a:pt x="0" y="762438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340422" y="4339190"/>
            <a:ext cx="257175" cy="256540"/>
          </a:xfrm>
          <a:custGeom>
            <a:avLst/>
            <a:gdLst/>
            <a:ahLst/>
            <a:cxnLst/>
            <a:rect l="l" t="t" r="r" b="b"/>
            <a:pathLst>
              <a:path w="257175" h="256539">
                <a:moveTo>
                  <a:pt x="24686" y="0"/>
                </a:moveTo>
                <a:lnTo>
                  <a:pt x="13949" y="3662"/>
                </a:lnTo>
                <a:lnTo>
                  <a:pt x="5475" y="11206"/>
                </a:lnTo>
                <a:lnTo>
                  <a:pt x="714" y="21073"/>
                </a:lnTo>
                <a:lnTo>
                  <a:pt x="0" y="32003"/>
                </a:lnTo>
                <a:lnTo>
                  <a:pt x="3662" y="42740"/>
                </a:lnTo>
                <a:lnTo>
                  <a:pt x="128364" y="256507"/>
                </a:lnTo>
                <a:lnTo>
                  <a:pt x="194523" y="143083"/>
                </a:lnTo>
                <a:lnTo>
                  <a:pt x="128364" y="143083"/>
                </a:lnTo>
                <a:lnTo>
                  <a:pt x="53027" y="13949"/>
                </a:lnTo>
                <a:lnTo>
                  <a:pt x="45484" y="5475"/>
                </a:lnTo>
                <a:lnTo>
                  <a:pt x="35617" y="714"/>
                </a:lnTo>
                <a:lnTo>
                  <a:pt x="24686" y="0"/>
                </a:lnTo>
                <a:close/>
              </a:path>
              <a:path w="257175" h="256539">
                <a:moveTo>
                  <a:pt x="232028" y="0"/>
                </a:moveTo>
                <a:lnTo>
                  <a:pt x="221098" y="714"/>
                </a:lnTo>
                <a:lnTo>
                  <a:pt x="211231" y="5475"/>
                </a:lnTo>
                <a:lnTo>
                  <a:pt x="203687" y="13949"/>
                </a:lnTo>
                <a:lnTo>
                  <a:pt x="128364" y="143083"/>
                </a:lnTo>
                <a:lnTo>
                  <a:pt x="194523" y="143083"/>
                </a:lnTo>
                <a:lnTo>
                  <a:pt x="253052" y="42740"/>
                </a:lnTo>
                <a:lnTo>
                  <a:pt x="256717" y="32003"/>
                </a:lnTo>
                <a:lnTo>
                  <a:pt x="256005" y="21073"/>
                </a:lnTo>
                <a:lnTo>
                  <a:pt x="251245" y="11206"/>
                </a:lnTo>
                <a:lnTo>
                  <a:pt x="242765" y="3662"/>
                </a:lnTo>
                <a:lnTo>
                  <a:pt x="2320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173566" y="1653743"/>
            <a:ext cx="5983605" cy="271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1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  <a:p>
            <a:pPr marR="269240" algn="ctr">
              <a:lnSpc>
                <a:spcPts val="2260"/>
              </a:lnSpc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  <a:p>
            <a:pPr marL="82550">
              <a:lnSpc>
                <a:spcPts val="2730"/>
              </a:lnSpc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  <a:p>
            <a:pPr marL="814705">
              <a:lnSpc>
                <a:spcPct val="100000"/>
              </a:lnSpc>
              <a:spcBef>
                <a:spcPts val="1375"/>
              </a:spcBef>
            </a:pPr>
            <a:r>
              <a:rPr sz="2400" spc="-5" dirty="0">
                <a:latin typeface="Times New Roman"/>
                <a:cs typeface="Times New Roman"/>
              </a:rPr>
              <a:t>Reale </a:t>
            </a:r>
            <a:r>
              <a:rPr sz="2400" spc="-45" dirty="0">
                <a:latin typeface="Times New Roman"/>
                <a:cs typeface="Times New Roman"/>
              </a:rPr>
              <a:t>Welt: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Universität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>
              <a:latin typeface="Times New Roman"/>
              <a:cs typeface="Times New Roman"/>
            </a:endParaRPr>
          </a:p>
          <a:p>
            <a:pPr marL="261048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Konzeptuelle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Modellierung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375499" y="4717935"/>
            <a:ext cx="335280" cy="246379"/>
          </a:xfrm>
          <a:custGeom>
            <a:avLst/>
            <a:gdLst/>
            <a:ahLst/>
            <a:cxnLst/>
            <a:rect l="l" t="t" r="r" b="b"/>
            <a:pathLst>
              <a:path w="335279" h="246379">
                <a:moveTo>
                  <a:pt x="0" y="246062"/>
                </a:moveTo>
                <a:lnTo>
                  <a:pt x="334961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75499" y="4963998"/>
            <a:ext cx="782955" cy="492125"/>
          </a:xfrm>
          <a:custGeom>
            <a:avLst/>
            <a:gdLst/>
            <a:ahLst/>
            <a:cxnLst/>
            <a:rect l="l" t="t" r="r" b="b"/>
            <a:pathLst>
              <a:path w="782954" h="492125">
                <a:moveTo>
                  <a:pt x="0" y="0"/>
                </a:moveTo>
                <a:lnTo>
                  <a:pt x="782635" y="4921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369025" y="5168785"/>
            <a:ext cx="55880" cy="328930"/>
          </a:xfrm>
          <a:custGeom>
            <a:avLst/>
            <a:gdLst/>
            <a:ahLst/>
            <a:cxnLst/>
            <a:rect l="l" t="t" r="r" b="b"/>
            <a:pathLst>
              <a:path w="55879" h="328929">
                <a:moveTo>
                  <a:pt x="55562" y="0"/>
                </a:moveTo>
                <a:lnTo>
                  <a:pt x="0" y="3286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138715" y="5989523"/>
            <a:ext cx="1230630" cy="492125"/>
          </a:xfrm>
          <a:custGeom>
            <a:avLst/>
            <a:gdLst/>
            <a:ahLst/>
            <a:cxnLst/>
            <a:rect l="l" t="t" r="r" b="b"/>
            <a:pathLst>
              <a:path w="1230629" h="492125">
                <a:moveTo>
                  <a:pt x="1230309" y="0"/>
                </a:moveTo>
                <a:lnTo>
                  <a:pt x="0" y="4921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458B1A-17DF-51EA-9EA2-7C839134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76000"/>
          </a:xfrm>
        </p:spPr>
        <p:txBody>
          <a:bodyPr/>
          <a:lstStyle/>
          <a:p>
            <a:r>
              <a:rPr lang="en-US" dirty="0" err="1"/>
              <a:t>Logische</a:t>
            </a:r>
            <a:r>
              <a:rPr lang="en-US" dirty="0"/>
              <a:t> </a:t>
            </a:r>
            <a:r>
              <a:rPr lang="en-US" dirty="0" err="1"/>
              <a:t>Datenmodelle</a:t>
            </a:r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073183" y="7260836"/>
            <a:ext cx="53467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8</a:t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9220" y="1779473"/>
            <a:ext cx="8615680" cy="52136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800" spc="-5" dirty="0" err="1">
                <a:latin typeface="Tahoma"/>
                <a:cs typeface="Tahoma"/>
              </a:rPr>
              <a:t>Netzwerkmodell</a:t>
            </a:r>
            <a:r>
              <a:rPr lang="en-GB" sz="2800" spc="-5" dirty="0">
                <a:latin typeface="Tahoma"/>
                <a:cs typeface="Tahoma"/>
              </a:rPr>
              <a:t> (</a:t>
            </a:r>
            <a:r>
              <a:rPr lang="en-GB" sz="2800" spc="-5" dirty="0" err="1">
                <a:latin typeface="Tahoma"/>
                <a:cs typeface="Tahoma"/>
              </a:rPr>
              <a:t>jetzt</a:t>
            </a:r>
            <a:r>
              <a:rPr lang="en-GB" sz="2800" spc="-5" dirty="0">
                <a:latin typeface="Tahoma"/>
                <a:cs typeface="Tahoma"/>
              </a:rPr>
              <a:t> </a:t>
            </a:r>
            <a:r>
              <a:rPr lang="en-GB" sz="2800" spc="-5" dirty="0" err="1">
                <a:latin typeface="Tahoma"/>
                <a:cs typeface="Tahoma"/>
              </a:rPr>
              <a:t>wieder</a:t>
            </a:r>
            <a:r>
              <a:rPr lang="en-GB" sz="2800" spc="-5" dirty="0">
                <a:latin typeface="Tahoma"/>
                <a:cs typeface="Tahoma"/>
              </a:rPr>
              <a:t> </a:t>
            </a:r>
            <a:r>
              <a:rPr lang="en-GB" sz="2800" spc="-5" dirty="0" err="1">
                <a:latin typeface="Tahoma"/>
                <a:cs typeface="Tahoma"/>
              </a:rPr>
              <a:t>Graphdatenbanken</a:t>
            </a:r>
            <a:r>
              <a:rPr lang="en-GB" sz="2800" spc="-5" dirty="0">
                <a:latin typeface="Tahoma"/>
                <a:cs typeface="Tahoma"/>
              </a:rPr>
              <a:t>)</a:t>
            </a:r>
            <a:endParaRPr sz="2800" dirty="0">
              <a:latin typeface="Tahoma"/>
              <a:cs typeface="Tahoma"/>
            </a:endParaRPr>
          </a:p>
          <a:p>
            <a:pPr marL="457200" indent="-457200">
              <a:lnSpc>
                <a:spcPct val="100000"/>
              </a:lnSpc>
              <a:spcBef>
                <a:spcPts val="3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85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800" spc="-5" dirty="0" err="1">
                <a:latin typeface="Tahoma"/>
                <a:cs typeface="Tahoma"/>
              </a:rPr>
              <a:t>Hierarchisches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Datenmodell</a:t>
            </a:r>
            <a:endParaRPr sz="2800" dirty="0">
              <a:latin typeface="Tahoma"/>
              <a:cs typeface="Tahoma"/>
            </a:endParaRPr>
          </a:p>
          <a:p>
            <a:pPr marL="457200" indent="-4572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9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800" spc="-5" dirty="0" err="1">
                <a:solidFill>
                  <a:srgbClr val="D60093"/>
                </a:solidFill>
                <a:latin typeface="Tahoma"/>
                <a:cs typeface="Tahoma"/>
              </a:rPr>
              <a:t>Relationales</a:t>
            </a:r>
            <a:r>
              <a:rPr sz="2800" spc="-5" dirty="0">
                <a:solidFill>
                  <a:srgbClr val="D60093"/>
                </a:solidFill>
                <a:latin typeface="Tahoma"/>
                <a:cs typeface="Tahoma"/>
              </a:rPr>
              <a:t> Datenmodell</a:t>
            </a:r>
            <a:endParaRPr sz="2800" dirty="0">
              <a:latin typeface="Tahoma"/>
              <a:cs typeface="Tahoma"/>
            </a:endParaRPr>
          </a:p>
          <a:p>
            <a:pPr marL="457200" indent="-4572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9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800" spc="-5" dirty="0">
                <a:solidFill>
                  <a:srgbClr val="000000"/>
                </a:solidFill>
                <a:latin typeface="Tahoma"/>
                <a:cs typeface="Tahoma"/>
              </a:rPr>
              <a:t>XML Schema</a:t>
            </a:r>
            <a:endParaRPr sz="2800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457200" indent="-457200">
              <a:lnSpc>
                <a:spcPct val="100000"/>
              </a:lnSpc>
              <a:spcBef>
                <a:spcPts val="4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950" dirty="0">
              <a:latin typeface="Times New Roman"/>
              <a:cs typeface="Times New Roman"/>
            </a:endParaRPr>
          </a:p>
          <a:p>
            <a:pPr marL="469900" indent="-457200">
              <a:lnSpc>
                <a:spcPts val="332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800" spc="-5" dirty="0" err="1">
                <a:latin typeface="Tahoma"/>
                <a:cs typeface="Tahoma"/>
              </a:rPr>
              <a:t>Objektorientiertes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Datenmodell</a:t>
            </a:r>
            <a:endParaRPr sz="2800" dirty="0">
              <a:latin typeface="Tahoma"/>
              <a:cs typeface="Tahoma"/>
            </a:endParaRPr>
          </a:p>
          <a:p>
            <a:pPr marL="1270000" indent="-342900">
              <a:lnSpc>
                <a:spcPts val="2840"/>
              </a:lnSpc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spc="-5" dirty="0" err="1">
                <a:latin typeface="Tahoma"/>
                <a:cs typeface="Tahoma"/>
              </a:rPr>
              <a:t>Objektrelationales</a:t>
            </a:r>
            <a:r>
              <a:rPr sz="2400" spc="-5" dirty="0">
                <a:latin typeface="Tahoma"/>
                <a:cs typeface="Tahoma"/>
              </a:rPr>
              <a:t> Schema</a:t>
            </a:r>
            <a:endParaRPr sz="2400" dirty="0">
              <a:latin typeface="Tahoma"/>
              <a:cs typeface="Tahoma"/>
            </a:endParaRPr>
          </a:p>
          <a:p>
            <a:pPr marL="457200" indent="-457200">
              <a:lnSpc>
                <a:spcPct val="100000"/>
              </a:lnSpc>
              <a:spcBef>
                <a:spcPts val="4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95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800" spc="-5" dirty="0" err="1">
                <a:latin typeface="Tahoma"/>
                <a:cs typeface="Tahoma"/>
              </a:rPr>
              <a:t>Deduktives</a:t>
            </a:r>
            <a:r>
              <a:rPr sz="2800" spc="-5" dirty="0">
                <a:latin typeface="Tahoma"/>
                <a:cs typeface="Tahoma"/>
              </a:rPr>
              <a:t> Datenmodell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935789" y="5988051"/>
            <a:ext cx="6690359" cy="1010756"/>
          </a:xfrm>
          <a:custGeom>
            <a:avLst/>
            <a:gdLst/>
            <a:ahLst/>
            <a:cxnLst/>
            <a:rect l="l" t="t" r="r" b="b"/>
            <a:pathLst>
              <a:path w="6690359" h="1046479">
                <a:moveTo>
                  <a:pt x="0" y="0"/>
                </a:moveTo>
                <a:lnTo>
                  <a:pt x="6690321" y="0"/>
                </a:lnTo>
                <a:lnTo>
                  <a:pt x="6690321" y="1046434"/>
                </a:lnTo>
                <a:lnTo>
                  <a:pt x="0" y="10464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27100" y="3930650"/>
            <a:ext cx="7239000" cy="1917700"/>
          </a:xfrm>
          <a:custGeom>
            <a:avLst/>
            <a:gdLst/>
            <a:ahLst/>
            <a:cxnLst/>
            <a:rect l="l" t="t" r="r" b="b"/>
            <a:pathLst>
              <a:path w="7239000" h="1917700">
                <a:moveTo>
                  <a:pt x="0" y="0"/>
                </a:moveTo>
                <a:lnTo>
                  <a:pt x="7239000" y="0"/>
                </a:lnTo>
                <a:lnTo>
                  <a:pt x="7239000" y="1917700"/>
                </a:lnTo>
                <a:lnTo>
                  <a:pt x="0" y="19177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3377C23-7DA9-DFD6-7FD9-E4F1679A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76000"/>
          </a:xfrm>
        </p:spPr>
        <p:txBody>
          <a:bodyPr/>
          <a:lstStyle/>
          <a:p>
            <a:r>
              <a:rPr lang="en-US" dirty="0"/>
              <a:t>Das relational </a:t>
            </a:r>
            <a:r>
              <a:rPr lang="en-US" dirty="0" err="1"/>
              <a:t>Datenmodell</a:t>
            </a:r>
            <a:endParaRPr lang="en-US" dirty="0"/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1003300" y="3930650"/>
            <a:ext cx="8001000" cy="23968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sz="2000" b="1" spc="-5" dirty="0">
                <a:latin typeface="Tahoma"/>
                <a:cs typeface="Tahoma"/>
              </a:rPr>
              <a:t>Select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b="0" spc="-5" dirty="0">
                <a:latin typeface="Tahoma"/>
                <a:cs typeface="Tahoma"/>
              </a:rPr>
              <a:t>Name</a:t>
            </a:r>
          </a:p>
          <a:p>
            <a:pPr marL="0" indent="0">
              <a:lnSpc>
                <a:spcPct val="100000"/>
              </a:lnSpc>
              <a:spcBef>
                <a:spcPts val="260"/>
              </a:spcBef>
              <a:buNone/>
            </a:pPr>
            <a:r>
              <a:rPr sz="2000" b="1" spc="-5" dirty="0">
                <a:latin typeface="Tahoma"/>
                <a:cs typeface="Tahoma"/>
              </a:rPr>
              <a:t>From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b="0" spc="-5" dirty="0">
                <a:latin typeface="Tahoma"/>
                <a:cs typeface="Tahoma"/>
              </a:rPr>
              <a:t>Studenten, hören,</a:t>
            </a:r>
            <a:r>
              <a:rPr sz="2000" b="0" spc="55" dirty="0">
                <a:latin typeface="Tahoma"/>
                <a:cs typeface="Tahoma"/>
              </a:rPr>
              <a:t> </a:t>
            </a:r>
            <a:r>
              <a:rPr sz="2000" b="0" spc="-15" dirty="0">
                <a:latin typeface="Tahoma"/>
                <a:cs typeface="Tahoma"/>
              </a:rPr>
              <a:t>Vorlesungen</a:t>
            </a:r>
          </a:p>
          <a:p>
            <a:pPr marL="19050" marR="5080" indent="0">
              <a:lnSpc>
                <a:spcPts val="3200"/>
              </a:lnSpc>
              <a:spcBef>
                <a:spcPts val="60"/>
              </a:spcBef>
              <a:buNone/>
              <a:tabLst>
                <a:tab pos="5642610" algn="l"/>
                <a:tab pos="5890895" algn="l"/>
              </a:tabLst>
            </a:pPr>
            <a:r>
              <a:rPr sz="2000" b="1" spc="-5" dirty="0">
                <a:latin typeface="Tahoma"/>
                <a:cs typeface="Tahoma"/>
              </a:rPr>
              <a:t>Wher</a:t>
            </a:r>
            <a:r>
              <a:rPr sz="2000" b="1" dirty="0">
                <a:latin typeface="Tahoma"/>
                <a:cs typeface="Tahoma"/>
              </a:rPr>
              <a:t>e</a:t>
            </a:r>
            <a:r>
              <a:rPr sz="2000" spc="45" dirty="0">
                <a:latin typeface="Tahoma"/>
                <a:cs typeface="Tahoma"/>
              </a:rPr>
              <a:t> </a:t>
            </a:r>
            <a:r>
              <a:rPr sz="2000" b="0" spc="-5" dirty="0">
                <a:latin typeface="Tahoma"/>
                <a:cs typeface="Tahoma"/>
              </a:rPr>
              <a:t>S</a:t>
            </a:r>
            <a:r>
              <a:rPr sz="2000" b="0" dirty="0">
                <a:latin typeface="Tahoma"/>
                <a:cs typeface="Tahoma"/>
              </a:rPr>
              <a:t>t</a:t>
            </a:r>
            <a:r>
              <a:rPr sz="2000" b="0" spc="-5" dirty="0">
                <a:latin typeface="Tahoma"/>
                <a:cs typeface="Tahoma"/>
              </a:rPr>
              <a:t>u</a:t>
            </a:r>
            <a:r>
              <a:rPr sz="2000" b="0" spc="-10" dirty="0">
                <a:latin typeface="Tahoma"/>
                <a:cs typeface="Tahoma"/>
              </a:rPr>
              <a:t>d</a:t>
            </a:r>
            <a:r>
              <a:rPr sz="2000" b="0" dirty="0">
                <a:latin typeface="Tahoma"/>
                <a:cs typeface="Tahoma"/>
              </a:rPr>
              <a:t>e</a:t>
            </a:r>
            <a:r>
              <a:rPr sz="2000" b="0" spc="-5" dirty="0">
                <a:latin typeface="Tahoma"/>
                <a:cs typeface="Tahoma"/>
              </a:rPr>
              <a:t>n</a:t>
            </a:r>
            <a:r>
              <a:rPr sz="2000" b="0" dirty="0">
                <a:latin typeface="Tahoma"/>
                <a:cs typeface="Tahoma"/>
              </a:rPr>
              <a:t>te</a:t>
            </a:r>
            <a:r>
              <a:rPr sz="2000" b="0" spc="-5" dirty="0">
                <a:latin typeface="Tahoma"/>
                <a:cs typeface="Tahoma"/>
              </a:rPr>
              <a:t>n</a:t>
            </a:r>
            <a:r>
              <a:rPr sz="2000" b="0" spc="-10" dirty="0">
                <a:latin typeface="Tahoma"/>
                <a:cs typeface="Tahoma"/>
              </a:rPr>
              <a:t>.</a:t>
            </a:r>
            <a:r>
              <a:rPr sz="2000" b="0" spc="-5" dirty="0">
                <a:latin typeface="Tahoma"/>
                <a:cs typeface="Tahoma"/>
              </a:rPr>
              <a:t>M</a:t>
            </a:r>
            <a:r>
              <a:rPr sz="2000" b="0" dirty="0">
                <a:latin typeface="Tahoma"/>
                <a:cs typeface="Tahoma"/>
              </a:rPr>
              <a:t>atrNr </a:t>
            </a:r>
            <a:r>
              <a:rPr sz="2000" b="0" spc="-5" dirty="0">
                <a:latin typeface="Tahoma"/>
                <a:cs typeface="Tahoma"/>
              </a:rPr>
              <a:t>=</a:t>
            </a:r>
            <a:r>
              <a:rPr sz="2000" b="0" dirty="0">
                <a:latin typeface="Tahoma"/>
                <a:cs typeface="Tahoma"/>
              </a:rPr>
              <a:t> </a:t>
            </a:r>
            <a:r>
              <a:rPr sz="2000" b="0" spc="-5" dirty="0">
                <a:latin typeface="Tahoma"/>
                <a:cs typeface="Tahoma"/>
              </a:rPr>
              <a:t>h</a:t>
            </a:r>
            <a:r>
              <a:rPr sz="2000" b="0" dirty="0">
                <a:latin typeface="Tahoma"/>
                <a:cs typeface="Tahoma"/>
              </a:rPr>
              <a:t>ö</a:t>
            </a:r>
            <a:r>
              <a:rPr sz="2000" b="0" spc="-15" dirty="0">
                <a:latin typeface="Tahoma"/>
                <a:cs typeface="Tahoma"/>
              </a:rPr>
              <a:t>r</a:t>
            </a:r>
            <a:r>
              <a:rPr sz="2000" b="0" dirty="0">
                <a:latin typeface="Tahoma"/>
                <a:cs typeface="Tahoma"/>
              </a:rPr>
              <a:t>e</a:t>
            </a:r>
            <a:r>
              <a:rPr sz="2000" b="0" spc="-5" dirty="0">
                <a:latin typeface="Tahoma"/>
                <a:cs typeface="Tahoma"/>
              </a:rPr>
              <a:t>n</a:t>
            </a:r>
            <a:r>
              <a:rPr sz="2000" b="0" spc="-10" dirty="0">
                <a:latin typeface="Tahoma"/>
                <a:cs typeface="Tahoma"/>
              </a:rPr>
              <a:t>.</a:t>
            </a:r>
            <a:r>
              <a:rPr sz="2000" b="0" spc="-5" dirty="0">
                <a:latin typeface="Tahoma"/>
                <a:cs typeface="Tahoma"/>
              </a:rPr>
              <a:t>M</a:t>
            </a:r>
            <a:r>
              <a:rPr sz="2000" b="0" dirty="0">
                <a:latin typeface="Tahoma"/>
                <a:cs typeface="Tahoma"/>
              </a:rPr>
              <a:t>atrNr</a:t>
            </a:r>
            <a:r>
              <a:rPr lang="en-GB" sz="2000" b="0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a</a:t>
            </a:r>
            <a:r>
              <a:rPr sz="2000" b="1" dirty="0">
                <a:latin typeface="Tahoma"/>
                <a:cs typeface="Tahoma"/>
              </a:rPr>
              <a:t>nd</a:t>
            </a:r>
            <a:r>
              <a:rPr sz="2000" dirty="0">
                <a:latin typeface="Tahoma"/>
                <a:cs typeface="Tahoma"/>
              </a:rPr>
              <a:t>  </a:t>
            </a:r>
            <a:endParaRPr lang="en-GB" sz="2000" dirty="0">
              <a:latin typeface="Tahoma"/>
              <a:cs typeface="Tahoma"/>
            </a:endParaRPr>
          </a:p>
          <a:p>
            <a:pPr marL="19050" marR="5080" indent="0">
              <a:lnSpc>
                <a:spcPts val="3200"/>
              </a:lnSpc>
              <a:spcBef>
                <a:spcPts val="60"/>
              </a:spcBef>
              <a:buNone/>
              <a:tabLst>
                <a:tab pos="5642610" algn="l"/>
                <a:tab pos="5890895" algn="l"/>
              </a:tabLst>
            </a:pPr>
            <a:r>
              <a:rPr sz="2000" b="0" spc="-15" dirty="0">
                <a:latin typeface="Tahoma"/>
                <a:cs typeface="Tahoma"/>
              </a:rPr>
              <a:t>hören.VorlNr</a:t>
            </a:r>
            <a:r>
              <a:rPr sz="2000" b="0" spc="15" dirty="0">
                <a:latin typeface="Tahoma"/>
                <a:cs typeface="Tahoma"/>
              </a:rPr>
              <a:t> </a:t>
            </a:r>
            <a:r>
              <a:rPr sz="2000" b="0" spc="-5" dirty="0">
                <a:latin typeface="Tahoma"/>
                <a:cs typeface="Tahoma"/>
              </a:rPr>
              <a:t>=</a:t>
            </a:r>
            <a:r>
              <a:rPr sz="2000" b="0" spc="20" dirty="0">
                <a:latin typeface="Tahoma"/>
                <a:cs typeface="Tahoma"/>
              </a:rPr>
              <a:t> </a:t>
            </a:r>
            <a:r>
              <a:rPr sz="2000" b="0" spc="-15" dirty="0">
                <a:latin typeface="Tahoma"/>
                <a:cs typeface="Tahoma"/>
              </a:rPr>
              <a:t>Vorlesungen.VorlNr</a:t>
            </a:r>
            <a:r>
              <a:rPr lang="en-GB" sz="2000" b="0" spc="-15" dirty="0">
                <a:latin typeface="Tahoma"/>
                <a:cs typeface="Tahoma"/>
              </a:rPr>
              <a:t> </a:t>
            </a:r>
            <a:r>
              <a:rPr sz="2000" b="1" spc="-5" dirty="0">
                <a:latin typeface="Tahoma"/>
                <a:cs typeface="Tahoma"/>
              </a:rPr>
              <a:t>and</a:t>
            </a:r>
            <a:r>
              <a:rPr sz="2000" spc="-5" dirty="0">
                <a:latin typeface="Tahoma"/>
                <a:cs typeface="Tahoma"/>
              </a:rPr>
              <a:t>  </a:t>
            </a:r>
            <a:endParaRPr lang="en-GB" sz="2000" spc="-5" dirty="0">
              <a:latin typeface="Tahoma"/>
              <a:cs typeface="Tahoma"/>
            </a:endParaRPr>
          </a:p>
          <a:p>
            <a:pPr marL="19050" marR="5080" indent="0">
              <a:lnSpc>
                <a:spcPts val="3200"/>
              </a:lnSpc>
              <a:spcBef>
                <a:spcPts val="60"/>
              </a:spcBef>
              <a:buNone/>
              <a:tabLst>
                <a:tab pos="5642610" algn="l"/>
                <a:tab pos="5890895" algn="l"/>
              </a:tabLst>
            </a:pPr>
            <a:r>
              <a:rPr sz="2000" b="0" spc="-10" dirty="0">
                <a:latin typeface="Tahoma"/>
                <a:cs typeface="Tahoma"/>
              </a:rPr>
              <a:t>Vorlesungen.Titel </a:t>
            </a:r>
            <a:r>
              <a:rPr sz="2000" b="0" spc="-5" dirty="0">
                <a:latin typeface="Tahoma"/>
                <a:cs typeface="Tahoma"/>
              </a:rPr>
              <a:t>=</a:t>
            </a:r>
            <a:r>
              <a:rPr sz="2000" b="0" spc="5" dirty="0">
                <a:latin typeface="Tahoma"/>
                <a:cs typeface="Tahoma"/>
              </a:rPr>
              <a:t> </a:t>
            </a:r>
            <a:r>
              <a:rPr sz="2000" b="0" spc="-5" dirty="0">
                <a:latin typeface="Tahoma"/>
                <a:cs typeface="Tahoma"/>
              </a:rPr>
              <a:t>`Grundzüge</a:t>
            </a:r>
            <a:r>
              <a:rPr sz="2000" spc="-5" dirty="0">
                <a:latin typeface="Tahoma"/>
                <a:cs typeface="Tahoma"/>
              </a:rPr>
              <a:t>´;</a:t>
            </a:r>
          </a:p>
          <a:p>
            <a:pPr marL="0" indent="0">
              <a:lnSpc>
                <a:spcPct val="100000"/>
              </a:lnSpc>
              <a:spcBef>
                <a:spcPts val="1090"/>
              </a:spcBef>
              <a:buNone/>
              <a:tabLst>
                <a:tab pos="1840864" algn="l"/>
              </a:tabLst>
            </a:pPr>
            <a:r>
              <a:rPr lang="en-US" sz="2000" b="1" spc="-5" dirty="0">
                <a:latin typeface="Tahoma"/>
                <a:cs typeface="Tahoma"/>
              </a:rPr>
              <a:t>U</a:t>
            </a:r>
            <a:r>
              <a:rPr sz="2000" b="1" spc="-5" dirty="0">
                <a:latin typeface="Tahoma"/>
                <a:cs typeface="Tahoma"/>
              </a:rPr>
              <a:t>pdate</a:t>
            </a:r>
            <a:r>
              <a:rPr lang="en-GB" sz="2000" spc="-5" dirty="0">
                <a:latin typeface="Tahoma"/>
                <a:cs typeface="Tahoma"/>
              </a:rPr>
              <a:t>          </a:t>
            </a:r>
            <a:r>
              <a:rPr sz="2000" b="0" spc="-15" dirty="0">
                <a:latin typeface="Tahoma"/>
                <a:cs typeface="Tahoma"/>
              </a:rPr>
              <a:t>Vorlesungen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10073183" y="7260836"/>
            <a:ext cx="534670" cy="21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9</a:t>
            </a:fld>
            <a:endParaRPr dirty="0">
              <a:solidFill>
                <a:srgbClr val="000000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531572"/>
              </p:ext>
            </p:extLst>
          </p:nvPr>
        </p:nvGraphicFramePr>
        <p:xfrm>
          <a:off x="758795" y="1706448"/>
          <a:ext cx="2209800" cy="209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 gridSpan="2">
                  <a:txBody>
                    <a:bodyPr/>
                    <a:lstStyle/>
                    <a:p>
                      <a:pPr marL="435609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Studenten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46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MatrNr</a:t>
                      </a:r>
                    </a:p>
                  </a:txBody>
                  <a:tcPr marL="0" marR="0" marT="146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Name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46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412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26120</a:t>
                      </a:r>
                      <a:endParaRPr sz="2400">
                        <a:latin typeface="Tahoma"/>
                        <a:cs typeface="Tahoma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25403</a:t>
                      </a:r>
                      <a:endParaRPr sz="2400">
                        <a:latin typeface="Tahoma"/>
                        <a:cs typeface="Tahoma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46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060" marR="184150" algn="ctr">
                        <a:lnSpc>
                          <a:spcPts val="308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h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te 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Jonas</a:t>
                      </a:r>
                      <a:endParaRPr sz="2400" dirty="0">
                        <a:latin typeface="Tahoma"/>
                        <a:cs typeface="Tahoma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22835"/>
              </p:ext>
            </p:extLst>
          </p:nvPr>
        </p:nvGraphicFramePr>
        <p:xfrm>
          <a:off x="3425799" y="1706448"/>
          <a:ext cx="2210435" cy="2096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6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370">
                <a:tc gridSpan="2">
                  <a:txBody>
                    <a:bodyPr/>
                    <a:lstStyle/>
                    <a:p>
                      <a:pPr marL="73469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hören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MatrNr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VorlNr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539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25403</a:t>
                      </a:r>
                      <a:endParaRPr sz="2400">
                        <a:latin typeface="Tahoma"/>
                        <a:cs typeface="Tahoma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26120</a:t>
                      </a:r>
                      <a:endParaRPr sz="2400">
                        <a:latin typeface="Tahoma"/>
                        <a:cs typeface="Tahoma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5022</a:t>
                      </a:r>
                    </a:p>
                    <a:p>
                      <a:pPr marL="32384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5001</a:t>
                      </a:r>
                    </a:p>
                    <a:p>
                      <a:pPr marL="3175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945019"/>
              </p:ext>
            </p:extLst>
          </p:nvPr>
        </p:nvGraphicFramePr>
        <p:xfrm>
          <a:off x="6168999" y="1706448"/>
          <a:ext cx="3733800" cy="2096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370">
                <a:tc gridSpan="2">
                  <a:txBody>
                    <a:bodyPr/>
                    <a:lstStyle/>
                    <a:p>
                      <a:pPr marL="10598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Vorlesungen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VorlNr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Titel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539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5001</a:t>
                      </a:r>
                      <a:endParaRPr sz="2400">
                        <a:latin typeface="Tahoma"/>
                        <a:cs typeface="Tahoma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5022</a:t>
                      </a:r>
                      <a:endParaRPr sz="2400">
                        <a:latin typeface="Tahoma"/>
                        <a:cs typeface="Tahoma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2400">
                        <a:latin typeface="Tahoma"/>
                        <a:cs typeface="Tahoma"/>
                      </a:endParaRPr>
                    </a:p>
                    <a:p>
                      <a:pPr marL="3810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Wissen</a:t>
                      </a:r>
                      <a:endParaRPr sz="2400">
                        <a:latin typeface="Tahoma"/>
                        <a:cs typeface="Tahoma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003300" y="6658049"/>
            <a:ext cx="9861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Tahoma"/>
                <a:cs typeface="Tahoma"/>
              </a:rPr>
              <a:t>w</a:t>
            </a:r>
            <a:r>
              <a:rPr sz="2000" b="1" dirty="0">
                <a:latin typeface="Tahoma"/>
                <a:cs typeface="Tahoma"/>
              </a:rPr>
              <a:t>h</a:t>
            </a:r>
            <a:r>
              <a:rPr sz="2000" b="1" spc="-5" dirty="0">
                <a:latin typeface="Tahoma"/>
                <a:cs typeface="Tahoma"/>
              </a:rPr>
              <a:t>ere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3300" y="6369050"/>
            <a:ext cx="5057775" cy="62975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927100" marR="5080" indent="-914400">
              <a:lnSpc>
                <a:spcPct val="100699"/>
              </a:lnSpc>
              <a:spcBef>
                <a:spcPts val="80"/>
              </a:spcBef>
              <a:tabLst>
                <a:tab pos="926465" algn="l"/>
              </a:tabLst>
            </a:pPr>
            <a:r>
              <a:rPr sz="2000" b="1" spc="-5" dirty="0">
                <a:latin typeface="Tahoma"/>
                <a:cs typeface="Tahoma"/>
              </a:rPr>
              <a:t>set	</a:t>
            </a:r>
            <a:r>
              <a:rPr lang="en-GB" sz="2000" b="1" spc="-5" dirty="0">
                <a:latin typeface="Tahoma"/>
                <a:cs typeface="Tahoma"/>
              </a:rPr>
              <a:t>          </a:t>
            </a:r>
            <a:r>
              <a:rPr sz="2000" dirty="0">
                <a:latin typeface="Tahoma"/>
                <a:cs typeface="Tahoma"/>
              </a:rPr>
              <a:t>Titel </a:t>
            </a:r>
            <a:r>
              <a:rPr sz="2000" spc="-5" dirty="0">
                <a:latin typeface="Tahoma"/>
                <a:cs typeface="Tahoma"/>
              </a:rPr>
              <a:t>= `Grundzüge der Logik  </a:t>
            </a:r>
            <a:r>
              <a:rPr lang="en-GB" sz="2000" spc="-5" dirty="0">
                <a:latin typeface="Tahoma"/>
                <a:cs typeface="Tahoma"/>
              </a:rPr>
              <a:t>        	    </a:t>
            </a:r>
            <a:r>
              <a:rPr sz="2000" spc="-20" dirty="0">
                <a:latin typeface="Tahoma"/>
                <a:cs typeface="Tahoma"/>
              </a:rPr>
              <a:t>VorlNr </a:t>
            </a:r>
            <a:r>
              <a:rPr sz="2000" spc="-5" dirty="0">
                <a:latin typeface="Tahoma"/>
                <a:cs typeface="Tahoma"/>
              </a:rPr>
              <a:t>=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5001;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17079" y="7163954"/>
            <a:ext cx="2235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400" dirty="0">
                <a:solidFill>
                  <a:srgbClr val="000000"/>
                </a:solidFill>
                <a:latin typeface="Arial"/>
                <a:cs typeface="Arial"/>
              </a:rPr>
              <a:t>19</a:t>
            </a:r>
          </a:p>
        </p:txBody>
      </p:sp>
      <p:sp>
        <p:nvSpPr>
          <p:cNvPr id="3" name="object 3"/>
          <p:cNvSpPr/>
          <p:nvPr/>
        </p:nvSpPr>
        <p:spPr>
          <a:xfrm>
            <a:off x="1003304" y="6275008"/>
            <a:ext cx="8255000" cy="171450"/>
          </a:xfrm>
          <a:custGeom>
            <a:avLst/>
            <a:gdLst/>
            <a:ahLst/>
            <a:cxnLst/>
            <a:rect l="l" t="t" r="r" b="b"/>
            <a:pathLst>
              <a:path w="8255000" h="171450">
                <a:moveTo>
                  <a:pt x="8254994" y="0"/>
                </a:moveTo>
                <a:lnTo>
                  <a:pt x="8216411" y="23503"/>
                </a:lnTo>
                <a:lnTo>
                  <a:pt x="8176997" y="33290"/>
                </a:lnTo>
                <a:lnTo>
                  <a:pt x="8124435" y="42881"/>
                </a:lnTo>
                <a:lnTo>
                  <a:pt x="8082287" y="49157"/>
                </a:lnTo>
                <a:lnTo>
                  <a:pt x="8034594" y="55335"/>
                </a:lnTo>
                <a:lnTo>
                  <a:pt x="7981473" y="61408"/>
                </a:lnTo>
                <a:lnTo>
                  <a:pt x="7923044" y="67372"/>
                </a:lnTo>
                <a:lnTo>
                  <a:pt x="7859425" y="73222"/>
                </a:lnTo>
                <a:lnTo>
                  <a:pt x="7790736" y="78953"/>
                </a:lnTo>
                <a:lnTo>
                  <a:pt x="7717095" y="84560"/>
                </a:lnTo>
                <a:lnTo>
                  <a:pt x="7678455" y="87315"/>
                </a:lnTo>
                <a:lnTo>
                  <a:pt x="7638621" y="90038"/>
                </a:lnTo>
                <a:lnTo>
                  <a:pt x="7597609" y="92727"/>
                </a:lnTo>
                <a:lnTo>
                  <a:pt x="7555434" y="95382"/>
                </a:lnTo>
                <a:lnTo>
                  <a:pt x="7512109" y="98002"/>
                </a:lnTo>
                <a:lnTo>
                  <a:pt x="7467651" y="100587"/>
                </a:lnTo>
                <a:lnTo>
                  <a:pt x="7422074" y="103136"/>
                </a:lnTo>
                <a:lnTo>
                  <a:pt x="7375392" y="105649"/>
                </a:lnTo>
                <a:lnTo>
                  <a:pt x="7327622" y="108124"/>
                </a:lnTo>
                <a:lnTo>
                  <a:pt x="7278776" y="110562"/>
                </a:lnTo>
                <a:lnTo>
                  <a:pt x="7228872" y="112961"/>
                </a:lnTo>
                <a:lnTo>
                  <a:pt x="7177922" y="115321"/>
                </a:lnTo>
                <a:lnTo>
                  <a:pt x="7125943" y="117641"/>
                </a:lnTo>
                <a:lnTo>
                  <a:pt x="7072949" y="119922"/>
                </a:lnTo>
                <a:lnTo>
                  <a:pt x="7018954" y="122161"/>
                </a:lnTo>
                <a:lnTo>
                  <a:pt x="6963975" y="124359"/>
                </a:lnTo>
                <a:lnTo>
                  <a:pt x="6908025" y="126515"/>
                </a:lnTo>
                <a:lnTo>
                  <a:pt x="6851119" y="128628"/>
                </a:lnTo>
                <a:lnTo>
                  <a:pt x="6793273" y="130698"/>
                </a:lnTo>
                <a:lnTo>
                  <a:pt x="6734501" y="132723"/>
                </a:lnTo>
                <a:lnTo>
                  <a:pt x="6674818" y="134705"/>
                </a:lnTo>
                <a:lnTo>
                  <a:pt x="6614239" y="136641"/>
                </a:lnTo>
                <a:lnTo>
                  <a:pt x="6552779" y="138531"/>
                </a:lnTo>
                <a:lnTo>
                  <a:pt x="6490452" y="140375"/>
                </a:lnTo>
                <a:lnTo>
                  <a:pt x="6427274" y="142172"/>
                </a:lnTo>
                <a:lnTo>
                  <a:pt x="6363259" y="143921"/>
                </a:lnTo>
                <a:lnTo>
                  <a:pt x="6298422" y="145622"/>
                </a:lnTo>
                <a:lnTo>
                  <a:pt x="6232779" y="147274"/>
                </a:lnTo>
                <a:lnTo>
                  <a:pt x="6166343" y="148876"/>
                </a:lnTo>
                <a:lnTo>
                  <a:pt x="6099131" y="150429"/>
                </a:lnTo>
                <a:lnTo>
                  <a:pt x="6031156" y="151931"/>
                </a:lnTo>
                <a:lnTo>
                  <a:pt x="5962433" y="153381"/>
                </a:lnTo>
                <a:lnTo>
                  <a:pt x="5892978" y="154780"/>
                </a:lnTo>
                <a:lnTo>
                  <a:pt x="5822805" y="156125"/>
                </a:lnTo>
                <a:lnTo>
                  <a:pt x="5751929" y="157418"/>
                </a:lnTo>
                <a:lnTo>
                  <a:pt x="5680366" y="158657"/>
                </a:lnTo>
                <a:lnTo>
                  <a:pt x="5608129" y="159841"/>
                </a:lnTo>
                <a:lnTo>
                  <a:pt x="5535234" y="160971"/>
                </a:lnTo>
                <a:lnTo>
                  <a:pt x="5461695" y="162044"/>
                </a:lnTo>
                <a:lnTo>
                  <a:pt x="5387528" y="163062"/>
                </a:lnTo>
                <a:lnTo>
                  <a:pt x="5312747" y="164023"/>
                </a:lnTo>
                <a:lnTo>
                  <a:pt x="5237367" y="164926"/>
                </a:lnTo>
                <a:lnTo>
                  <a:pt x="5161404" y="165771"/>
                </a:lnTo>
                <a:lnTo>
                  <a:pt x="5084871" y="166557"/>
                </a:lnTo>
                <a:lnTo>
                  <a:pt x="5007784" y="167284"/>
                </a:lnTo>
                <a:lnTo>
                  <a:pt x="4930157" y="167951"/>
                </a:lnTo>
                <a:lnTo>
                  <a:pt x="4852006" y="168557"/>
                </a:lnTo>
                <a:lnTo>
                  <a:pt x="4773346" y="169102"/>
                </a:lnTo>
                <a:lnTo>
                  <a:pt x="4694190" y="169585"/>
                </a:lnTo>
                <a:lnTo>
                  <a:pt x="4614555" y="170006"/>
                </a:lnTo>
                <a:lnTo>
                  <a:pt x="4534455" y="170364"/>
                </a:lnTo>
                <a:lnTo>
                  <a:pt x="4453904" y="170658"/>
                </a:lnTo>
                <a:lnTo>
                  <a:pt x="4372918" y="170888"/>
                </a:lnTo>
                <a:lnTo>
                  <a:pt x="4291512" y="171053"/>
                </a:lnTo>
                <a:lnTo>
                  <a:pt x="4209699" y="171152"/>
                </a:lnTo>
                <a:lnTo>
                  <a:pt x="4127497" y="171185"/>
                </a:lnTo>
                <a:lnTo>
                  <a:pt x="4045293" y="171152"/>
                </a:lnTo>
                <a:lnTo>
                  <a:pt x="3963481" y="171053"/>
                </a:lnTo>
                <a:lnTo>
                  <a:pt x="3882074" y="170888"/>
                </a:lnTo>
                <a:lnTo>
                  <a:pt x="3801088" y="170658"/>
                </a:lnTo>
                <a:lnTo>
                  <a:pt x="3720537" y="170364"/>
                </a:lnTo>
                <a:lnTo>
                  <a:pt x="3640436" y="170006"/>
                </a:lnTo>
                <a:lnTo>
                  <a:pt x="3560800" y="169585"/>
                </a:lnTo>
                <a:lnTo>
                  <a:pt x="3481645" y="169102"/>
                </a:lnTo>
                <a:lnTo>
                  <a:pt x="3402984" y="168557"/>
                </a:lnTo>
                <a:lnTo>
                  <a:pt x="3324833" y="167951"/>
                </a:lnTo>
                <a:lnTo>
                  <a:pt x="3247206" y="167284"/>
                </a:lnTo>
                <a:lnTo>
                  <a:pt x="3170119" y="166557"/>
                </a:lnTo>
                <a:lnTo>
                  <a:pt x="3093586" y="165771"/>
                </a:lnTo>
                <a:lnTo>
                  <a:pt x="3017622" y="164926"/>
                </a:lnTo>
                <a:lnTo>
                  <a:pt x="2942242" y="164023"/>
                </a:lnTo>
                <a:lnTo>
                  <a:pt x="2867461" y="163062"/>
                </a:lnTo>
                <a:lnTo>
                  <a:pt x="2793294" y="162044"/>
                </a:lnTo>
                <a:lnTo>
                  <a:pt x="2719755" y="160971"/>
                </a:lnTo>
                <a:lnTo>
                  <a:pt x="2646860" y="159841"/>
                </a:lnTo>
                <a:lnTo>
                  <a:pt x="2574623" y="158657"/>
                </a:lnTo>
                <a:lnTo>
                  <a:pt x="2503059" y="157418"/>
                </a:lnTo>
                <a:lnTo>
                  <a:pt x="2432184" y="156125"/>
                </a:lnTo>
                <a:lnTo>
                  <a:pt x="2362011" y="154780"/>
                </a:lnTo>
                <a:lnTo>
                  <a:pt x="2292556" y="153381"/>
                </a:lnTo>
                <a:lnTo>
                  <a:pt x="2223833" y="151931"/>
                </a:lnTo>
                <a:lnTo>
                  <a:pt x="2155858" y="150429"/>
                </a:lnTo>
                <a:lnTo>
                  <a:pt x="2088645" y="148876"/>
                </a:lnTo>
                <a:lnTo>
                  <a:pt x="2022210" y="147274"/>
                </a:lnTo>
                <a:lnTo>
                  <a:pt x="1956566" y="145622"/>
                </a:lnTo>
                <a:lnTo>
                  <a:pt x="1891730" y="143921"/>
                </a:lnTo>
                <a:lnTo>
                  <a:pt x="1827715" y="142172"/>
                </a:lnTo>
                <a:lnTo>
                  <a:pt x="1764537" y="140375"/>
                </a:lnTo>
                <a:lnTo>
                  <a:pt x="1702210" y="138531"/>
                </a:lnTo>
                <a:lnTo>
                  <a:pt x="1640750" y="136641"/>
                </a:lnTo>
                <a:lnTo>
                  <a:pt x="1580171" y="134705"/>
                </a:lnTo>
                <a:lnTo>
                  <a:pt x="1520488" y="132723"/>
                </a:lnTo>
                <a:lnTo>
                  <a:pt x="1461716" y="130698"/>
                </a:lnTo>
                <a:lnTo>
                  <a:pt x="1403870" y="128628"/>
                </a:lnTo>
                <a:lnTo>
                  <a:pt x="1346964" y="126515"/>
                </a:lnTo>
                <a:lnTo>
                  <a:pt x="1291014" y="124359"/>
                </a:lnTo>
                <a:lnTo>
                  <a:pt x="1236035" y="122161"/>
                </a:lnTo>
                <a:lnTo>
                  <a:pt x="1182041" y="119922"/>
                </a:lnTo>
                <a:lnTo>
                  <a:pt x="1129046" y="117641"/>
                </a:lnTo>
                <a:lnTo>
                  <a:pt x="1077067" y="115321"/>
                </a:lnTo>
                <a:lnTo>
                  <a:pt x="1026118" y="112961"/>
                </a:lnTo>
                <a:lnTo>
                  <a:pt x="976213" y="110562"/>
                </a:lnTo>
                <a:lnTo>
                  <a:pt x="927368" y="108124"/>
                </a:lnTo>
                <a:lnTo>
                  <a:pt x="879598" y="105649"/>
                </a:lnTo>
                <a:lnTo>
                  <a:pt x="832916" y="103136"/>
                </a:lnTo>
                <a:lnTo>
                  <a:pt x="787339" y="100587"/>
                </a:lnTo>
                <a:lnTo>
                  <a:pt x="742881" y="98002"/>
                </a:lnTo>
                <a:lnTo>
                  <a:pt x="699557" y="95382"/>
                </a:lnTo>
                <a:lnTo>
                  <a:pt x="657381" y="92727"/>
                </a:lnTo>
                <a:lnTo>
                  <a:pt x="616370" y="90038"/>
                </a:lnTo>
                <a:lnTo>
                  <a:pt x="576536" y="87315"/>
                </a:lnTo>
                <a:lnTo>
                  <a:pt x="537896" y="84560"/>
                </a:lnTo>
                <a:lnTo>
                  <a:pt x="464255" y="78953"/>
                </a:lnTo>
                <a:lnTo>
                  <a:pt x="395566" y="73222"/>
                </a:lnTo>
                <a:lnTo>
                  <a:pt x="331948" y="67372"/>
                </a:lnTo>
                <a:lnTo>
                  <a:pt x="273519" y="61408"/>
                </a:lnTo>
                <a:lnTo>
                  <a:pt x="220398" y="55335"/>
                </a:lnTo>
                <a:lnTo>
                  <a:pt x="172705" y="49157"/>
                </a:lnTo>
                <a:lnTo>
                  <a:pt x="130558" y="42881"/>
                </a:lnTo>
                <a:lnTo>
                  <a:pt x="77996" y="33290"/>
                </a:lnTo>
                <a:lnTo>
                  <a:pt x="38582" y="23503"/>
                </a:lnTo>
                <a:lnTo>
                  <a:pt x="3199" y="6802"/>
                </a:lnTo>
                <a:lnTo>
                  <a:pt x="802" y="3409"/>
                </a:lnTo>
                <a:lnTo>
                  <a:pt x="0" y="0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3304" y="6103823"/>
            <a:ext cx="8255000" cy="1027430"/>
          </a:xfrm>
          <a:custGeom>
            <a:avLst/>
            <a:gdLst/>
            <a:ahLst/>
            <a:cxnLst/>
            <a:rect l="l" t="t" r="r" b="b"/>
            <a:pathLst>
              <a:path w="8255000" h="1027429">
                <a:moveTo>
                  <a:pt x="0" y="171184"/>
                </a:moveTo>
                <a:lnTo>
                  <a:pt x="38582" y="147681"/>
                </a:lnTo>
                <a:lnTo>
                  <a:pt x="77996" y="137895"/>
                </a:lnTo>
                <a:lnTo>
                  <a:pt x="130558" y="128304"/>
                </a:lnTo>
                <a:lnTo>
                  <a:pt x="172705" y="122027"/>
                </a:lnTo>
                <a:lnTo>
                  <a:pt x="220398" y="115849"/>
                </a:lnTo>
                <a:lnTo>
                  <a:pt x="273519" y="109776"/>
                </a:lnTo>
                <a:lnTo>
                  <a:pt x="331948" y="103812"/>
                </a:lnTo>
                <a:lnTo>
                  <a:pt x="395566" y="97962"/>
                </a:lnTo>
                <a:lnTo>
                  <a:pt x="464255" y="92232"/>
                </a:lnTo>
                <a:lnTo>
                  <a:pt x="537896" y="86625"/>
                </a:lnTo>
                <a:lnTo>
                  <a:pt x="576536" y="83869"/>
                </a:lnTo>
                <a:lnTo>
                  <a:pt x="616370" y="81147"/>
                </a:lnTo>
                <a:lnTo>
                  <a:pt x="657381" y="78458"/>
                </a:lnTo>
                <a:lnTo>
                  <a:pt x="699557" y="75803"/>
                </a:lnTo>
                <a:lnTo>
                  <a:pt x="742881" y="73183"/>
                </a:lnTo>
                <a:lnTo>
                  <a:pt x="787339" y="70598"/>
                </a:lnTo>
                <a:lnTo>
                  <a:pt x="832916" y="68049"/>
                </a:lnTo>
                <a:lnTo>
                  <a:pt x="879598" y="65536"/>
                </a:lnTo>
                <a:lnTo>
                  <a:pt x="927368" y="63061"/>
                </a:lnTo>
                <a:lnTo>
                  <a:pt x="976213" y="60623"/>
                </a:lnTo>
                <a:lnTo>
                  <a:pt x="1026118" y="58224"/>
                </a:lnTo>
                <a:lnTo>
                  <a:pt x="1077067" y="55864"/>
                </a:lnTo>
                <a:lnTo>
                  <a:pt x="1129046" y="53544"/>
                </a:lnTo>
                <a:lnTo>
                  <a:pt x="1182041" y="51263"/>
                </a:lnTo>
                <a:lnTo>
                  <a:pt x="1236035" y="49024"/>
                </a:lnTo>
                <a:lnTo>
                  <a:pt x="1291014" y="46826"/>
                </a:lnTo>
                <a:lnTo>
                  <a:pt x="1346964" y="44670"/>
                </a:lnTo>
                <a:lnTo>
                  <a:pt x="1403870" y="42557"/>
                </a:lnTo>
                <a:lnTo>
                  <a:pt x="1461716" y="40487"/>
                </a:lnTo>
                <a:lnTo>
                  <a:pt x="1520488" y="38462"/>
                </a:lnTo>
                <a:lnTo>
                  <a:pt x="1580171" y="36480"/>
                </a:lnTo>
                <a:lnTo>
                  <a:pt x="1640750" y="34544"/>
                </a:lnTo>
                <a:lnTo>
                  <a:pt x="1702210" y="32654"/>
                </a:lnTo>
                <a:lnTo>
                  <a:pt x="1764537" y="30810"/>
                </a:lnTo>
                <a:lnTo>
                  <a:pt x="1827715" y="29013"/>
                </a:lnTo>
                <a:lnTo>
                  <a:pt x="1891730" y="27264"/>
                </a:lnTo>
                <a:lnTo>
                  <a:pt x="1956566" y="25563"/>
                </a:lnTo>
                <a:lnTo>
                  <a:pt x="2022210" y="23911"/>
                </a:lnTo>
                <a:lnTo>
                  <a:pt x="2088645" y="22308"/>
                </a:lnTo>
                <a:lnTo>
                  <a:pt x="2155858" y="20756"/>
                </a:lnTo>
                <a:lnTo>
                  <a:pt x="2223833" y="19254"/>
                </a:lnTo>
                <a:lnTo>
                  <a:pt x="2292556" y="17804"/>
                </a:lnTo>
                <a:lnTo>
                  <a:pt x="2362011" y="16405"/>
                </a:lnTo>
                <a:lnTo>
                  <a:pt x="2432184" y="15060"/>
                </a:lnTo>
                <a:lnTo>
                  <a:pt x="2503059" y="13767"/>
                </a:lnTo>
                <a:lnTo>
                  <a:pt x="2574623" y="12528"/>
                </a:lnTo>
                <a:lnTo>
                  <a:pt x="2646860" y="11344"/>
                </a:lnTo>
                <a:lnTo>
                  <a:pt x="2719755" y="10214"/>
                </a:lnTo>
                <a:lnTo>
                  <a:pt x="2793294" y="9140"/>
                </a:lnTo>
                <a:lnTo>
                  <a:pt x="2867461" y="8123"/>
                </a:lnTo>
                <a:lnTo>
                  <a:pt x="2942242" y="7162"/>
                </a:lnTo>
                <a:lnTo>
                  <a:pt x="3017622" y="6259"/>
                </a:lnTo>
                <a:lnTo>
                  <a:pt x="3093586" y="5414"/>
                </a:lnTo>
                <a:lnTo>
                  <a:pt x="3170119" y="4628"/>
                </a:lnTo>
                <a:lnTo>
                  <a:pt x="3247206" y="3901"/>
                </a:lnTo>
                <a:lnTo>
                  <a:pt x="3324833" y="3234"/>
                </a:lnTo>
                <a:lnTo>
                  <a:pt x="3402984" y="2628"/>
                </a:lnTo>
                <a:lnTo>
                  <a:pt x="3481645" y="2083"/>
                </a:lnTo>
                <a:lnTo>
                  <a:pt x="3560800" y="1600"/>
                </a:lnTo>
                <a:lnTo>
                  <a:pt x="3640436" y="1179"/>
                </a:lnTo>
                <a:lnTo>
                  <a:pt x="3720537" y="821"/>
                </a:lnTo>
                <a:lnTo>
                  <a:pt x="3801088" y="527"/>
                </a:lnTo>
                <a:lnTo>
                  <a:pt x="3882074" y="297"/>
                </a:lnTo>
                <a:lnTo>
                  <a:pt x="3963481" y="132"/>
                </a:lnTo>
                <a:lnTo>
                  <a:pt x="4045293" y="33"/>
                </a:lnTo>
                <a:lnTo>
                  <a:pt x="4127497" y="0"/>
                </a:lnTo>
                <a:lnTo>
                  <a:pt x="4209699" y="33"/>
                </a:lnTo>
                <a:lnTo>
                  <a:pt x="4291512" y="132"/>
                </a:lnTo>
                <a:lnTo>
                  <a:pt x="4372918" y="297"/>
                </a:lnTo>
                <a:lnTo>
                  <a:pt x="4453904" y="527"/>
                </a:lnTo>
                <a:lnTo>
                  <a:pt x="4534455" y="821"/>
                </a:lnTo>
                <a:lnTo>
                  <a:pt x="4614555" y="1179"/>
                </a:lnTo>
                <a:lnTo>
                  <a:pt x="4694190" y="1600"/>
                </a:lnTo>
                <a:lnTo>
                  <a:pt x="4773346" y="2083"/>
                </a:lnTo>
                <a:lnTo>
                  <a:pt x="4852006" y="2628"/>
                </a:lnTo>
                <a:lnTo>
                  <a:pt x="4930157" y="3234"/>
                </a:lnTo>
                <a:lnTo>
                  <a:pt x="5007784" y="3901"/>
                </a:lnTo>
                <a:lnTo>
                  <a:pt x="5084871" y="4628"/>
                </a:lnTo>
                <a:lnTo>
                  <a:pt x="5161404" y="5414"/>
                </a:lnTo>
                <a:lnTo>
                  <a:pt x="5237367" y="6259"/>
                </a:lnTo>
                <a:lnTo>
                  <a:pt x="5312747" y="7162"/>
                </a:lnTo>
                <a:lnTo>
                  <a:pt x="5387528" y="8123"/>
                </a:lnTo>
                <a:lnTo>
                  <a:pt x="5461695" y="9140"/>
                </a:lnTo>
                <a:lnTo>
                  <a:pt x="5535234" y="10214"/>
                </a:lnTo>
                <a:lnTo>
                  <a:pt x="5608129" y="11344"/>
                </a:lnTo>
                <a:lnTo>
                  <a:pt x="5680366" y="12528"/>
                </a:lnTo>
                <a:lnTo>
                  <a:pt x="5751929" y="13767"/>
                </a:lnTo>
                <a:lnTo>
                  <a:pt x="5822805" y="15060"/>
                </a:lnTo>
                <a:lnTo>
                  <a:pt x="5892978" y="16405"/>
                </a:lnTo>
                <a:lnTo>
                  <a:pt x="5962433" y="17804"/>
                </a:lnTo>
                <a:lnTo>
                  <a:pt x="6031156" y="19254"/>
                </a:lnTo>
                <a:lnTo>
                  <a:pt x="6099131" y="20756"/>
                </a:lnTo>
                <a:lnTo>
                  <a:pt x="6166343" y="22308"/>
                </a:lnTo>
                <a:lnTo>
                  <a:pt x="6232779" y="23911"/>
                </a:lnTo>
                <a:lnTo>
                  <a:pt x="6298422" y="25563"/>
                </a:lnTo>
                <a:lnTo>
                  <a:pt x="6363259" y="27264"/>
                </a:lnTo>
                <a:lnTo>
                  <a:pt x="6427274" y="29013"/>
                </a:lnTo>
                <a:lnTo>
                  <a:pt x="6490452" y="30810"/>
                </a:lnTo>
                <a:lnTo>
                  <a:pt x="6552779" y="32654"/>
                </a:lnTo>
                <a:lnTo>
                  <a:pt x="6614239" y="34544"/>
                </a:lnTo>
                <a:lnTo>
                  <a:pt x="6674818" y="36480"/>
                </a:lnTo>
                <a:lnTo>
                  <a:pt x="6734501" y="38462"/>
                </a:lnTo>
                <a:lnTo>
                  <a:pt x="6793273" y="40487"/>
                </a:lnTo>
                <a:lnTo>
                  <a:pt x="6851119" y="42557"/>
                </a:lnTo>
                <a:lnTo>
                  <a:pt x="6908025" y="44670"/>
                </a:lnTo>
                <a:lnTo>
                  <a:pt x="6963975" y="46826"/>
                </a:lnTo>
                <a:lnTo>
                  <a:pt x="7018954" y="49024"/>
                </a:lnTo>
                <a:lnTo>
                  <a:pt x="7072949" y="51263"/>
                </a:lnTo>
                <a:lnTo>
                  <a:pt x="7125943" y="53544"/>
                </a:lnTo>
                <a:lnTo>
                  <a:pt x="7177922" y="55864"/>
                </a:lnTo>
                <a:lnTo>
                  <a:pt x="7228872" y="58224"/>
                </a:lnTo>
                <a:lnTo>
                  <a:pt x="7278776" y="60623"/>
                </a:lnTo>
                <a:lnTo>
                  <a:pt x="7327622" y="63061"/>
                </a:lnTo>
                <a:lnTo>
                  <a:pt x="7375392" y="65536"/>
                </a:lnTo>
                <a:lnTo>
                  <a:pt x="7422074" y="68049"/>
                </a:lnTo>
                <a:lnTo>
                  <a:pt x="7467651" y="70598"/>
                </a:lnTo>
                <a:lnTo>
                  <a:pt x="7512109" y="73183"/>
                </a:lnTo>
                <a:lnTo>
                  <a:pt x="7555434" y="75803"/>
                </a:lnTo>
                <a:lnTo>
                  <a:pt x="7597609" y="78458"/>
                </a:lnTo>
                <a:lnTo>
                  <a:pt x="7638621" y="81147"/>
                </a:lnTo>
                <a:lnTo>
                  <a:pt x="7678455" y="83869"/>
                </a:lnTo>
                <a:lnTo>
                  <a:pt x="7717095" y="86625"/>
                </a:lnTo>
                <a:lnTo>
                  <a:pt x="7790736" y="92232"/>
                </a:lnTo>
                <a:lnTo>
                  <a:pt x="7859425" y="97962"/>
                </a:lnTo>
                <a:lnTo>
                  <a:pt x="7923044" y="103812"/>
                </a:lnTo>
                <a:lnTo>
                  <a:pt x="7981473" y="109776"/>
                </a:lnTo>
                <a:lnTo>
                  <a:pt x="8034594" y="115849"/>
                </a:lnTo>
                <a:lnTo>
                  <a:pt x="8082287" y="122027"/>
                </a:lnTo>
                <a:lnTo>
                  <a:pt x="8124435" y="128304"/>
                </a:lnTo>
                <a:lnTo>
                  <a:pt x="8176997" y="137895"/>
                </a:lnTo>
                <a:lnTo>
                  <a:pt x="8216411" y="147681"/>
                </a:lnTo>
                <a:lnTo>
                  <a:pt x="8251794" y="164382"/>
                </a:lnTo>
                <a:lnTo>
                  <a:pt x="8254994" y="171184"/>
                </a:lnTo>
                <a:lnTo>
                  <a:pt x="8254994" y="855926"/>
                </a:lnTo>
                <a:lnTo>
                  <a:pt x="8216411" y="879429"/>
                </a:lnTo>
                <a:lnTo>
                  <a:pt x="8176997" y="889216"/>
                </a:lnTo>
                <a:lnTo>
                  <a:pt x="8124435" y="898807"/>
                </a:lnTo>
                <a:lnTo>
                  <a:pt x="8082287" y="905084"/>
                </a:lnTo>
                <a:lnTo>
                  <a:pt x="8034594" y="911261"/>
                </a:lnTo>
                <a:lnTo>
                  <a:pt x="7981473" y="917334"/>
                </a:lnTo>
                <a:lnTo>
                  <a:pt x="7923044" y="923298"/>
                </a:lnTo>
                <a:lnTo>
                  <a:pt x="7859425" y="929148"/>
                </a:lnTo>
                <a:lnTo>
                  <a:pt x="7790736" y="934879"/>
                </a:lnTo>
                <a:lnTo>
                  <a:pt x="7717095" y="940486"/>
                </a:lnTo>
                <a:lnTo>
                  <a:pt x="7678455" y="943241"/>
                </a:lnTo>
                <a:lnTo>
                  <a:pt x="7638621" y="945963"/>
                </a:lnTo>
                <a:lnTo>
                  <a:pt x="7597609" y="948652"/>
                </a:lnTo>
                <a:lnTo>
                  <a:pt x="7555434" y="951307"/>
                </a:lnTo>
                <a:lnTo>
                  <a:pt x="7512109" y="953928"/>
                </a:lnTo>
                <a:lnTo>
                  <a:pt x="7467651" y="956513"/>
                </a:lnTo>
                <a:lnTo>
                  <a:pt x="7422074" y="959062"/>
                </a:lnTo>
                <a:lnTo>
                  <a:pt x="7375392" y="961574"/>
                </a:lnTo>
                <a:lnTo>
                  <a:pt x="7327622" y="964049"/>
                </a:lnTo>
                <a:lnTo>
                  <a:pt x="7278776" y="966487"/>
                </a:lnTo>
                <a:lnTo>
                  <a:pt x="7228872" y="968886"/>
                </a:lnTo>
                <a:lnTo>
                  <a:pt x="7177922" y="971246"/>
                </a:lnTo>
                <a:lnTo>
                  <a:pt x="7125943" y="973566"/>
                </a:lnTo>
                <a:lnTo>
                  <a:pt x="7072949" y="975846"/>
                </a:lnTo>
                <a:lnTo>
                  <a:pt x="7018954" y="978086"/>
                </a:lnTo>
                <a:lnTo>
                  <a:pt x="6963975" y="980284"/>
                </a:lnTo>
                <a:lnTo>
                  <a:pt x="6908025" y="982439"/>
                </a:lnTo>
                <a:lnTo>
                  <a:pt x="6851119" y="984552"/>
                </a:lnTo>
                <a:lnTo>
                  <a:pt x="6793273" y="986622"/>
                </a:lnTo>
                <a:lnTo>
                  <a:pt x="6734501" y="988648"/>
                </a:lnTo>
                <a:lnTo>
                  <a:pt x="6674818" y="990629"/>
                </a:lnTo>
                <a:lnTo>
                  <a:pt x="6614239" y="992565"/>
                </a:lnTo>
                <a:lnTo>
                  <a:pt x="6552779" y="994455"/>
                </a:lnTo>
                <a:lnTo>
                  <a:pt x="6490452" y="996299"/>
                </a:lnTo>
                <a:lnTo>
                  <a:pt x="6427274" y="998096"/>
                </a:lnTo>
                <a:lnTo>
                  <a:pt x="6363259" y="999845"/>
                </a:lnTo>
                <a:lnTo>
                  <a:pt x="6298422" y="1001546"/>
                </a:lnTo>
                <a:lnTo>
                  <a:pt x="6232779" y="1003198"/>
                </a:lnTo>
                <a:lnTo>
                  <a:pt x="6166343" y="1004801"/>
                </a:lnTo>
                <a:lnTo>
                  <a:pt x="6099131" y="1006353"/>
                </a:lnTo>
                <a:lnTo>
                  <a:pt x="6031156" y="1007855"/>
                </a:lnTo>
                <a:lnTo>
                  <a:pt x="5962433" y="1009305"/>
                </a:lnTo>
                <a:lnTo>
                  <a:pt x="5892978" y="1010703"/>
                </a:lnTo>
                <a:lnTo>
                  <a:pt x="5822805" y="1012049"/>
                </a:lnTo>
                <a:lnTo>
                  <a:pt x="5751929" y="1013342"/>
                </a:lnTo>
                <a:lnTo>
                  <a:pt x="5680366" y="1014581"/>
                </a:lnTo>
                <a:lnTo>
                  <a:pt x="5608129" y="1015765"/>
                </a:lnTo>
                <a:lnTo>
                  <a:pt x="5535234" y="1016894"/>
                </a:lnTo>
                <a:lnTo>
                  <a:pt x="5461695" y="1017968"/>
                </a:lnTo>
                <a:lnTo>
                  <a:pt x="5387528" y="1018986"/>
                </a:lnTo>
                <a:lnTo>
                  <a:pt x="5312747" y="1019946"/>
                </a:lnTo>
                <a:lnTo>
                  <a:pt x="5237367" y="1020849"/>
                </a:lnTo>
                <a:lnTo>
                  <a:pt x="5161404" y="1021694"/>
                </a:lnTo>
                <a:lnTo>
                  <a:pt x="5084871" y="1022480"/>
                </a:lnTo>
                <a:lnTo>
                  <a:pt x="5007784" y="1023207"/>
                </a:lnTo>
                <a:lnTo>
                  <a:pt x="4930157" y="1023874"/>
                </a:lnTo>
                <a:lnTo>
                  <a:pt x="4852006" y="1024480"/>
                </a:lnTo>
                <a:lnTo>
                  <a:pt x="4773346" y="1025025"/>
                </a:lnTo>
                <a:lnTo>
                  <a:pt x="4694190" y="1025509"/>
                </a:lnTo>
                <a:lnTo>
                  <a:pt x="4614555" y="1025929"/>
                </a:lnTo>
                <a:lnTo>
                  <a:pt x="4534455" y="1026287"/>
                </a:lnTo>
                <a:lnTo>
                  <a:pt x="4453904" y="1026581"/>
                </a:lnTo>
                <a:lnTo>
                  <a:pt x="4372918" y="1026811"/>
                </a:lnTo>
                <a:lnTo>
                  <a:pt x="4291512" y="1026976"/>
                </a:lnTo>
                <a:lnTo>
                  <a:pt x="4209699" y="1027075"/>
                </a:lnTo>
                <a:lnTo>
                  <a:pt x="4127497" y="1027109"/>
                </a:lnTo>
                <a:lnTo>
                  <a:pt x="4045293" y="1027075"/>
                </a:lnTo>
                <a:lnTo>
                  <a:pt x="3963481" y="1026976"/>
                </a:lnTo>
                <a:lnTo>
                  <a:pt x="3882074" y="1026811"/>
                </a:lnTo>
                <a:lnTo>
                  <a:pt x="3801088" y="1026581"/>
                </a:lnTo>
                <a:lnTo>
                  <a:pt x="3720537" y="1026287"/>
                </a:lnTo>
                <a:lnTo>
                  <a:pt x="3640436" y="1025929"/>
                </a:lnTo>
                <a:lnTo>
                  <a:pt x="3560800" y="1025509"/>
                </a:lnTo>
                <a:lnTo>
                  <a:pt x="3481645" y="1025025"/>
                </a:lnTo>
                <a:lnTo>
                  <a:pt x="3402984" y="1024480"/>
                </a:lnTo>
                <a:lnTo>
                  <a:pt x="3324833" y="1023874"/>
                </a:lnTo>
                <a:lnTo>
                  <a:pt x="3247206" y="1023207"/>
                </a:lnTo>
                <a:lnTo>
                  <a:pt x="3170119" y="1022480"/>
                </a:lnTo>
                <a:lnTo>
                  <a:pt x="3093586" y="1021694"/>
                </a:lnTo>
                <a:lnTo>
                  <a:pt x="3017622" y="1020849"/>
                </a:lnTo>
                <a:lnTo>
                  <a:pt x="2942242" y="1019946"/>
                </a:lnTo>
                <a:lnTo>
                  <a:pt x="2867461" y="1018986"/>
                </a:lnTo>
                <a:lnTo>
                  <a:pt x="2793294" y="1017968"/>
                </a:lnTo>
                <a:lnTo>
                  <a:pt x="2719755" y="1016894"/>
                </a:lnTo>
                <a:lnTo>
                  <a:pt x="2646860" y="1015765"/>
                </a:lnTo>
                <a:lnTo>
                  <a:pt x="2574623" y="1014581"/>
                </a:lnTo>
                <a:lnTo>
                  <a:pt x="2503059" y="1013342"/>
                </a:lnTo>
                <a:lnTo>
                  <a:pt x="2432184" y="1012049"/>
                </a:lnTo>
                <a:lnTo>
                  <a:pt x="2362011" y="1010703"/>
                </a:lnTo>
                <a:lnTo>
                  <a:pt x="2292556" y="1009305"/>
                </a:lnTo>
                <a:lnTo>
                  <a:pt x="2223833" y="1007855"/>
                </a:lnTo>
                <a:lnTo>
                  <a:pt x="2155858" y="1006353"/>
                </a:lnTo>
                <a:lnTo>
                  <a:pt x="2088645" y="1004801"/>
                </a:lnTo>
                <a:lnTo>
                  <a:pt x="2022210" y="1003198"/>
                </a:lnTo>
                <a:lnTo>
                  <a:pt x="1956566" y="1001546"/>
                </a:lnTo>
                <a:lnTo>
                  <a:pt x="1891730" y="999845"/>
                </a:lnTo>
                <a:lnTo>
                  <a:pt x="1827715" y="998096"/>
                </a:lnTo>
                <a:lnTo>
                  <a:pt x="1764537" y="996299"/>
                </a:lnTo>
                <a:lnTo>
                  <a:pt x="1702210" y="994455"/>
                </a:lnTo>
                <a:lnTo>
                  <a:pt x="1640750" y="992565"/>
                </a:lnTo>
                <a:lnTo>
                  <a:pt x="1580171" y="990629"/>
                </a:lnTo>
                <a:lnTo>
                  <a:pt x="1520488" y="988648"/>
                </a:lnTo>
                <a:lnTo>
                  <a:pt x="1461716" y="986622"/>
                </a:lnTo>
                <a:lnTo>
                  <a:pt x="1403870" y="984552"/>
                </a:lnTo>
                <a:lnTo>
                  <a:pt x="1346964" y="982439"/>
                </a:lnTo>
                <a:lnTo>
                  <a:pt x="1291014" y="980284"/>
                </a:lnTo>
                <a:lnTo>
                  <a:pt x="1236035" y="978086"/>
                </a:lnTo>
                <a:lnTo>
                  <a:pt x="1182041" y="975846"/>
                </a:lnTo>
                <a:lnTo>
                  <a:pt x="1129046" y="973566"/>
                </a:lnTo>
                <a:lnTo>
                  <a:pt x="1077067" y="971246"/>
                </a:lnTo>
                <a:lnTo>
                  <a:pt x="1026118" y="968886"/>
                </a:lnTo>
                <a:lnTo>
                  <a:pt x="976213" y="966487"/>
                </a:lnTo>
                <a:lnTo>
                  <a:pt x="927368" y="964049"/>
                </a:lnTo>
                <a:lnTo>
                  <a:pt x="879598" y="961574"/>
                </a:lnTo>
                <a:lnTo>
                  <a:pt x="832916" y="959062"/>
                </a:lnTo>
                <a:lnTo>
                  <a:pt x="787339" y="956513"/>
                </a:lnTo>
                <a:lnTo>
                  <a:pt x="742881" y="953928"/>
                </a:lnTo>
                <a:lnTo>
                  <a:pt x="699557" y="951307"/>
                </a:lnTo>
                <a:lnTo>
                  <a:pt x="657381" y="948652"/>
                </a:lnTo>
                <a:lnTo>
                  <a:pt x="616370" y="945963"/>
                </a:lnTo>
                <a:lnTo>
                  <a:pt x="576536" y="943241"/>
                </a:lnTo>
                <a:lnTo>
                  <a:pt x="537896" y="940486"/>
                </a:lnTo>
                <a:lnTo>
                  <a:pt x="464255" y="934879"/>
                </a:lnTo>
                <a:lnTo>
                  <a:pt x="395566" y="929148"/>
                </a:lnTo>
                <a:lnTo>
                  <a:pt x="331948" y="923298"/>
                </a:lnTo>
                <a:lnTo>
                  <a:pt x="273519" y="917334"/>
                </a:lnTo>
                <a:lnTo>
                  <a:pt x="220398" y="911261"/>
                </a:lnTo>
                <a:lnTo>
                  <a:pt x="172705" y="905084"/>
                </a:lnTo>
                <a:lnTo>
                  <a:pt x="130558" y="898807"/>
                </a:lnTo>
                <a:lnTo>
                  <a:pt x="77996" y="889216"/>
                </a:lnTo>
                <a:lnTo>
                  <a:pt x="38582" y="879429"/>
                </a:lnTo>
                <a:lnTo>
                  <a:pt x="3199" y="862728"/>
                </a:lnTo>
                <a:lnTo>
                  <a:pt x="0" y="855926"/>
                </a:lnTo>
                <a:lnTo>
                  <a:pt x="0" y="171184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12916" y="6543559"/>
            <a:ext cx="1510030" cy="44323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540"/>
              </a:spcBef>
            </a:pPr>
            <a:r>
              <a:rPr sz="2000" spc="-5" dirty="0">
                <a:latin typeface="Times New Roman"/>
                <a:cs typeface="Times New Roman"/>
              </a:rPr>
              <a:t>Logdateien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7741" y="6543559"/>
            <a:ext cx="1243330" cy="44323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540"/>
              </a:spcBef>
            </a:pPr>
            <a:r>
              <a:rPr sz="2000" spc="-5" dirty="0">
                <a:latin typeface="Times New Roman"/>
                <a:cs typeface="Times New Roman"/>
              </a:rPr>
              <a:t>Indexe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7453" y="6543559"/>
            <a:ext cx="1510030" cy="44323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540"/>
              </a:spcBef>
            </a:pPr>
            <a:r>
              <a:rPr sz="2000" spc="-5" dirty="0">
                <a:latin typeface="Times New Roman"/>
                <a:cs typeface="Times New Roman"/>
              </a:rPr>
              <a:t>Datenbasis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72278" y="6543559"/>
            <a:ext cx="1865630" cy="44323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540"/>
              </a:spcBef>
            </a:pPr>
            <a:r>
              <a:rPr sz="2000" spc="-5" dirty="0">
                <a:latin typeface="Times New Roman"/>
                <a:cs typeface="Times New Roman"/>
              </a:rPr>
              <a:t>Datenwörterbuch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9616" y="5587885"/>
            <a:ext cx="6035675" cy="370205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54"/>
              </a:spcBef>
            </a:pPr>
            <a:r>
              <a:rPr sz="2000" spc="-5" dirty="0">
                <a:latin typeface="Times New Roman"/>
                <a:cs typeface="Times New Roman"/>
              </a:rPr>
              <a:t>Dateiverwaltung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22528" y="5957773"/>
            <a:ext cx="0" cy="586105"/>
          </a:xfrm>
          <a:custGeom>
            <a:avLst/>
            <a:gdLst/>
            <a:ahLst/>
            <a:cxnLst/>
            <a:rect l="l" t="t" r="r" b="b"/>
            <a:pathLst>
              <a:path h="586104">
                <a:moveTo>
                  <a:pt x="0" y="585787"/>
                </a:moveTo>
                <a:lnTo>
                  <a:pt x="0" y="0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10041" y="5957773"/>
            <a:ext cx="0" cy="586105"/>
          </a:xfrm>
          <a:custGeom>
            <a:avLst/>
            <a:gdLst/>
            <a:ahLst/>
            <a:cxnLst/>
            <a:rect l="l" t="t" r="r" b="b"/>
            <a:pathLst>
              <a:path h="586104">
                <a:moveTo>
                  <a:pt x="0" y="585787"/>
                </a:moveTo>
                <a:lnTo>
                  <a:pt x="1" y="0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95966" y="5957773"/>
            <a:ext cx="0" cy="586105"/>
          </a:xfrm>
          <a:custGeom>
            <a:avLst/>
            <a:gdLst/>
            <a:ahLst/>
            <a:cxnLst/>
            <a:rect l="l" t="t" r="r" b="b"/>
            <a:pathLst>
              <a:path h="586104">
                <a:moveTo>
                  <a:pt x="0" y="585787"/>
                </a:moveTo>
                <a:lnTo>
                  <a:pt x="1" y="0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72378" y="5957773"/>
            <a:ext cx="0" cy="586105"/>
          </a:xfrm>
          <a:custGeom>
            <a:avLst/>
            <a:gdLst/>
            <a:ahLst/>
            <a:cxnLst/>
            <a:rect l="l" t="t" r="r" b="b"/>
            <a:pathLst>
              <a:path h="586104">
                <a:moveTo>
                  <a:pt x="0" y="585787"/>
                </a:moveTo>
                <a:lnTo>
                  <a:pt x="0" y="0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9900" y="536880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3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8800" y="4708410"/>
            <a:ext cx="2273300" cy="514350"/>
          </a:xfrm>
          <a:custGeom>
            <a:avLst/>
            <a:gdLst/>
            <a:ahLst/>
            <a:cxnLst/>
            <a:rect l="l" t="t" r="r" b="b"/>
            <a:pathLst>
              <a:path w="2273300" h="514350">
                <a:moveTo>
                  <a:pt x="0" y="0"/>
                </a:moveTo>
                <a:lnTo>
                  <a:pt x="2273298" y="0"/>
                </a:lnTo>
                <a:lnTo>
                  <a:pt x="2273298" y="514349"/>
                </a:lnTo>
                <a:lnTo>
                  <a:pt x="0" y="514349"/>
                </a:lnTo>
                <a:lnTo>
                  <a:pt x="0" y="0"/>
                </a:lnTo>
                <a:close/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2140" y="4648085"/>
            <a:ext cx="2176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Mehrbenutzersynchr.</a:t>
            </a:r>
            <a:endParaRPr sz="2000">
              <a:latin typeface="Times New Roman"/>
              <a:cs typeface="Times New Roman"/>
            </a:endParaRPr>
          </a:p>
          <a:p>
            <a:pPr marR="4445" algn="ctr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Fehlerbehandlung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89229" y="5002098"/>
            <a:ext cx="6924675" cy="0"/>
          </a:xfrm>
          <a:custGeom>
            <a:avLst/>
            <a:gdLst/>
            <a:ahLst/>
            <a:cxnLst/>
            <a:rect l="l" t="t" r="r" b="b"/>
            <a:pathLst>
              <a:path w="6924675">
                <a:moveTo>
                  <a:pt x="0" y="0"/>
                </a:moveTo>
                <a:lnTo>
                  <a:pt x="692466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59311" y="4414723"/>
            <a:ext cx="2038350" cy="36830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250"/>
              </a:spcBef>
            </a:pPr>
            <a:r>
              <a:rPr sz="2000" spc="-5" dirty="0">
                <a:latin typeface="Times New Roman"/>
                <a:cs typeface="Times New Roman"/>
              </a:rPr>
              <a:t>Datenbankmanager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0391" y="4414723"/>
            <a:ext cx="2043430" cy="36830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50"/>
              </a:spcBef>
            </a:pPr>
            <a:r>
              <a:rPr sz="2000" spc="-5" dirty="0">
                <a:latin typeface="Times New Roman"/>
                <a:cs typeface="Times New Roman"/>
              </a:rPr>
              <a:t>Schemaverwaltung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59311" y="3890848"/>
            <a:ext cx="2219325" cy="349250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75"/>
              </a:spcBef>
            </a:pPr>
            <a:r>
              <a:rPr sz="2000" spc="-5" dirty="0">
                <a:latin typeface="Times New Roman"/>
                <a:cs typeface="Times New Roman"/>
              </a:rPr>
              <a:t>Anfragebearbeitung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34054" y="3628911"/>
            <a:ext cx="1478280" cy="786130"/>
          </a:xfrm>
          <a:prstGeom prst="rect">
            <a:avLst/>
          </a:prstGeom>
          <a:ln w="4157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imes New Roman"/>
              <a:cs typeface="Times New Roman"/>
            </a:endParaRPr>
          </a:p>
          <a:p>
            <a:pPr marL="37338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DBMS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98579" y="3189173"/>
            <a:ext cx="4527550" cy="440055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1462405">
              <a:lnSpc>
                <a:spcPct val="100000"/>
              </a:lnSpc>
              <a:spcBef>
                <a:spcPts val="530"/>
              </a:spcBef>
            </a:pPr>
            <a:r>
              <a:rPr sz="2000" spc="-5" dirty="0">
                <a:latin typeface="Times New Roman"/>
                <a:cs typeface="Times New Roman"/>
              </a:rPr>
              <a:t>DML-Compiler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96016" y="3189173"/>
            <a:ext cx="1662430" cy="440055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30"/>
              </a:spcBef>
            </a:pPr>
            <a:r>
              <a:rPr sz="2000" spc="-5" dirty="0">
                <a:latin typeface="Times New Roman"/>
                <a:cs typeface="Times New Roman"/>
              </a:rPr>
              <a:t>DDL-Compiler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58800" y="2927235"/>
            <a:ext cx="8963025" cy="0"/>
          </a:xfrm>
          <a:custGeom>
            <a:avLst/>
            <a:gdLst/>
            <a:ahLst/>
            <a:cxnLst/>
            <a:rect l="l" t="t" r="r" b="b"/>
            <a:pathLst>
              <a:path w="8963025">
                <a:moveTo>
                  <a:pt x="0" y="0"/>
                </a:moveTo>
                <a:lnTo>
                  <a:pt x="8963013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36614" y="1963623"/>
            <a:ext cx="1847850" cy="701675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latin typeface="Times New Roman"/>
                <a:cs typeface="Times New Roman"/>
              </a:rPr>
              <a:t>Anwendung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59311" y="1963623"/>
            <a:ext cx="1849755" cy="701675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512445" marR="368935" indent="-139700">
              <a:lnSpc>
                <a:spcPct val="100000"/>
              </a:lnSpc>
              <a:spcBef>
                <a:spcPts val="360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te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k</a:t>
            </a:r>
            <a:r>
              <a:rPr sz="2000" spc="-5" dirty="0">
                <a:latin typeface="Times New Roman"/>
                <a:cs typeface="Times New Roman"/>
              </a:rPr>
              <a:t>ti</a:t>
            </a:r>
            <a:r>
              <a:rPr sz="2000" dirty="0">
                <a:latin typeface="Times New Roman"/>
                <a:cs typeface="Times New Roman"/>
              </a:rPr>
              <a:t>ve  </a:t>
            </a:r>
            <a:r>
              <a:rPr sz="2000" spc="-5" dirty="0">
                <a:latin typeface="Times New Roman"/>
                <a:cs typeface="Times New Roman"/>
              </a:rPr>
              <a:t>Anfrage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10707" y="1963623"/>
            <a:ext cx="1847850" cy="701675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434340" marR="228600" indent="-177800">
              <a:lnSpc>
                <a:spcPct val="100000"/>
              </a:lnSpc>
              <a:spcBef>
                <a:spcPts val="360"/>
              </a:spcBef>
            </a:pPr>
            <a:r>
              <a:rPr sz="2000" spc="-225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rw</a:t>
            </a:r>
            <a:r>
              <a:rPr sz="2000" spc="-5" dirty="0">
                <a:latin typeface="Times New Roman"/>
                <a:cs typeface="Times New Roman"/>
              </a:rPr>
              <a:t>alt</a:t>
            </a:r>
            <a:r>
              <a:rPr sz="2000" dirty="0">
                <a:latin typeface="Times New Roman"/>
                <a:cs typeface="Times New Roman"/>
              </a:rPr>
              <a:t>ungs-  </a:t>
            </a:r>
            <a:r>
              <a:rPr sz="2000" spc="-5" dirty="0">
                <a:latin typeface="Times New Roman"/>
                <a:cs typeface="Times New Roman"/>
              </a:rPr>
              <a:t>werkzeug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86010" y="1963623"/>
            <a:ext cx="1847850" cy="701675"/>
          </a:xfrm>
          <a:prstGeom prst="rect">
            <a:avLst/>
          </a:prstGeom>
          <a:ln w="4156">
            <a:solidFill>
              <a:srgbClr val="000000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latin typeface="Times New Roman"/>
                <a:cs typeface="Times New Roman"/>
              </a:rPr>
              <a:t>Präcompiler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7931" y="1067955"/>
            <a:ext cx="9423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">
              <a:lnSpc>
                <a:spcPct val="100000"/>
              </a:lnSpc>
              <a:spcBef>
                <a:spcPts val="100"/>
              </a:spcBef>
            </a:pPr>
            <a:r>
              <a:rPr sz="2000" spc="45" dirty="0">
                <a:latin typeface="Times New Roman"/>
                <a:cs typeface="Times New Roman"/>
              </a:rPr>
              <a:t>„Naive</a:t>
            </a:r>
            <a:r>
              <a:rPr sz="2000" spc="45" dirty="0">
                <a:latin typeface="Arial"/>
                <a:cs typeface="Arial"/>
              </a:rPr>
              <a:t>“ 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nu</a:t>
            </a:r>
            <a:r>
              <a:rPr sz="2000" spc="-5" dirty="0">
                <a:latin typeface="Times New Roman"/>
                <a:cs typeface="Times New Roman"/>
              </a:rPr>
              <a:t>tze</a:t>
            </a:r>
            <a:r>
              <a:rPr sz="200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50544" y="1067955"/>
            <a:ext cx="16757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5080" indent="-3556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hr</a:t>
            </a:r>
            <a:r>
              <a:rPr sz="2000" spc="-5" dirty="0">
                <a:latin typeface="Times New Roman"/>
                <a:cs typeface="Times New Roman"/>
              </a:rPr>
              <a:t>itte</a:t>
            </a:r>
            <a:r>
              <a:rPr sz="2000" dirty="0">
                <a:latin typeface="Times New Roman"/>
                <a:cs typeface="Times New Roman"/>
              </a:rPr>
              <a:t>ne  </a:t>
            </a:r>
            <a:r>
              <a:rPr sz="2000" spc="-5" dirty="0">
                <a:latin typeface="Times New Roman"/>
                <a:cs typeface="Times New Roman"/>
              </a:rPr>
              <a:t>Benutzer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65094" y="1067955"/>
            <a:ext cx="15633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Anwendungs-  </a:t>
            </a:r>
            <a:r>
              <a:rPr sz="2000" dirty="0">
                <a:latin typeface="Times New Roman"/>
                <a:cs typeface="Times New Roman"/>
              </a:rPr>
              <a:t>Progr</a:t>
            </a:r>
            <a:r>
              <a:rPr sz="2000" spc="-5" dirty="0">
                <a:latin typeface="Times New Roman"/>
                <a:cs typeface="Times New Roman"/>
              </a:rPr>
              <a:t>ammie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35206" y="1067955"/>
            <a:ext cx="16192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32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Datenbank-  a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5" dirty="0">
                <a:latin typeface="Times New Roman"/>
                <a:cs typeface="Times New Roman"/>
              </a:rPr>
              <a:t>mi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at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668466" y="1788998"/>
            <a:ext cx="0" cy="174625"/>
          </a:xfrm>
          <a:custGeom>
            <a:avLst/>
            <a:gdLst/>
            <a:ahLst/>
            <a:cxnLst/>
            <a:rect l="l" t="t" r="r" b="b"/>
            <a:pathLst>
              <a:path h="174625">
                <a:moveTo>
                  <a:pt x="0" y="0"/>
                </a:moveTo>
                <a:lnTo>
                  <a:pt x="0" y="174624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68466" y="1701686"/>
            <a:ext cx="0" cy="87630"/>
          </a:xfrm>
          <a:custGeom>
            <a:avLst/>
            <a:gdLst/>
            <a:ahLst/>
            <a:cxnLst/>
            <a:rect l="l" t="t" r="r" b="b"/>
            <a:pathLst>
              <a:path h="87630">
                <a:moveTo>
                  <a:pt x="0" y="0"/>
                </a:moveTo>
                <a:lnTo>
                  <a:pt x="0" y="87312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886203" y="1701686"/>
            <a:ext cx="0" cy="262255"/>
          </a:xfrm>
          <a:custGeom>
            <a:avLst/>
            <a:gdLst/>
            <a:ahLst/>
            <a:cxnLst/>
            <a:rect l="l" t="t" r="r" b="b"/>
            <a:pathLst>
              <a:path h="262255">
                <a:moveTo>
                  <a:pt x="0" y="0"/>
                </a:moveTo>
                <a:lnTo>
                  <a:pt x="1" y="261937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18203" y="1701686"/>
            <a:ext cx="0" cy="262255"/>
          </a:xfrm>
          <a:custGeom>
            <a:avLst/>
            <a:gdLst/>
            <a:ahLst/>
            <a:cxnLst/>
            <a:rect l="l" t="t" r="r" b="b"/>
            <a:pathLst>
              <a:path h="262255">
                <a:moveTo>
                  <a:pt x="0" y="0"/>
                </a:moveTo>
                <a:lnTo>
                  <a:pt x="1" y="261937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135941" y="1701686"/>
            <a:ext cx="0" cy="262255"/>
          </a:xfrm>
          <a:custGeom>
            <a:avLst/>
            <a:gdLst/>
            <a:ahLst/>
            <a:cxnLst/>
            <a:rect l="l" t="t" r="r" b="b"/>
            <a:pathLst>
              <a:path h="262255">
                <a:moveTo>
                  <a:pt x="0" y="0"/>
                </a:moveTo>
                <a:lnTo>
                  <a:pt x="0" y="261937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668466" y="2665298"/>
            <a:ext cx="0" cy="523875"/>
          </a:xfrm>
          <a:custGeom>
            <a:avLst/>
            <a:gdLst/>
            <a:ahLst/>
            <a:cxnLst/>
            <a:rect l="l" t="t" r="r" b="b"/>
            <a:pathLst>
              <a:path h="523875">
                <a:moveTo>
                  <a:pt x="0" y="0"/>
                </a:moveTo>
                <a:lnTo>
                  <a:pt x="0" y="523874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886203" y="2665298"/>
            <a:ext cx="0" cy="523875"/>
          </a:xfrm>
          <a:custGeom>
            <a:avLst/>
            <a:gdLst/>
            <a:ahLst/>
            <a:cxnLst/>
            <a:rect l="l" t="t" r="r" b="b"/>
            <a:pathLst>
              <a:path h="523875">
                <a:moveTo>
                  <a:pt x="0" y="0"/>
                </a:moveTo>
                <a:lnTo>
                  <a:pt x="1" y="523874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886203" y="3628910"/>
            <a:ext cx="0" cy="262255"/>
          </a:xfrm>
          <a:custGeom>
            <a:avLst/>
            <a:gdLst/>
            <a:ahLst/>
            <a:cxnLst/>
            <a:rect l="l" t="t" r="r" b="b"/>
            <a:pathLst>
              <a:path h="262254">
                <a:moveTo>
                  <a:pt x="0" y="0"/>
                </a:moveTo>
                <a:lnTo>
                  <a:pt x="1" y="261937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886203" y="4240098"/>
            <a:ext cx="0" cy="174625"/>
          </a:xfrm>
          <a:custGeom>
            <a:avLst/>
            <a:gdLst/>
            <a:ahLst/>
            <a:cxnLst/>
            <a:rect l="l" t="t" r="r" b="b"/>
            <a:pathLst>
              <a:path h="174625">
                <a:moveTo>
                  <a:pt x="0" y="0"/>
                </a:moveTo>
                <a:lnTo>
                  <a:pt x="1" y="174624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886203" y="4767148"/>
            <a:ext cx="0" cy="786130"/>
          </a:xfrm>
          <a:custGeom>
            <a:avLst/>
            <a:gdLst/>
            <a:ahLst/>
            <a:cxnLst/>
            <a:rect l="l" t="t" r="r" b="b"/>
            <a:pathLst>
              <a:path h="786129">
                <a:moveTo>
                  <a:pt x="0" y="0"/>
                </a:moveTo>
                <a:lnTo>
                  <a:pt x="1" y="785812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12017" y="2665298"/>
            <a:ext cx="923925" cy="523875"/>
          </a:xfrm>
          <a:custGeom>
            <a:avLst/>
            <a:gdLst/>
            <a:ahLst/>
            <a:cxnLst/>
            <a:rect l="l" t="t" r="r" b="b"/>
            <a:pathLst>
              <a:path w="923925" h="523875">
                <a:moveTo>
                  <a:pt x="923924" y="0"/>
                </a:moveTo>
                <a:lnTo>
                  <a:pt x="0" y="523874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548316" y="2665298"/>
            <a:ext cx="0" cy="523875"/>
          </a:xfrm>
          <a:custGeom>
            <a:avLst/>
            <a:gdLst/>
            <a:ahLst/>
            <a:cxnLst/>
            <a:rect l="l" t="t" r="r" b="b"/>
            <a:pathLst>
              <a:path h="523875">
                <a:moveTo>
                  <a:pt x="0" y="0"/>
                </a:moveTo>
                <a:lnTo>
                  <a:pt x="1" y="523874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56391" y="4767148"/>
            <a:ext cx="0" cy="786130"/>
          </a:xfrm>
          <a:custGeom>
            <a:avLst/>
            <a:gdLst/>
            <a:ahLst/>
            <a:cxnLst/>
            <a:rect l="l" t="t" r="r" b="b"/>
            <a:pathLst>
              <a:path h="786129">
                <a:moveTo>
                  <a:pt x="0" y="0"/>
                </a:moveTo>
                <a:lnTo>
                  <a:pt x="0" y="785812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079306" y="7181850"/>
            <a:ext cx="231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Times New Roman"/>
                <a:cs typeface="Times New Roman"/>
              </a:rPr>
              <a:t>Hintergrundspeicher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E07BF353-8457-E00A-ABC0-713DF7FC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06" y="270727"/>
            <a:ext cx="6057271" cy="576000"/>
          </a:xfrm>
        </p:spPr>
        <p:txBody>
          <a:bodyPr/>
          <a:lstStyle/>
          <a:p>
            <a:r>
              <a:rPr lang="en-GB" spc="5" dirty="0" err="1"/>
              <a:t>Architekturübersicht</a:t>
            </a:r>
            <a:r>
              <a:rPr lang="en-GB" spc="5" dirty="0"/>
              <a:t> </a:t>
            </a:r>
            <a:r>
              <a:rPr lang="en-GB" dirty="0" err="1"/>
              <a:t>eines</a:t>
            </a:r>
            <a:r>
              <a:rPr lang="en-GB" spc="-95" dirty="0"/>
              <a:t> </a:t>
            </a:r>
            <a:r>
              <a:rPr lang="en-GB" spc="-5" dirty="0"/>
              <a:t>DBMS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FB_Ai_Blanko</Template>
  <TotalTime>1051</TotalTime>
  <Words>527</Words>
  <Application>Microsoft Macintosh PowerPoint</Application>
  <PresentationFormat>Custom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Tahoma</vt:lpstr>
      <vt:lpstr>TheSansOffice</vt:lpstr>
      <vt:lpstr>Times New Roman</vt:lpstr>
      <vt:lpstr>Wingdings</vt:lpstr>
      <vt:lpstr>Benutzerdefiniertes Design</vt:lpstr>
      <vt:lpstr>1_Benutzerdefiniertes Design</vt:lpstr>
      <vt:lpstr>Datenbanksysteme</vt:lpstr>
      <vt:lpstr>Datenbanksysteme – Einleitung &amp; Übersicht</vt:lpstr>
      <vt:lpstr>PowerPoint Presentation</vt:lpstr>
      <vt:lpstr>Motivation für denEinsatz eines  Datenbank- Verwaltungssystems</vt:lpstr>
      <vt:lpstr>Die Abstraktionsebenen eines Datenbanksystems</vt:lpstr>
      <vt:lpstr>Datenmodellierung</vt:lpstr>
      <vt:lpstr>Modellierung einer ersten Beispielanwendung</vt:lpstr>
      <vt:lpstr>Logische Datenmodelle</vt:lpstr>
      <vt:lpstr>Das relational Datenmodell</vt:lpstr>
      <vt:lpstr>Architekturübersicht eines DBMS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Datenbanksysteme</dc:title>
  <cp:lastModifiedBy>Christoph Scheich</cp:lastModifiedBy>
  <cp:revision>58</cp:revision>
  <dcterms:created xsi:type="dcterms:W3CDTF">2018-10-08T07:04:16Z</dcterms:created>
  <dcterms:modified xsi:type="dcterms:W3CDTF">2023-04-15T14:42:21Z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2018-10-08T00:00:00Z</vt:filetime>
  </property>
</Properties>
</file>