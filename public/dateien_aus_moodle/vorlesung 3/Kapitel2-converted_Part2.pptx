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  <p:sldMasterId id="2147483688" r:id="rId2"/>
  </p:sldMasterIdLst>
  <p:handoutMasterIdLst>
    <p:handoutMasterId r:id="rId33"/>
  </p:handoutMasterIdLst>
  <p:sldIdLst>
    <p:sldId id="318" r:id="rId3"/>
    <p:sldId id="319" r:id="rId4"/>
    <p:sldId id="276" r:id="rId5"/>
    <p:sldId id="277" r:id="rId6"/>
    <p:sldId id="278" r:id="rId7"/>
    <p:sldId id="282" r:id="rId8"/>
    <p:sldId id="283" r:id="rId9"/>
    <p:sldId id="317" r:id="rId10"/>
    <p:sldId id="279" r:id="rId11"/>
    <p:sldId id="280" r:id="rId12"/>
    <p:sldId id="281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3" r:id="rId22"/>
    <p:sldId id="294" r:id="rId23"/>
    <p:sldId id="295" r:id="rId24"/>
    <p:sldId id="296" r:id="rId25"/>
    <p:sldId id="297" r:id="rId26"/>
    <p:sldId id="298" r:id="rId27"/>
    <p:sldId id="299" r:id="rId28"/>
    <p:sldId id="300" r:id="rId29"/>
    <p:sldId id="301" r:id="rId30"/>
    <p:sldId id="302" r:id="rId31"/>
    <p:sldId id="303" r:id="rId32"/>
  </p:sldIdLst>
  <p:sldSz cx="10693400" cy="7556500"/>
  <p:notesSz cx="9928225" cy="6797675"/>
  <p:defaultTextStyle>
    <a:defPPr>
      <a:defRPr lang="de-DE"/>
    </a:defPPr>
    <a:lvl1pPr marL="0" algn="l" defTabSz="9142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7" algn="l" defTabSz="9142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9" algn="l" defTabSz="9142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46" algn="l" defTabSz="9142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62" algn="l" defTabSz="9142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78" algn="l" defTabSz="9142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93" algn="l" defTabSz="9142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807" algn="l" defTabSz="9142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923" algn="l" defTabSz="9142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AE7"/>
    <a:srgbClr val="FFFE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0"/>
  </p:normalViewPr>
  <p:slideViewPr>
    <p:cSldViewPr>
      <p:cViewPr>
        <p:scale>
          <a:sx n="120" d="100"/>
          <a:sy n="120" d="100"/>
        </p:scale>
        <p:origin x="816" y="1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2330" cy="341312"/>
          </a:xfrm>
          <a:prstGeom prst="rect">
            <a:avLst/>
          </a:prstGeom>
        </p:spPr>
        <p:txBody>
          <a:bodyPr vert="horz" lIns="83796" tIns="41898" rIns="83796" bIns="41898" rtlCol="0"/>
          <a:lstStyle>
            <a:lvl1pPr algn="l">
              <a:defRPr sz="11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624423" y="1"/>
            <a:ext cx="4300855" cy="341312"/>
          </a:xfrm>
          <a:prstGeom prst="rect">
            <a:avLst/>
          </a:prstGeom>
        </p:spPr>
        <p:txBody>
          <a:bodyPr vert="horz" lIns="83796" tIns="41898" rIns="83796" bIns="41898" rtlCol="0"/>
          <a:lstStyle>
            <a:lvl1pPr algn="r">
              <a:defRPr sz="1100"/>
            </a:lvl1pPr>
          </a:lstStyle>
          <a:p>
            <a:fld id="{16E23F5A-AF97-4FA8-BD08-37643E246CBD}" type="datetimeFigureOut">
              <a:rPr lang="de-DE" smtClean="0"/>
              <a:t>28.04.23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6456364"/>
            <a:ext cx="4302330" cy="341311"/>
          </a:xfrm>
          <a:prstGeom prst="rect">
            <a:avLst/>
          </a:prstGeom>
        </p:spPr>
        <p:txBody>
          <a:bodyPr vert="horz" lIns="83796" tIns="41898" rIns="83796" bIns="41898" rtlCol="0" anchor="b"/>
          <a:lstStyle>
            <a:lvl1pPr algn="l">
              <a:defRPr sz="11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624423" y="6456364"/>
            <a:ext cx="4300855" cy="341311"/>
          </a:xfrm>
          <a:prstGeom prst="rect">
            <a:avLst/>
          </a:prstGeom>
        </p:spPr>
        <p:txBody>
          <a:bodyPr vert="horz" lIns="83796" tIns="41898" rIns="83796" bIns="41898" rtlCol="0" anchor="b"/>
          <a:lstStyle>
            <a:lvl1pPr algn="r">
              <a:defRPr sz="1100"/>
            </a:lvl1pPr>
          </a:lstStyle>
          <a:p>
            <a:fld id="{ECC26457-FDCE-42B6-BA39-CB3F87CC68F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25748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/>
          <p:cNvSpPr/>
          <p:nvPr/>
        </p:nvSpPr>
        <p:spPr>
          <a:xfrm>
            <a:off x="7683509" y="3"/>
            <a:ext cx="2842066" cy="14773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31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91510" y="900050"/>
            <a:ext cx="6118333" cy="647200"/>
          </a:xfrm>
          <a:solidFill>
            <a:schemeClr val="accent2"/>
          </a:solidFill>
        </p:spPr>
        <p:txBody>
          <a:bodyPr anchor="ctr">
            <a:noAutofit/>
          </a:bodyPr>
          <a:lstStyle>
            <a:lvl1pPr algn="l">
              <a:defRPr sz="2193"/>
            </a:lvl1pPr>
          </a:lstStyle>
          <a:p>
            <a:r>
              <a:rPr lang="en-GB"/>
              <a:t>Click to edit Master title style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36675" y="3968914"/>
            <a:ext cx="8020050" cy="1824406"/>
          </a:xfrm>
        </p:spPr>
        <p:txBody>
          <a:bodyPr/>
          <a:lstStyle>
            <a:lvl1pPr marL="0" indent="0" algn="ctr">
              <a:buNone/>
              <a:defRPr sz="2105"/>
            </a:lvl1pPr>
            <a:lvl2pPr marL="400973" indent="0" algn="ctr">
              <a:buNone/>
              <a:defRPr sz="1754"/>
            </a:lvl2pPr>
            <a:lvl3pPr marL="801945" indent="0" algn="ctr">
              <a:buNone/>
              <a:defRPr sz="1579"/>
            </a:lvl3pPr>
            <a:lvl4pPr marL="1202916" indent="0" algn="ctr">
              <a:buNone/>
              <a:defRPr sz="1403"/>
            </a:lvl4pPr>
            <a:lvl5pPr marL="1603890" indent="0" algn="ctr">
              <a:buNone/>
              <a:defRPr sz="1403"/>
            </a:lvl5pPr>
            <a:lvl6pPr marL="2004861" indent="0" algn="ctr">
              <a:buNone/>
              <a:defRPr sz="1403"/>
            </a:lvl6pPr>
            <a:lvl7pPr marL="2405833" indent="0" algn="ctr">
              <a:buNone/>
              <a:defRPr sz="1403"/>
            </a:lvl7pPr>
            <a:lvl8pPr marL="2806804" indent="0" algn="ctr">
              <a:buNone/>
              <a:defRPr sz="1403"/>
            </a:lvl8pPr>
            <a:lvl9pPr marL="3207777" indent="0" algn="ctr">
              <a:buNone/>
              <a:defRPr sz="1403"/>
            </a:lvl9pPr>
          </a:lstStyle>
          <a:p>
            <a:r>
              <a:rPr lang="en-GB"/>
              <a:t>Click to edit Master subtitle style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988585" y="1471734"/>
            <a:ext cx="3674028" cy="402313"/>
          </a:xfrm>
          <a:solidFill>
            <a:schemeClr val="accent1"/>
          </a:solidFill>
        </p:spPr>
        <p:txBody>
          <a:bodyPr/>
          <a:lstStyle/>
          <a:p>
            <a:fld id="{1D8BD707-D9CF-40AE-B4C6-C98DA3205C09}" type="datetimeFigureOut">
              <a:rPr lang="en-US" smtClean="0"/>
              <a:t>4/28/23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  <p:sp>
        <p:nvSpPr>
          <p:cNvPr id="8" name="Rechteck 7"/>
          <p:cNvSpPr/>
          <p:nvPr/>
        </p:nvSpPr>
        <p:spPr>
          <a:xfrm>
            <a:off x="0" y="2826149"/>
            <a:ext cx="10693400" cy="47250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889194">
                <a:alpha val="14902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31">
              <a:latin typeface="TheSansOffice" panose="020B0503040302060204" pitchFamily="34" charset="0"/>
            </a:endParaRPr>
          </a:p>
        </p:txBody>
      </p:sp>
      <p:pic>
        <p:nvPicPr>
          <p:cNvPr id="7" name="Bild 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79010" y="900039"/>
            <a:ext cx="2076489" cy="588029"/>
          </a:xfrm>
          <a:prstGeom prst="rect">
            <a:avLst/>
          </a:prstGeom>
        </p:spPr>
      </p:pic>
      <p:pic>
        <p:nvPicPr>
          <p:cNvPr id="10" name="Bild 9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70678" y="6555227"/>
            <a:ext cx="2052404" cy="581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107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547160" indent="-251999">
              <a:defRPr/>
            </a:lvl2pPr>
            <a:lvl3pPr marL="785238" indent="-251999">
              <a:defRPr/>
            </a:lvl3pPr>
            <a:lvl4pPr marL="1099890" indent="-251999">
              <a:defRPr/>
            </a:lvl4pPr>
            <a:lvl5pPr marL="1418718" indent="-251999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914792" y="6946334"/>
            <a:ext cx="4900009" cy="402313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420453" y="6946334"/>
            <a:ext cx="538599" cy="402313"/>
          </a:xfrm>
        </p:spPr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4/28/23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903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8125609" y="607669"/>
            <a:ext cx="2399967" cy="814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579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925714" y="1561496"/>
            <a:ext cx="9276185" cy="5215887"/>
          </a:xfrm>
        </p:spPr>
        <p:txBody>
          <a:bodyPr/>
          <a:lstStyle>
            <a:lvl2pPr marL="547160" indent="-251999">
              <a:defRPr/>
            </a:lvl2pPr>
            <a:lvl3pPr marL="785238" indent="-251999">
              <a:defRPr/>
            </a:lvl3pPr>
            <a:lvl4pPr marL="1099890" indent="-251999">
              <a:defRPr/>
            </a:lvl4pPr>
            <a:lvl5pPr marL="1418718" indent="-251999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914792" y="6946334"/>
            <a:ext cx="4900009" cy="402313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420453" y="6946334"/>
            <a:ext cx="538599" cy="402313"/>
          </a:xfrm>
        </p:spPr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>
          <a:xfrm>
            <a:off x="489412" y="289523"/>
            <a:ext cx="6057271" cy="634667"/>
          </a:xfrm>
          <a:noFill/>
        </p:spPr>
        <p:txBody>
          <a:bodyPr/>
          <a:lstStyle>
            <a:lvl1pPr>
              <a:defRPr sz="2807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1999378" y="7660642"/>
            <a:ext cx="3674028" cy="402313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4/28/23</a:t>
            </a:fld>
            <a:endParaRPr lang="en-US"/>
          </a:p>
        </p:txBody>
      </p:sp>
      <p:pic>
        <p:nvPicPr>
          <p:cNvPr id="8" name="Bild 9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1847" y="279261"/>
            <a:ext cx="2076489" cy="588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687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4/28/23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877436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978270" y="4651023"/>
            <a:ext cx="4226089" cy="647200"/>
          </a:xfrm>
        </p:spPr>
        <p:txBody>
          <a:bodyPr anchor="ctr">
            <a:noAutofit/>
          </a:bodyPr>
          <a:lstStyle>
            <a:lvl1pPr algn="r">
              <a:defRPr sz="2193"/>
            </a:lvl1pPr>
          </a:lstStyle>
          <a:p>
            <a:r>
              <a:rPr lang="en-GB"/>
              <a:t>Click to edit Master title style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5662485" y="7745366"/>
            <a:ext cx="2216544" cy="402313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4/28/23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57296" y="7745366"/>
            <a:ext cx="4673619" cy="402313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-234670" y="7745366"/>
            <a:ext cx="475442" cy="402313"/>
          </a:xfrm>
        </p:spPr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23824" y="7946516"/>
            <a:ext cx="2486464" cy="728813"/>
          </a:xfrm>
          <a:prstGeom prst="rect">
            <a:avLst/>
          </a:prstGeom>
        </p:spPr>
      </p:pic>
      <p:sp>
        <p:nvSpPr>
          <p:cNvPr id="13" name="Rechteck 12"/>
          <p:cNvSpPr/>
          <p:nvPr/>
        </p:nvSpPr>
        <p:spPr>
          <a:xfrm>
            <a:off x="7620352" y="128513"/>
            <a:ext cx="2842066" cy="15643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31"/>
          </a:p>
        </p:txBody>
      </p:sp>
      <p:sp>
        <p:nvSpPr>
          <p:cNvPr id="14" name="Rechteck 13"/>
          <p:cNvSpPr/>
          <p:nvPr/>
        </p:nvSpPr>
        <p:spPr>
          <a:xfrm>
            <a:off x="-4707" y="6441507"/>
            <a:ext cx="10701158" cy="11145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31"/>
          </a:p>
        </p:txBody>
      </p:sp>
    </p:spTree>
    <p:extLst>
      <p:ext uri="{BB962C8B-B14F-4D97-AF65-F5344CB8AC3E}">
        <p14:creationId xmlns:p14="http://schemas.microsoft.com/office/powerpoint/2010/main" val="1613656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735171" y="2011571"/>
            <a:ext cx="4544695" cy="479453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5413534" y="2011571"/>
            <a:ext cx="4544695" cy="479453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4/28/23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077110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4/28/23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013681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GB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GB"/>
              <a:t>Click to edit Master text styles</a:t>
            </a:r>
          </a:p>
          <a:p>
            <a:pPr lvl="1" eaLnBrk="1" latinLnBrk="0" hangingPunct="1"/>
            <a:r>
              <a:rPr lang="en-GB"/>
              <a:t>Second level</a:t>
            </a:r>
          </a:p>
          <a:p>
            <a:pPr lvl="2" eaLnBrk="1" latinLnBrk="0" hangingPunct="1"/>
            <a:r>
              <a:rPr lang="en-GB"/>
              <a:t>Third level</a:t>
            </a:r>
          </a:p>
          <a:p>
            <a:pPr lvl="3" eaLnBrk="1" latinLnBrk="0" hangingPunct="1"/>
            <a:r>
              <a:rPr lang="en-GB"/>
              <a:t>Fourth level</a:t>
            </a:r>
          </a:p>
          <a:p>
            <a:pPr lvl="4" eaLnBrk="1" latinLnBrk="0" hangingPunct="1"/>
            <a:r>
              <a:rPr lang="en-GB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254933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4/28/23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543122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/>
          <p:cNvSpPr/>
          <p:nvPr/>
        </p:nvSpPr>
        <p:spPr>
          <a:xfrm>
            <a:off x="7683509" y="3"/>
            <a:ext cx="2842066" cy="14773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31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91510" y="900050"/>
            <a:ext cx="6118333" cy="647200"/>
          </a:xfrm>
          <a:solidFill>
            <a:schemeClr val="accent2"/>
          </a:solidFill>
        </p:spPr>
        <p:txBody>
          <a:bodyPr anchor="ctr">
            <a:noAutofit/>
          </a:bodyPr>
          <a:lstStyle>
            <a:lvl1pPr algn="l">
              <a:defRPr sz="2193"/>
            </a:lvl1pPr>
          </a:lstStyle>
          <a:p>
            <a:r>
              <a:rPr lang="en-GB"/>
              <a:t>Click to edit Master title style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36675" y="3968914"/>
            <a:ext cx="8020050" cy="1824406"/>
          </a:xfrm>
        </p:spPr>
        <p:txBody>
          <a:bodyPr/>
          <a:lstStyle>
            <a:lvl1pPr marL="0" indent="0" algn="ctr">
              <a:buNone/>
              <a:defRPr sz="2105"/>
            </a:lvl1pPr>
            <a:lvl2pPr marL="400973" indent="0" algn="ctr">
              <a:buNone/>
              <a:defRPr sz="1754"/>
            </a:lvl2pPr>
            <a:lvl3pPr marL="801945" indent="0" algn="ctr">
              <a:buNone/>
              <a:defRPr sz="1579"/>
            </a:lvl3pPr>
            <a:lvl4pPr marL="1202916" indent="0" algn="ctr">
              <a:buNone/>
              <a:defRPr sz="1403"/>
            </a:lvl4pPr>
            <a:lvl5pPr marL="1603890" indent="0" algn="ctr">
              <a:buNone/>
              <a:defRPr sz="1403"/>
            </a:lvl5pPr>
            <a:lvl6pPr marL="2004861" indent="0" algn="ctr">
              <a:buNone/>
              <a:defRPr sz="1403"/>
            </a:lvl6pPr>
            <a:lvl7pPr marL="2405833" indent="0" algn="ctr">
              <a:buNone/>
              <a:defRPr sz="1403"/>
            </a:lvl7pPr>
            <a:lvl8pPr marL="2806804" indent="0" algn="ctr">
              <a:buNone/>
              <a:defRPr sz="1403"/>
            </a:lvl8pPr>
            <a:lvl9pPr marL="3207777" indent="0" algn="ctr">
              <a:buNone/>
              <a:defRPr sz="1403"/>
            </a:lvl9pPr>
          </a:lstStyle>
          <a:p>
            <a:r>
              <a:rPr lang="en-GB"/>
              <a:t>Click to edit Master subtitle style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988585" y="1471734"/>
            <a:ext cx="3674028" cy="402313"/>
          </a:xfrm>
          <a:solidFill>
            <a:schemeClr val="accent1"/>
          </a:solidFill>
        </p:spPr>
        <p:txBody>
          <a:bodyPr/>
          <a:lstStyle/>
          <a:p>
            <a:fld id="{1D8BD707-D9CF-40AE-B4C6-C98DA3205C09}" type="datetimeFigureOut">
              <a:rPr lang="en-US" smtClean="0"/>
              <a:t>4/28/23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  <p:sp>
        <p:nvSpPr>
          <p:cNvPr id="8" name="Rechteck 7"/>
          <p:cNvSpPr/>
          <p:nvPr/>
        </p:nvSpPr>
        <p:spPr>
          <a:xfrm>
            <a:off x="0" y="2826149"/>
            <a:ext cx="10693400" cy="47250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889194">
                <a:alpha val="14902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31">
              <a:latin typeface="TheSansOffice" panose="020B0503040302060204" pitchFamily="34" charset="0"/>
            </a:endParaRPr>
          </a:p>
        </p:txBody>
      </p:sp>
      <p:pic>
        <p:nvPicPr>
          <p:cNvPr id="7" name="Bild 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79010" y="900039"/>
            <a:ext cx="2076489" cy="588029"/>
          </a:xfrm>
          <a:prstGeom prst="rect">
            <a:avLst/>
          </a:prstGeom>
        </p:spPr>
      </p:pic>
      <p:pic>
        <p:nvPicPr>
          <p:cNvPr id="10" name="Bild 9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70678" y="6555227"/>
            <a:ext cx="2052404" cy="581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911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547160" indent="-251999">
              <a:defRPr/>
            </a:lvl2pPr>
            <a:lvl3pPr marL="785238" indent="-251999">
              <a:defRPr/>
            </a:lvl3pPr>
            <a:lvl4pPr marL="1099890" indent="-251999">
              <a:defRPr/>
            </a:lvl4pPr>
            <a:lvl5pPr marL="1418718" indent="-251999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914792" y="6946334"/>
            <a:ext cx="4900009" cy="402313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420453" y="6946334"/>
            <a:ext cx="538599" cy="402313"/>
          </a:xfrm>
        </p:spPr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4/28/23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7709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8125609" y="607669"/>
            <a:ext cx="2399967" cy="814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579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925714" y="1561496"/>
            <a:ext cx="9276185" cy="5215887"/>
          </a:xfrm>
        </p:spPr>
        <p:txBody>
          <a:bodyPr/>
          <a:lstStyle>
            <a:lvl2pPr marL="547160" indent="-251999">
              <a:defRPr/>
            </a:lvl2pPr>
            <a:lvl3pPr marL="785238" indent="-251999">
              <a:defRPr/>
            </a:lvl3pPr>
            <a:lvl4pPr marL="1099890" indent="-251999">
              <a:defRPr/>
            </a:lvl4pPr>
            <a:lvl5pPr marL="1418718" indent="-251999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914792" y="6946334"/>
            <a:ext cx="4900009" cy="402313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420453" y="6946334"/>
            <a:ext cx="538599" cy="402313"/>
          </a:xfrm>
        </p:spPr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>
          <a:xfrm>
            <a:off x="489412" y="289523"/>
            <a:ext cx="6057271" cy="634667"/>
          </a:xfrm>
          <a:noFill/>
        </p:spPr>
        <p:txBody>
          <a:bodyPr/>
          <a:lstStyle>
            <a:lvl1pPr>
              <a:defRPr sz="2807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1999378" y="7660642"/>
            <a:ext cx="3674028" cy="402313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4/28/23</a:t>
            </a:fld>
            <a:endParaRPr lang="en-US"/>
          </a:p>
        </p:txBody>
      </p:sp>
      <p:pic>
        <p:nvPicPr>
          <p:cNvPr id="8" name="Bild 9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1847" y="279261"/>
            <a:ext cx="2076489" cy="588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225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4/28/23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0747872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978270" y="4651023"/>
            <a:ext cx="4226089" cy="647200"/>
          </a:xfrm>
        </p:spPr>
        <p:txBody>
          <a:bodyPr anchor="ctr">
            <a:noAutofit/>
          </a:bodyPr>
          <a:lstStyle>
            <a:lvl1pPr algn="r">
              <a:defRPr sz="2193"/>
            </a:lvl1pPr>
          </a:lstStyle>
          <a:p>
            <a:r>
              <a:rPr lang="en-GB"/>
              <a:t>Click to edit Master title style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5662485" y="7745366"/>
            <a:ext cx="2216544" cy="402313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4/28/23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57296" y="7745366"/>
            <a:ext cx="4673619" cy="402313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-234670" y="7745366"/>
            <a:ext cx="475442" cy="402313"/>
          </a:xfrm>
        </p:spPr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23824" y="7946516"/>
            <a:ext cx="2486464" cy="728813"/>
          </a:xfrm>
          <a:prstGeom prst="rect">
            <a:avLst/>
          </a:prstGeom>
        </p:spPr>
      </p:pic>
      <p:sp>
        <p:nvSpPr>
          <p:cNvPr id="13" name="Rechteck 12"/>
          <p:cNvSpPr/>
          <p:nvPr/>
        </p:nvSpPr>
        <p:spPr>
          <a:xfrm>
            <a:off x="7620352" y="128513"/>
            <a:ext cx="2842066" cy="15643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31"/>
          </a:p>
        </p:txBody>
      </p:sp>
      <p:sp>
        <p:nvSpPr>
          <p:cNvPr id="14" name="Rechteck 13"/>
          <p:cNvSpPr/>
          <p:nvPr/>
        </p:nvSpPr>
        <p:spPr>
          <a:xfrm>
            <a:off x="-4707" y="6441507"/>
            <a:ext cx="10701158" cy="11145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31"/>
          </a:p>
        </p:txBody>
      </p:sp>
    </p:spTree>
    <p:extLst>
      <p:ext uri="{BB962C8B-B14F-4D97-AF65-F5344CB8AC3E}">
        <p14:creationId xmlns:p14="http://schemas.microsoft.com/office/powerpoint/2010/main" val="38642480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735171" y="2011571"/>
            <a:ext cx="4544695" cy="479453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5413534" y="2011571"/>
            <a:ext cx="4544695" cy="479453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4/28/23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4886309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4/28/23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9333313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GB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GB"/>
              <a:t>Click to edit Master text styles</a:t>
            </a:r>
          </a:p>
          <a:p>
            <a:pPr lvl="1" eaLnBrk="1" latinLnBrk="0" hangingPunct="1"/>
            <a:r>
              <a:rPr lang="en-GB"/>
              <a:t>Second level</a:t>
            </a:r>
          </a:p>
          <a:p>
            <a:pPr lvl="2" eaLnBrk="1" latinLnBrk="0" hangingPunct="1"/>
            <a:r>
              <a:rPr lang="en-GB"/>
              <a:t>Third level</a:t>
            </a:r>
          </a:p>
          <a:p>
            <a:pPr lvl="3" eaLnBrk="1" latinLnBrk="0" hangingPunct="1"/>
            <a:r>
              <a:rPr lang="en-GB"/>
              <a:t>Fourth level</a:t>
            </a:r>
          </a:p>
          <a:p>
            <a:pPr lvl="4" eaLnBrk="1" latinLnBrk="0" hangingPunct="1"/>
            <a:r>
              <a:rPr lang="en-GB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8330805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4/28/23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603384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image" Target="../media/image3.emf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image" Target="../media/image2.emf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14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>
          <a:xfrm>
            <a:off x="0" y="6770812"/>
            <a:ext cx="10693400" cy="7804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889194">
                <a:alpha val="14902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31">
              <a:latin typeface="TheSansOffice" panose="020B0503040302060204" pitchFamily="34" charset="0"/>
            </a:endParaRPr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89412" y="614833"/>
            <a:ext cx="6057271" cy="634667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162000" rIns="91440" bIns="90000" rtlCol="0" anchor="ctr">
            <a:noAutofit/>
          </a:bodyPr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925714" y="2264355"/>
            <a:ext cx="9276185" cy="43699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988585" y="1176914"/>
            <a:ext cx="3674028" cy="402313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>
            <a:lvl1pPr algn="l">
              <a:defRPr sz="1491" baseline="0">
                <a:solidFill>
                  <a:schemeClr val="bg1"/>
                </a:solidFill>
                <a:latin typeface="TheSansOffice" charset="0"/>
                <a:ea typeface="TheSansOffice" charset="0"/>
                <a:cs typeface="TheSansOffice" charset="0"/>
              </a:defRPr>
            </a:lvl1pPr>
          </a:lstStyle>
          <a:p>
            <a:fld id="{1D8BD707-D9CF-40AE-B4C6-C98DA3205C09}" type="datetimeFigureOut">
              <a:rPr lang="en-US" smtClean="0"/>
              <a:t>4/28/23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14792" y="6946334"/>
            <a:ext cx="4900009" cy="4023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77" baseline="0">
                <a:solidFill>
                  <a:schemeClr val="tx1">
                    <a:tint val="75000"/>
                  </a:schemeClr>
                </a:solidFill>
                <a:latin typeface="TheSansOffice" panose="020B050304030206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387110" y="6946334"/>
            <a:ext cx="475442" cy="4023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77" baseline="0">
                <a:solidFill>
                  <a:schemeClr val="tx1">
                    <a:tint val="75000"/>
                  </a:schemeClr>
                </a:solidFill>
                <a:latin typeface="TheSansOffice" panose="020B0503040302060204" pitchFamily="34" charset="0"/>
              </a:defRPr>
            </a:lvl1pPr>
          </a:lstStyle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  <p:pic>
        <p:nvPicPr>
          <p:cNvPr id="8" name="Bild 7"/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3730" y="6832026"/>
            <a:ext cx="2076489" cy="588029"/>
          </a:xfrm>
          <a:prstGeom prst="rect">
            <a:avLst/>
          </a:prstGeom>
        </p:spPr>
      </p:pic>
      <p:pic>
        <p:nvPicPr>
          <p:cNvPr id="10" name="Bild 9"/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1847" y="604571"/>
            <a:ext cx="2076489" cy="588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147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</p:sldLayoutIdLst>
  <p:txStyles>
    <p:titleStyle>
      <a:lvl1pPr marL="78932" algn="l" defTabSz="801945" rtl="0" eaLnBrk="1" fontAlgn="ctr" latinLnBrk="0" hangingPunct="1">
        <a:lnSpc>
          <a:spcPct val="90000"/>
        </a:lnSpc>
        <a:spcBef>
          <a:spcPct val="0"/>
        </a:spcBef>
        <a:buNone/>
        <a:defRPr sz="2193" b="0" i="0" kern="1200" baseline="0">
          <a:solidFill>
            <a:schemeClr val="bg1"/>
          </a:solidFill>
          <a:latin typeface="TheSansOffice" panose="020B0503040302060204" pitchFamily="34" charset="0"/>
          <a:ea typeface="+mj-ea"/>
          <a:cs typeface="+mj-cs"/>
        </a:defRPr>
      </a:lvl1pPr>
    </p:titleStyle>
    <p:bodyStyle>
      <a:lvl1pPr marL="251999" indent="-251999" algn="l" defTabSz="252581" rtl="0" eaLnBrk="1" latinLnBrk="0" hangingPunct="1">
        <a:lnSpc>
          <a:spcPct val="100000"/>
        </a:lnSpc>
        <a:spcBef>
          <a:spcPts val="877"/>
        </a:spcBef>
        <a:buClr>
          <a:srgbClr val="66CC33"/>
        </a:buClr>
        <a:buSzPct val="130000"/>
        <a:buFontTx/>
        <a:buBlip>
          <a:blip r:embed="rId13"/>
        </a:buBlip>
        <a:defRPr sz="1754" kern="1200" baseline="0">
          <a:solidFill>
            <a:schemeClr val="tx1"/>
          </a:solidFill>
          <a:latin typeface="TheSansOffice" panose="020B0503040302060204" pitchFamily="34" charset="0"/>
          <a:ea typeface="+mn-ea"/>
          <a:cs typeface="+mn-cs"/>
        </a:defRPr>
      </a:lvl1pPr>
      <a:lvl2pPr marL="505162" indent="-252581" algn="l" defTabSz="252581" rtl="0" eaLnBrk="1" latinLnBrk="0" hangingPunct="1">
        <a:lnSpc>
          <a:spcPct val="90000"/>
        </a:lnSpc>
        <a:spcBef>
          <a:spcPts val="439"/>
        </a:spcBef>
        <a:buClr>
          <a:srgbClr val="66CC33"/>
        </a:buClr>
        <a:buSzPct val="130000"/>
        <a:buFontTx/>
        <a:buBlip>
          <a:blip r:embed="rId13"/>
        </a:buBlip>
        <a:defRPr sz="1579" kern="1200" baseline="0">
          <a:solidFill>
            <a:schemeClr val="tx1"/>
          </a:solidFill>
          <a:latin typeface="TheSansOffice" panose="020B0503040302060204" pitchFamily="34" charset="0"/>
          <a:ea typeface="+mn-ea"/>
          <a:cs typeface="+mn-cs"/>
        </a:defRPr>
      </a:lvl2pPr>
      <a:lvl3pPr marL="757742" indent="-252581" algn="l" defTabSz="252581" rtl="0" eaLnBrk="1" latinLnBrk="0" hangingPunct="1">
        <a:lnSpc>
          <a:spcPct val="100000"/>
        </a:lnSpc>
        <a:spcBef>
          <a:spcPts val="439"/>
        </a:spcBef>
        <a:buClr>
          <a:srgbClr val="66CC33"/>
        </a:buClr>
        <a:buSzPct val="130000"/>
        <a:buFontTx/>
        <a:buBlip>
          <a:blip r:embed="rId13"/>
        </a:buBlip>
        <a:defRPr sz="1579" kern="1200" baseline="0">
          <a:solidFill>
            <a:schemeClr val="tx1"/>
          </a:solidFill>
          <a:latin typeface="TheSansOffice" panose="020B0503040302060204" pitchFamily="34" charset="0"/>
          <a:ea typeface="+mn-ea"/>
          <a:cs typeface="+mn-cs"/>
        </a:defRPr>
      </a:lvl3pPr>
      <a:lvl4pPr marL="1010324" indent="-252581" algn="l" defTabSz="252581" rtl="0" eaLnBrk="1" latinLnBrk="0" hangingPunct="1">
        <a:lnSpc>
          <a:spcPct val="100000"/>
        </a:lnSpc>
        <a:spcBef>
          <a:spcPts val="439"/>
        </a:spcBef>
        <a:buClr>
          <a:srgbClr val="66CC33"/>
        </a:buClr>
        <a:buSzPct val="130000"/>
        <a:buFontTx/>
        <a:buBlip>
          <a:blip r:embed="rId13"/>
        </a:buBlip>
        <a:defRPr sz="1579" kern="1200" baseline="0">
          <a:solidFill>
            <a:schemeClr val="tx1"/>
          </a:solidFill>
          <a:latin typeface="TheSansOffice" panose="020B0503040302060204" pitchFamily="34" charset="0"/>
          <a:ea typeface="+mn-ea"/>
          <a:cs typeface="+mn-cs"/>
        </a:defRPr>
      </a:lvl4pPr>
      <a:lvl5pPr marL="1262904" indent="-252581" algn="l" defTabSz="252581" rtl="0" eaLnBrk="1" latinLnBrk="0" hangingPunct="1">
        <a:lnSpc>
          <a:spcPct val="100000"/>
        </a:lnSpc>
        <a:spcBef>
          <a:spcPts val="439"/>
        </a:spcBef>
        <a:buClr>
          <a:srgbClr val="66CC33"/>
        </a:buClr>
        <a:buSzPct val="130000"/>
        <a:buFontTx/>
        <a:buBlip>
          <a:blip r:embed="rId13"/>
        </a:buBlip>
        <a:defRPr sz="1579" kern="1200" baseline="0">
          <a:solidFill>
            <a:schemeClr val="tx1"/>
          </a:solidFill>
          <a:latin typeface="TheSansOffice" panose="020B0503040302060204" pitchFamily="34" charset="0"/>
          <a:ea typeface="+mn-ea"/>
          <a:cs typeface="+mn-cs"/>
        </a:defRPr>
      </a:lvl5pPr>
      <a:lvl6pPr marL="2205347" indent="-200487" algn="l" defTabSz="801945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6pPr>
      <a:lvl7pPr marL="2606318" indent="-200487" algn="l" defTabSz="801945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7pPr>
      <a:lvl8pPr marL="3007291" indent="-200487" algn="l" defTabSz="801945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8pPr>
      <a:lvl9pPr marL="3408264" indent="-200487" algn="l" defTabSz="801945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1pPr>
      <a:lvl2pPr marL="400973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2pPr>
      <a:lvl3pPr marL="801945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3pPr>
      <a:lvl4pPr marL="1202916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4pPr>
      <a:lvl5pPr marL="1603890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5pPr>
      <a:lvl6pPr marL="2004861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6pPr>
      <a:lvl7pPr marL="2405833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7pPr>
      <a:lvl8pPr marL="2806804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8pPr>
      <a:lvl9pPr marL="3207777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0">
          <p15:clr>
            <a:srgbClr val="F26B43"/>
          </p15:clr>
        </p15:guide>
        <p15:guide id="2" pos="657">
          <p15:clr>
            <a:srgbClr val="F26B43"/>
          </p15:clr>
        </p15:guide>
        <p15:guide id="3" pos="7420">
          <p15:clr>
            <a:srgbClr val="F26B43"/>
          </p15:clr>
        </p15:guide>
        <p15:guide id="4" pos="7327">
          <p15:clr>
            <a:srgbClr val="F26B43"/>
          </p15:clr>
        </p15:guide>
        <p15:guide id="5" pos="5940">
          <p15:clr>
            <a:srgbClr val="F26B43"/>
          </p15:clr>
        </p15:guide>
        <p15:guide id="6" pos="6017">
          <p15:clr>
            <a:srgbClr val="F26B43"/>
          </p15:clr>
        </p15:guide>
        <p15:guide id="7" orient="horz" pos="386">
          <p15:clr>
            <a:srgbClr val="F26B43"/>
          </p15:clr>
        </p15:guide>
        <p15:guide id="8" orient="horz" pos="796">
          <p15:clr>
            <a:srgbClr val="F26B43"/>
          </p15:clr>
        </p15:guide>
        <p15:guide id="9" pos="353">
          <p15:clr>
            <a:srgbClr val="F26B43"/>
          </p15:clr>
        </p15:guide>
        <p15:guide id="10" pos="459">
          <p15:clr>
            <a:srgbClr val="F26B43"/>
          </p15:clr>
        </p15:guide>
        <p15:guide id="11" pos="711">
          <p15:clr>
            <a:srgbClr val="F26B43"/>
          </p15:clr>
        </p15:guide>
        <p15:guide id="12" orient="horz" pos="747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>
          <a:xfrm>
            <a:off x="0" y="6770812"/>
            <a:ext cx="10693400" cy="7804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889194">
                <a:alpha val="14902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31">
              <a:latin typeface="TheSansOffice" panose="020B0503040302060204" pitchFamily="34" charset="0"/>
            </a:endParaRPr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89412" y="614833"/>
            <a:ext cx="6057271" cy="634667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162000" rIns="91440" bIns="90000" rtlCol="0" anchor="ctr">
            <a:noAutofit/>
          </a:bodyPr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925714" y="2264355"/>
            <a:ext cx="9276185" cy="43699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988585" y="1176914"/>
            <a:ext cx="3674028" cy="402313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>
            <a:lvl1pPr algn="l">
              <a:defRPr sz="1491" baseline="0">
                <a:solidFill>
                  <a:schemeClr val="bg1"/>
                </a:solidFill>
                <a:latin typeface="TheSansOffice" charset="0"/>
                <a:ea typeface="TheSansOffice" charset="0"/>
                <a:cs typeface="TheSansOffice" charset="0"/>
              </a:defRPr>
            </a:lvl1pPr>
          </a:lstStyle>
          <a:p>
            <a:fld id="{1D8BD707-D9CF-40AE-B4C6-C98DA3205C09}" type="datetimeFigureOut">
              <a:rPr lang="en-US" smtClean="0"/>
              <a:t>4/28/23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14792" y="6946334"/>
            <a:ext cx="4900009" cy="4023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77" baseline="0">
                <a:solidFill>
                  <a:schemeClr val="tx1">
                    <a:tint val="75000"/>
                  </a:schemeClr>
                </a:solidFill>
                <a:latin typeface="TheSansOffice" panose="020B050304030206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387110" y="6946334"/>
            <a:ext cx="475442" cy="4023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77" baseline="0">
                <a:solidFill>
                  <a:schemeClr val="tx1">
                    <a:tint val="75000"/>
                  </a:schemeClr>
                </a:solidFill>
                <a:latin typeface="TheSansOffice" panose="020B0503040302060204" pitchFamily="34" charset="0"/>
              </a:defRPr>
            </a:lvl1pPr>
          </a:lstStyle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  <p:pic>
        <p:nvPicPr>
          <p:cNvPr id="8" name="Bild 7"/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3730" y="6832026"/>
            <a:ext cx="2076489" cy="588029"/>
          </a:xfrm>
          <a:prstGeom prst="rect">
            <a:avLst/>
          </a:prstGeom>
        </p:spPr>
      </p:pic>
      <p:pic>
        <p:nvPicPr>
          <p:cNvPr id="10" name="Bild 9"/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1847" y="604571"/>
            <a:ext cx="2076489" cy="588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446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</p:sldLayoutIdLst>
  <p:txStyles>
    <p:titleStyle>
      <a:lvl1pPr marL="78932" algn="l" defTabSz="801945" rtl="0" eaLnBrk="1" fontAlgn="ctr" latinLnBrk="0" hangingPunct="1">
        <a:lnSpc>
          <a:spcPct val="90000"/>
        </a:lnSpc>
        <a:spcBef>
          <a:spcPct val="0"/>
        </a:spcBef>
        <a:buNone/>
        <a:defRPr sz="2193" b="0" i="0" kern="1200" baseline="0">
          <a:solidFill>
            <a:schemeClr val="bg1"/>
          </a:solidFill>
          <a:latin typeface="TheSansOffice" panose="020B0503040302060204" pitchFamily="34" charset="0"/>
          <a:ea typeface="+mj-ea"/>
          <a:cs typeface="+mj-cs"/>
        </a:defRPr>
      </a:lvl1pPr>
    </p:titleStyle>
    <p:bodyStyle>
      <a:lvl1pPr marL="251999" indent="-251999" algn="l" defTabSz="252581" rtl="0" eaLnBrk="1" latinLnBrk="0" hangingPunct="1">
        <a:lnSpc>
          <a:spcPct val="100000"/>
        </a:lnSpc>
        <a:spcBef>
          <a:spcPts val="877"/>
        </a:spcBef>
        <a:buClr>
          <a:srgbClr val="66CC33"/>
        </a:buClr>
        <a:buSzPct val="130000"/>
        <a:buFontTx/>
        <a:buBlip>
          <a:blip r:embed="rId13"/>
        </a:buBlip>
        <a:defRPr sz="1754" kern="1200" baseline="0">
          <a:solidFill>
            <a:schemeClr val="tx1"/>
          </a:solidFill>
          <a:latin typeface="TheSansOffice" panose="020B0503040302060204" pitchFamily="34" charset="0"/>
          <a:ea typeface="+mn-ea"/>
          <a:cs typeface="+mn-cs"/>
        </a:defRPr>
      </a:lvl1pPr>
      <a:lvl2pPr marL="505162" indent="-252581" algn="l" defTabSz="252581" rtl="0" eaLnBrk="1" latinLnBrk="0" hangingPunct="1">
        <a:lnSpc>
          <a:spcPct val="90000"/>
        </a:lnSpc>
        <a:spcBef>
          <a:spcPts val="439"/>
        </a:spcBef>
        <a:buClr>
          <a:srgbClr val="66CC33"/>
        </a:buClr>
        <a:buSzPct val="130000"/>
        <a:buFontTx/>
        <a:buBlip>
          <a:blip r:embed="rId13"/>
        </a:buBlip>
        <a:defRPr sz="1579" kern="1200" baseline="0">
          <a:solidFill>
            <a:schemeClr val="tx1"/>
          </a:solidFill>
          <a:latin typeface="TheSansOffice" panose="020B0503040302060204" pitchFamily="34" charset="0"/>
          <a:ea typeface="+mn-ea"/>
          <a:cs typeface="+mn-cs"/>
        </a:defRPr>
      </a:lvl2pPr>
      <a:lvl3pPr marL="757742" indent="-252581" algn="l" defTabSz="252581" rtl="0" eaLnBrk="1" latinLnBrk="0" hangingPunct="1">
        <a:lnSpc>
          <a:spcPct val="100000"/>
        </a:lnSpc>
        <a:spcBef>
          <a:spcPts val="439"/>
        </a:spcBef>
        <a:buClr>
          <a:srgbClr val="66CC33"/>
        </a:buClr>
        <a:buSzPct val="130000"/>
        <a:buFontTx/>
        <a:buBlip>
          <a:blip r:embed="rId13"/>
        </a:buBlip>
        <a:defRPr sz="1579" kern="1200" baseline="0">
          <a:solidFill>
            <a:schemeClr val="tx1"/>
          </a:solidFill>
          <a:latin typeface="TheSansOffice" panose="020B0503040302060204" pitchFamily="34" charset="0"/>
          <a:ea typeface="+mn-ea"/>
          <a:cs typeface="+mn-cs"/>
        </a:defRPr>
      </a:lvl3pPr>
      <a:lvl4pPr marL="1010324" indent="-252581" algn="l" defTabSz="252581" rtl="0" eaLnBrk="1" latinLnBrk="0" hangingPunct="1">
        <a:lnSpc>
          <a:spcPct val="100000"/>
        </a:lnSpc>
        <a:spcBef>
          <a:spcPts val="439"/>
        </a:spcBef>
        <a:buClr>
          <a:srgbClr val="66CC33"/>
        </a:buClr>
        <a:buSzPct val="130000"/>
        <a:buFontTx/>
        <a:buBlip>
          <a:blip r:embed="rId13"/>
        </a:buBlip>
        <a:defRPr sz="1579" kern="1200" baseline="0">
          <a:solidFill>
            <a:schemeClr val="tx1"/>
          </a:solidFill>
          <a:latin typeface="TheSansOffice" panose="020B0503040302060204" pitchFamily="34" charset="0"/>
          <a:ea typeface="+mn-ea"/>
          <a:cs typeface="+mn-cs"/>
        </a:defRPr>
      </a:lvl4pPr>
      <a:lvl5pPr marL="1262904" indent="-252581" algn="l" defTabSz="252581" rtl="0" eaLnBrk="1" latinLnBrk="0" hangingPunct="1">
        <a:lnSpc>
          <a:spcPct val="100000"/>
        </a:lnSpc>
        <a:spcBef>
          <a:spcPts val="439"/>
        </a:spcBef>
        <a:buClr>
          <a:srgbClr val="66CC33"/>
        </a:buClr>
        <a:buSzPct val="130000"/>
        <a:buFontTx/>
        <a:buBlip>
          <a:blip r:embed="rId13"/>
        </a:buBlip>
        <a:defRPr sz="1579" kern="1200" baseline="0">
          <a:solidFill>
            <a:schemeClr val="tx1"/>
          </a:solidFill>
          <a:latin typeface="TheSansOffice" panose="020B0503040302060204" pitchFamily="34" charset="0"/>
          <a:ea typeface="+mn-ea"/>
          <a:cs typeface="+mn-cs"/>
        </a:defRPr>
      </a:lvl5pPr>
      <a:lvl6pPr marL="2205347" indent="-200487" algn="l" defTabSz="801945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6pPr>
      <a:lvl7pPr marL="2606318" indent="-200487" algn="l" defTabSz="801945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7pPr>
      <a:lvl8pPr marL="3007291" indent="-200487" algn="l" defTabSz="801945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8pPr>
      <a:lvl9pPr marL="3408264" indent="-200487" algn="l" defTabSz="801945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1pPr>
      <a:lvl2pPr marL="400973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2pPr>
      <a:lvl3pPr marL="801945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3pPr>
      <a:lvl4pPr marL="1202916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4pPr>
      <a:lvl5pPr marL="1603890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5pPr>
      <a:lvl6pPr marL="2004861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6pPr>
      <a:lvl7pPr marL="2405833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7pPr>
      <a:lvl8pPr marL="2806804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8pPr>
      <a:lvl9pPr marL="3207777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0">
          <p15:clr>
            <a:srgbClr val="F26B43"/>
          </p15:clr>
        </p15:guide>
        <p15:guide id="2" pos="657">
          <p15:clr>
            <a:srgbClr val="F26B43"/>
          </p15:clr>
        </p15:guide>
        <p15:guide id="3" pos="7420">
          <p15:clr>
            <a:srgbClr val="F26B43"/>
          </p15:clr>
        </p15:guide>
        <p15:guide id="4" pos="7327">
          <p15:clr>
            <a:srgbClr val="F26B43"/>
          </p15:clr>
        </p15:guide>
        <p15:guide id="5" pos="5940">
          <p15:clr>
            <a:srgbClr val="F26B43"/>
          </p15:clr>
        </p15:guide>
        <p15:guide id="6" pos="6017">
          <p15:clr>
            <a:srgbClr val="F26B43"/>
          </p15:clr>
        </p15:guide>
        <p15:guide id="7" orient="horz" pos="386">
          <p15:clr>
            <a:srgbClr val="F26B43"/>
          </p15:clr>
        </p15:guide>
        <p15:guide id="8" orient="horz" pos="796">
          <p15:clr>
            <a:srgbClr val="F26B43"/>
          </p15:clr>
        </p15:guide>
        <p15:guide id="9" pos="353">
          <p15:clr>
            <a:srgbClr val="F26B43"/>
          </p15:clr>
        </p15:guide>
        <p15:guide id="10" pos="459">
          <p15:clr>
            <a:srgbClr val="F26B43"/>
          </p15:clr>
        </p15:guide>
        <p15:guide id="11" pos="711">
          <p15:clr>
            <a:srgbClr val="F26B43"/>
          </p15:clr>
        </p15:guide>
        <p15:guide id="12" orient="horz" pos="74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Relationship Id="rId5" Type="http://schemas.openxmlformats.org/officeDocument/2006/relationships/hyperlink" Target="https://www.youtube.com/watch?v=UI6lqHOVHic" TargetMode="External"/><Relationship Id="rId4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hyperlink" Target="https://www.youtube.com/watch?v=zid-MVo7M-E" TargetMode="External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693400" cy="7556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007492" y="2007491"/>
            <a:ext cx="7556500" cy="3541519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007493" y="2018660"/>
            <a:ext cx="7556499" cy="354152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392349" y="4407328"/>
            <a:ext cx="2756810" cy="3541523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440065" y="1068485"/>
            <a:ext cx="3420937" cy="4604593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007502" y="2007487"/>
            <a:ext cx="7556503" cy="3541518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6B936A50-787E-4697-2AEC-E127304DD33C}"/>
              </a:ext>
            </a:extLst>
          </p:cNvPr>
          <p:cNvSpPr txBox="1"/>
          <p:nvPr/>
        </p:nvSpPr>
        <p:spPr>
          <a:xfrm>
            <a:off x="578911" y="958850"/>
            <a:ext cx="2560854" cy="164629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marR="5080" defTabSz="914400">
              <a:lnSpc>
                <a:spcPct val="90000"/>
              </a:lnSpc>
              <a:spcBef>
                <a:spcPts val="1000"/>
              </a:spcBef>
            </a:pPr>
            <a:r>
              <a:rPr lang="en-US" kern="1200" spc="-5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Dr. Christoph M.A. Scheich  </a:t>
            </a:r>
          </a:p>
          <a:p>
            <a:pPr marR="5080" defTabSz="914400">
              <a:lnSpc>
                <a:spcPct val="90000"/>
              </a:lnSpc>
              <a:spcBef>
                <a:spcPts val="1000"/>
              </a:spcBef>
            </a:pPr>
            <a:r>
              <a:rPr lang="en-US" kern="1200" spc="-5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Angewandte</a:t>
            </a:r>
            <a:r>
              <a:rPr lang="en-US" kern="1200" spc="-5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5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Informatik</a:t>
            </a: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Hochschule</a:t>
            </a:r>
            <a:r>
              <a:rPr lang="en-US" kern="1200" spc="-5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Fulda</a:t>
            </a:r>
            <a:endParaRPr lang="en-US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defTabSz="914400">
              <a:lnSpc>
                <a:spcPct val="90000"/>
              </a:lnSpc>
              <a:spcBef>
                <a:spcPts val="1000"/>
              </a:spcBef>
            </a:pPr>
            <a:endParaRPr lang="en-US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kern="1200" spc="-5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Christoph.scheich@informatik.hs-fulda.de</a:t>
            </a:r>
            <a:endParaRPr lang="en-US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object 4">
            <a:extLst>
              <a:ext uri="{FF2B5EF4-FFF2-40B4-BE49-F238E27FC236}">
                <a16:creationId xmlns:a16="http://schemas.microsoft.com/office/drawing/2014/main" id="{B534F7F1-6188-0780-66BE-B2CD918FA46F}"/>
              </a:ext>
            </a:extLst>
          </p:cNvPr>
          <p:cNvSpPr txBox="1">
            <a:spLocks/>
          </p:cNvSpPr>
          <p:nvPr/>
        </p:nvSpPr>
        <p:spPr>
          <a:xfrm>
            <a:off x="578910" y="3048940"/>
            <a:ext cx="2526727" cy="3384786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t">
            <a:norm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 defTabSz="914400">
              <a:tabLst>
                <a:tab pos="2699385" algn="l"/>
                <a:tab pos="5770880" algn="l"/>
              </a:tabLst>
            </a:pPr>
            <a:r>
              <a:rPr lang="en-US" sz="2400" b="1" dirty="0" err="1">
                <a:solidFill>
                  <a:srgbClr val="FFFFFF"/>
                </a:solidFill>
                <a:latin typeface="+mj-lt"/>
              </a:rPr>
              <a:t>Datenbanksysteme</a:t>
            </a:r>
            <a:endParaRPr lang="en-US" sz="2400" b="1" dirty="0">
              <a:solidFill>
                <a:srgbClr val="FFFFFF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50898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693400" cy="7556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007492" y="2007491"/>
            <a:ext cx="7556500" cy="3541519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007493" y="2018660"/>
            <a:ext cx="7556499" cy="354152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392349" y="4407328"/>
            <a:ext cx="2756810" cy="3541523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440065" y="1068485"/>
            <a:ext cx="3420937" cy="4604593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007502" y="2007487"/>
            <a:ext cx="7556503" cy="3541518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6B936A50-787E-4697-2AEC-E127304DD33C}"/>
              </a:ext>
            </a:extLst>
          </p:cNvPr>
          <p:cNvSpPr txBox="1"/>
          <p:nvPr/>
        </p:nvSpPr>
        <p:spPr>
          <a:xfrm>
            <a:off x="578911" y="958850"/>
            <a:ext cx="2560854" cy="164629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marR="5080" defTabSz="914400">
              <a:lnSpc>
                <a:spcPct val="90000"/>
              </a:lnSpc>
              <a:spcBef>
                <a:spcPts val="1000"/>
              </a:spcBef>
            </a:pPr>
            <a:r>
              <a:rPr lang="en-US" kern="1200" spc="-5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Dr. Christoph M.A. Scheich  </a:t>
            </a:r>
          </a:p>
          <a:p>
            <a:pPr marR="5080" defTabSz="914400">
              <a:lnSpc>
                <a:spcPct val="90000"/>
              </a:lnSpc>
              <a:spcBef>
                <a:spcPts val="1000"/>
              </a:spcBef>
            </a:pPr>
            <a:r>
              <a:rPr lang="en-US" kern="1200" spc="-5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Angewandte</a:t>
            </a:r>
            <a:r>
              <a:rPr lang="en-US" kern="1200" spc="-5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5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Informatik</a:t>
            </a: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Hochschule</a:t>
            </a:r>
            <a:r>
              <a:rPr lang="en-US" kern="1200" spc="-5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Fulda</a:t>
            </a:r>
            <a:endParaRPr lang="en-US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defTabSz="914400">
              <a:lnSpc>
                <a:spcPct val="90000"/>
              </a:lnSpc>
              <a:spcBef>
                <a:spcPts val="1000"/>
              </a:spcBef>
            </a:pPr>
            <a:endParaRPr lang="en-US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kern="1200" spc="-5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Christoph.scheich@informatik.hs-fulda.de</a:t>
            </a:r>
            <a:endParaRPr lang="en-US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04ADB6B1-8FD4-5484-3336-B2EEDBC967B8}"/>
              </a:ext>
            </a:extLst>
          </p:cNvPr>
          <p:cNvSpPr txBox="1">
            <a:spLocks/>
          </p:cNvSpPr>
          <p:nvPr/>
        </p:nvSpPr>
        <p:spPr>
          <a:xfrm>
            <a:off x="578910" y="3048940"/>
            <a:ext cx="2526727" cy="3384786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t">
            <a:norm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 defTabSz="914400">
              <a:tabLst>
                <a:tab pos="2699385" algn="l"/>
                <a:tab pos="5770880" algn="l"/>
              </a:tabLst>
            </a:pPr>
            <a:r>
              <a:rPr lang="en-US" sz="2400" b="1" dirty="0" err="1">
                <a:solidFill>
                  <a:srgbClr val="FFFFFF"/>
                </a:solidFill>
                <a:latin typeface="+mj-lt"/>
              </a:rPr>
              <a:t>Datenbankentwurf</a:t>
            </a:r>
            <a:r>
              <a:rPr lang="en-US" sz="2400" b="1" dirty="0">
                <a:solidFill>
                  <a:srgbClr val="FFFFFF"/>
                </a:solidFill>
                <a:latin typeface="+mj-lt"/>
              </a:rPr>
              <a:t> – Teil 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A0A32B-6AD2-5AB5-8410-834463C53F11}"/>
              </a:ext>
            </a:extLst>
          </p:cNvPr>
          <p:cNvSpPr txBox="1"/>
          <p:nvPr/>
        </p:nvSpPr>
        <p:spPr>
          <a:xfrm>
            <a:off x="4051300" y="2301935"/>
            <a:ext cx="624109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lang="en-US" sz="3600" dirty="0"/>
              <a:t> (min, max)-Notation</a:t>
            </a:r>
          </a:p>
          <a:p>
            <a:pPr marL="285750" indent="-285750"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lang="en-US" sz="3600" dirty="0"/>
              <a:t> </a:t>
            </a:r>
            <a:r>
              <a:rPr lang="en-US" sz="3600" dirty="0" err="1"/>
              <a:t>Schwache</a:t>
            </a:r>
            <a:r>
              <a:rPr lang="en-US" sz="3600" dirty="0"/>
              <a:t> </a:t>
            </a:r>
            <a:r>
              <a:rPr lang="en-US" sz="3600" dirty="0" err="1"/>
              <a:t>Entitäten</a:t>
            </a:r>
            <a:endParaRPr lang="en-US" sz="3600" dirty="0"/>
          </a:p>
          <a:p>
            <a:pPr marL="285750" indent="-285750"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lang="en-US" sz="3600" dirty="0"/>
              <a:t> </a:t>
            </a:r>
            <a:r>
              <a:rPr lang="en-US" sz="3600" dirty="0" err="1"/>
              <a:t>Generalisierung</a:t>
            </a:r>
            <a:r>
              <a:rPr lang="en-US" sz="3600" dirty="0"/>
              <a:t>, Aggregation</a:t>
            </a:r>
          </a:p>
          <a:p>
            <a:pPr marL="285750" indent="-285750"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lang="en-US" sz="3600" dirty="0"/>
              <a:t> </a:t>
            </a:r>
            <a:r>
              <a:rPr lang="en-US" sz="3600" dirty="0" err="1"/>
              <a:t>Konsolidierung</a:t>
            </a:r>
            <a:r>
              <a:rPr lang="en-US" sz="3600" dirty="0"/>
              <a:t> und </a:t>
            </a:r>
            <a:r>
              <a:rPr lang="en-US" sz="3600" dirty="0" err="1"/>
              <a:t>Sichten</a:t>
            </a:r>
            <a:endParaRPr lang="en-US" sz="3600" dirty="0"/>
          </a:p>
          <a:p>
            <a:pPr marL="285750" indent="-285750"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lang="en-US" sz="3600" dirty="0"/>
              <a:t> UML </a:t>
            </a:r>
            <a:r>
              <a:rPr lang="en-US" sz="3600" dirty="0" err="1"/>
              <a:t>Wiederholung</a:t>
            </a:r>
            <a:endParaRPr lang="en-US" sz="3600" dirty="0"/>
          </a:p>
          <a:p>
            <a:pPr marL="285750" indent="-285750"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lang="en-US" sz="3600" dirty="0"/>
              <a:t> UML </a:t>
            </a:r>
            <a:r>
              <a:rPr lang="en-US" sz="3600" dirty="0" err="1"/>
              <a:t>Diagrammtypen</a:t>
            </a:r>
            <a:endParaRPr lang="en-US" sz="3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465145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330410" y="6630669"/>
            <a:ext cx="2235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CC66FF"/>
                </a:solidFill>
                <a:latin typeface="Arial"/>
                <a:cs typeface="Arial"/>
              </a:rPr>
              <a:t>21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50901" y="577850"/>
            <a:ext cx="6372052" cy="54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09700" algn="l"/>
              </a:tabLst>
            </a:pPr>
            <a:r>
              <a:rPr dirty="0"/>
              <a:t>(</a:t>
            </a:r>
            <a:r>
              <a:rPr dirty="0" err="1"/>
              <a:t>min,</a:t>
            </a:r>
            <a:r>
              <a:rPr spc="-5" dirty="0" err="1"/>
              <a:t>max</a:t>
            </a:r>
            <a:r>
              <a:rPr spc="-5" dirty="0"/>
              <a:t>)-Notation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22035" y="2863850"/>
            <a:ext cx="2133600" cy="457200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1066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40"/>
              </a:spcBef>
            </a:pPr>
            <a:r>
              <a:rPr sz="1600" i="1" dirty="0">
                <a:latin typeface="Times New Roman"/>
                <a:cs typeface="Times New Roman"/>
              </a:rPr>
              <a:t>E</a:t>
            </a:r>
            <a:r>
              <a:rPr sz="1575" i="1" baseline="-21164" dirty="0">
                <a:latin typeface="Times New Roman"/>
                <a:cs typeface="Times New Roman"/>
              </a:rPr>
              <a:t>2</a:t>
            </a:r>
            <a:endParaRPr sz="1575" baseline="-21164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12234" y="1339850"/>
            <a:ext cx="2133600" cy="457200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45720" rIns="0" bIns="0" rtlCol="0">
            <a:spAutoFit/>
          </a:bodyPr>
          <a:lstStyle/>
          <a:p>
            <a:pPr marR="3810" algn="ctr">
              <a:lnSpc>
                <a:spcPct val="100000"/>
              </a:lnSpc>
              <a:spcBef>
                <a:spcPts val="360"/>
              </a:spcBef>
            </a:pPr>
            <a:r>
              <a:rPr sz="2400" i="1" dirty="0">
                <a:latin typeface="Times New Roman"/>
                <a:cs typeface="Times New Roman"/>
              </a:rPr>
              <a:t>E</a:t>
            </a:r>
            <a:r>
              <a:rPr sz="2400" i="1" baseline="-20833" dirty="0">
                <a:latin typeface="Times New Roman"/>
                <a:cs typeface="Times New Roman"/>
              </a:rPr>
              <a:t>1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26235" y="2863850"/>
            <a:ext cx="2133600" cy="457200"/>
          </a:xfrm>
          <a:custGeom>
            <a:avLst/>
            <a:gdLst/>
            <a:ahLst/>
            <a:cxnLst/>
            <a:rect l="l" t="t" r="r" b="b"/>
            <a:pathLst>
              <a:path w="2133600" h="457200">
                <a:moveTo>
                  <a:pt x="0" y="0"/>
                </a:moveTo>
                <a:lnTo>
                  <a:pt x="2133600" y="0"/>
                </a:lnTo>
                <a:lnTo>
                  <a:pt x="21336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FFD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626235" y="2863850"/>
            <a:ext cx="2133600" cy="457200"/>
          </a:xfrm>
          <a:prstGeom prst="rect">
            <a:avLst/>
          </a:prstGeom>
          <a:ln w="6349">
            <a:solidFill>
              <a:srgbClr val="000000"/>
            </a:solidFill>
          </a:ln>
        </p:spPr>
        <p:txBody>
          <a:bodyPr vert="horz" wrap="square" lIns="0" tIns="45719" rIns="0" bIns="0" rtlCol="0">
            <a:spAutoFit/>
          </a:bodyPr>
          <a:lstStyle/>
          <a:p>
            <a:pPr marR="3810" algn="ctr">
              <a:lnSpc>
                <a:spcPct val="100000"/>
              </a:lnSpc>
              <a:spcBef>
                <a:spcPts val="359"/>
              </a:spcBef>
            </a:pPr>
            <a:r>
              <a:rPr sz="2400" i="1" dirty="0">
                <a:latin typeface="Times New Roman"/>
                <a:cs typeface="Times New Roman"/>
              </a:rPr>
              <a:t>E</a:t>
            </a:r>
            <a:r>
              <a:rPr sz="2400" i="1" baseline="-20833" dirty="0">
                <a:latin typeface="Times New Roman"/>
                <a:cs typeface="Times New Roman"/>
              </a:rPr>
              <a:t>n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521834" y="2787650"/>
            <a:ext cx="914400" cy="609600"/>
          </a:xfrm>
          <a:custGeom>
            <a:avLst/>
            <a:gdLst/>
            <a:ahLst/>
            <a:cxnLst/>
            <a:rect l="l" t="t" r="r" b="b"/>
            <a:pathLst>
              <a:path w="914400" h="609600">
                <a:moveTo>
                  <a:pt x="457200" y="0"/>
                </a:moveTo>
                <a:lnTo>
                  <a:pt x="0" y="304800"/>
                </a:lnTo>
                <a:lnTo>
                  <a:pt x="457200" y="609600"/>
                </a:lnTo>
                <a:lnTo>
                  <a:pt x="914400" y="304800"/>
                </a:lnTo>
                <a:lnTo>
                  <a:pt x="457200" y="0"/>
                </a:lnTo>
                <a:close/>
              </a:path>
            </a:pathLst>
          </a:custGeom>
          <a:solidFill>
            <a:srgbClr val="73F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521834" y="2787650"/>
            <a:ext cx="914400" cy="609600"/>
          </a:xfrm>
          <a:custGeom>
            <a:avLst/>
            <a:gdLst/>
            <a:ahLst/>
            <a:cxnLst/>
            <a:rect l="l" t="t" r="r" b="b"/>
            <a:pathLst>
              <a:path w="914400" h="609600">
                <a:moveTo>
                  <a:pt x="0" y="304799"/>
                </a:moveTo>
                <a:lnTo>
                  <a:pt x="457199" y="0"/>
                </a:lnTo>
                <a:lnTo>
                  <a:pt x="914399" y="304799"/>
                </a:lnTo>
                <a:lnTo>
                  <a:pt x="457199" y="609599"/>
                </a:lnTo>
                <a:lnTo>
                  <a:pt x="0" y="30479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841875" y="2896870"/>
            <a:ext cx="212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979034" y="1797050"/>
            <a:ext cx="0" cy="990600"/>
          </a:xfrm>
          <a:custGeom>
            <a:avLst/>
            <a:gdLst/>
            <a:ahLst/>
            <a:cxnLst/>
            <a:rect l="l" t="t" r="r" b="b"/>
            <a:pathLst>
              <a:path h="990600">
                <a:moveTo>
                  <a:pt x="0" y="0"/>
                </a:moveTo>
                <a:lnTo>
                  <a:pt x="1" y="99059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759835" y="3092450"/>
            <a:ext cx="762000" cy="0"/>
          </a:xfrm>
          <a:custGeom>
            <a:avLst/>
            <a:gdLst/>
            <a:ahLst/>
            <a:cxnLst/>
            <a:rect l="l" t="t" r="r" b="b"/>
            <a:pathLst>
              <a:path w="762000">
                <a:moveTo>
                  <a:pt x="761999" y="0"/>
                </a:moveTo>
                <a:lnTo>
                  <a:pt x="0" y="1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436235" y="3092450"/>
            <a:ext cx="685800" cy="0"/>
          </a:xfrm>
          <a:custGeom>
            <a:avLst/>
            <a:gdLst/>
            <a:ahLst/>
            <a:cxnLst/>
            <a:rect l="l" t="t" r="r" b="b"/>
            <a:pathLst>
              <a:path w="685800">
                <a:moveTo>
                  <a:pt x="0" y="0"/>
                </a:moveTo>
                <a:lnTo>
                  <a:pt x="685799" y="1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283834" y="347345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599"/>
                </a:moveTo>
                <a:lnTo>
                  <a:pt x="228599" y="0"/>
                </a:lnTo>
              </a:path>
            </a:pathLst>
          </a:custGeom>
          <a:ln w="76199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521834" y="34734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228599"/>
                </a:lnTo>
              </a:path>
            </a:pathLst>
          </a:custGeom>
          <a:ln w="76199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004993" y="1830070"/>
            <a:ext cx="154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5" dirty="0">
                <a:latin typeface="Times New Roman"/>
                <a:cs typeface="Times New Roman"/>
              </a:rPr>
              <a:t>(min</a:t>
            </a:r>
            <a:r>
              <a:rPr sz="2400" i="1" spc="-7" baseline="-20833" dirty="0">
                <a:latin typeface="Times New Roman"/>
                <a:cs typeface="Times New Roman"/>
              </a:rPr>
              <a:t>1</a:t>
            </a:r>
            <a:r>
              <a:rPr sz="2400" i="1" spc="-52" baseline="-20833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,max</a:t>
            </a:r>
            <a:r>
              <a:rPr sz="2400" i="1" spc="-7" baseline="-20833" dirty="0">
                <a:latin typeface="Times New Roman"/>
                <a:cs typeface="Times New Roman"/>
              </a:rPr>
              <a:t>1</a:t>
            </a:r>
            <a:r>
              <a:rPr sz="2400" i="1" spc="-5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 rot="20700000">
            <a:off x="5395606" y="2690211"/>
            <a:ext cx="662816" cy="342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95"/>
              </a:lnSpc>
            </a:pPr>
            <a:r>
              <a:rPr sz="2400" i="1" dirty="0">
                <a:latin typeface="Times New Roman"/>
                <a:cs typeface="Times New Roman"/>
              </a:rPr>
              <a:t>(</a:t>
            </a:r>
            <a:r>
              <a:rPr sz="2400" i="1" spc="-45" dirty="0">
                <a:latin typeface="Times New Roman"/>
                <a:cs typeface="Times New Roman"/>
              </a:rPr>
              <a:t>m</a:t>
            </a:r>
            <a:r>
              <a:rPr sz="3600" i="1" spc="-75" baseline="1157" dirty="0">
                <a:latin typeface="Times New Roman"/>
                <a:cs typeface="Times New Roman"/>
              </a:rPr>
              <a:t>i</a:t>
            </a:r>
            <a:r>
              <a:rPr sz="3600" i="1" baseline="1157" dirty="0">
                <a:latin typeface="Times New Roman"/>
                <a:cs typeface="Times New Roman"/>
              </a:rPr>
              <a:t>n</a:t>
            </a:r>
            <a:endParaRPr sz="3600" baseline="1157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 rot="20700000">
            <a:off x="5949640" y="2765066"/>
            <a:ext cx="250847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60"/>
              </a:lnSpc>
            </a:pPr>
            <a:r>
              <a:rPr sz="1600" i="1" dirty="0">
                <a:latin typeface="Times New Roman"/>
                <a:cs typeface="Times New Roman"/>
              </a:rPr>
              <a:t>2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 rot="20700000">
            <a:off x="6080408" y="2491094"/>
            <a:ext cx="684901" cy="342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95"/>
              </a:lnSpc>
            </a:pPr>
            <a:r>
              <a:rPr sz="2400" i="1" dirty="0">
                <a:latin typeface="Times New Roman"/>
                <a:cs typeface="Times New Roman"/>
              </a:rPr>
              <a:t>,</a:t>
            </a:r>
            <a:r>
              <a:rPr sz="2400" i="1" spc="-45" dirty="0">
                <a:latin typeface="Times New Roman"/>
                <a:cs typeface="Times New Roman"/>
              </a:rPr>
              <a:t>m</a:t>
            </a:r>
            <a:r>
              <a:rPr sz="3600" i="1" baseline="1157" dirty="0">
                <a:latin typeface="Times New Roman"/>
                <a:cs typeface="Times New Roman"/>
              </a:rPr>
              <a:t>ax</a:t>
            </a:r>
            <a:endParaRPr sz="3600" baseline="1157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 rot="20700000">
            <a:off x="6657601" y="2562366"/>
            <a:ext cx="250847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60"/>
              </a:lnSpc>
            </a:pPr>
            <a:r>
              <a:rPr sz="1600" i="1" dirty="0">
                <a:latin typeface="Times New Roman"/>
                <a:cs typeface="Times New Roman"/>
              </a:rPr>
              <a:t>2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 rot="20700000">
            <a:off x="6671830" y="2372905"/>
            <a:ext cx="356271" cy="33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30"/>
              </a:lnSpc>
            </a:pPr>
            <a:r>
              <a:rPr sz="2400" i="1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22" name="object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6918828"/>
              </p:ext>
            </p:extLst>
          </p:nvPr>
        </p:nvGraphicFramePr>
        <p:xfrm>
          <a:off x="3909059" y="3397250"/>
          <a:ext cx="2133600" cy="1599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  <a:p>
                      <a:pPr marL="144145">
                        <a:lnSpc>
                          <a:spcPct val="100000"/>
                        </a:lnSpc>
                      </a:pPr>
                      <a:r>
                        <a:rPr sz="2400" i="1" spc="-5" dirty="0">
                          <a:latin typeface="Times New Roman"/>
                          <a:cs typeface="Times New Roman"/>
                        </a:rPr>
                        <a:t>(min</a:t>
                      </a:r>
                      <a:r>
                        <a:rPr sz="2400" i="1" spc="-7" baseline="-20833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400" i="1" spc="-225" baseline="-20833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i="1" dirty="0">
                          <a:latin typeface="Times New Roman"/>
                          <a:cs typeface="Times New Roman"/>
                        </a:rPr>
                        <a:t>,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400" i="1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i="1" baseline="-20833" dirty="0">
                          <a:latin typeface="Times New Roman"/>
                          <a:cs typeface="Times New Roman"/>
                        </a:rPr>
                        <a:t>i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4571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3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3" name="object 23"/>
          <p:cNvSpPr txBox="1"/>
          <p:nvPr/>
        </p:nvSpPr>
        <p:spPr>
          <a:xfrm>
            <a:off x="5850007" y="3866833"/>
            <a:ext cx="6915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ma</a:t>
            </a:r>
            <a:r>
              <a:rPr sz="2400" i="1" spc="-5" dirty="0">
                <a:latin typeface="Times New Roman"/>
                <a:cs typeface="Times New Roman"/>
              </a:rPr>
              <a:t>x</a:t>
            </a:r>
            <a:r>
              <a:rPr sz="2400" i="1" baseline="-20833" dirty="0">
                <a:latin typeface="Times New Roman"/>
                <a:cs typeface="Times New Roman"/>
              </a:rPr>
              <a:t>i</a:t>
            </a:r>
            <a:r>
              <a:rPr sz="2400" i="1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043885" y="2268881"/>
            <a:ext cx="609600" cy="545465"/>
          </a:xfrm>
          <a:custGeom>
            <a:avLst/>
            <a:gdLst/>
            <a:ahLst/>
            <a:cxnLst/>
            <a:rect l="l" t="t" r="r" b="b"/>
            <a:pathLst>
              <a:path w="609600" h="545464">
                <a:moveTo>
                  <a:pt x="524339" y="259080"/>
                </a:moveTo>
                <a:lnTo>
                  <a:pt x="490486" y="259080"/>
                </a:lnTo>
                <a:lnTo>
                  <a:pt x="494245" y="260350"/>
                </a:lnTo>
                <a:lnTo>
                  <a:pt x="498741" y="262889"/>
                </a:lnTo>
                <a:lnTo>
                  <a:pt x="499986" y="264160"/>
                </a:lnTo>
                <a:lnTo>
                  <a:pt x="501345" y="267970"/>
                </a:lnTo>
                <a:lnTo>
                  <a:pt x="501230" y="269239"/>
                </a:lnTo>
                <a:lnTo>
                  <a:pt x="498411" y="274320"/>
                </a:lnTo>
                <a:lnTo>
                  <a:pt x="494639" y="279400"/>
                </a:lnTo>
                <a:lnTo>
                  <a:pt x="489000" y="284480"/>
                </a:lnTo>
                <a:lnTo>
                  <a:pt x="444017" y="328930"/>
                </a:lnTo>
                <a:lnTo>
                  <a:pt x="435267" y="336550"/>
                </a:lnTo>
                <a:lnTo>
                  <a:pt x="429806" y="342900"/>
                </a:lnTo>
                <a:lnTo>
                  <a:pt x="425919" y="350520"/>
                </a:lnTo>
                <a:lnTo>
                  <a:pt x="425488" y="354330"/>
                </a:lnTo>
                <a:lnTo>
                  <a:pt x="427164" y="359410"/>
                </a:lnTo>
                <a:lnTo>
                  <a:pt x="429132" y="361950"/>
                </a:lnTo>
                <a:lnTo>
                  <a:pt x="436092" y="365760"/>
                </a:lnTo>
                <a:lnTo>
                  <a:pt x="447852" y="365760"/>
                </a:lnTo>
                <a:lnTo>
                  <a:pt x="455327" y="364489"/>
                </a:lnTo>
                <a:lnTo>
                  <a:pt x="463615" y="361950"/>
                </a:lnTo>
                <a:lnTo>
                  <a:pt x="472714" y="358139"/>
                </a:lnTo>
                <a:lnTo>
                  <a:pt x="454253" y="358139"/>
                </a:lnTo>
                <a:lnTo>
                  <a:pt x="452615" y="356870"/>
                </a:lnTo>
                <a:lnTo>
                  <a:pt x="452158" y="356870"/>
                </a:lnTo>
                <a:lnTo>
                  <a:pt x="451726" y="354330"/>
                </a:lnTo>
                <a:lnTo>
                  <a:pt x="451916" y="353060"/>
                </a:lnTo>
                <a:lnTo>
                  <a:pt x="453250" y="350520"/>
                </a:lnTo>
                <a:lnTo>
                  <a:pt x="456298" y="346710"/>
                </a:lnTo>
                <a:lnTo>
                  <a:pt x="515708" y="288289"/>
                </a:lnTo>
                <a:lnTo>
                  <a:pt x="520750" y="283210"/>
                </a:lnTo>
                <a:lnTo>
                  <a:pt x="526122" y="271780"/>
                </a:lnTo>
                <a:lnTo>
                  <a:pt x="526745" y="266700"/>
                </a:lnTo>
                <a:lnTo>
                  <a:pt x="524339" y="259080"/>
                </a:lnTo>
                <a:close/>
              </a:path>
              <a:path w="609600" h="545464">
                <a:moveTo>
                  <a:pt x="479831" y="347980"/>
                </a:moveTo>
                <a:lnTo>
                  <a:pt x="470992" y="353060"/>
                </a:lnTo>
                <a:lnTo>
                  <a:pt x="463562" y="356870"/>
                </a:lnTo>
                <a:lnTo>
                  <a:pt x="457555" y="358139"/>
                </a:lnTo>
                <a:lnTo>
                  <a:pt x="472714" y="358139"/>
                </a:lnTo>
                <a:lnTo>
                  <a:pt x="482625" y="353060"/>
                </a:lnTo>
                <a:lnTo>
                  <a:pt x="479831" y="347980"/>
                </a:lnTo>
                <a:close/>
              </a:path>
              <a:path w="609600" h="545464">
                <a:moveTo>
                  <a:pt x="416039" y="210820"/>
                </a:moveTo>
                <a:lnTo>
                  <a:pt x="414756" y="215900"/>
                </a:lnTo>
                <a:lnTo>
                  <a:pt x="420115" y="217170"/>
                </a:lnTo>
                <a:lnTo>
                  <a:pt x="422897" y="218439"/>
                </a:lnTo>
                <a:lnTo>
                  <a:pt x="424814" y="219710"/>
                </a:lnTo>
                <a:lnTo>
                  <a:pt x="428116" y="220980"/>
                </a:lnTo>
                <a:lnTo>
                  <a:pt x="429640" y="222250"/>
                </a:lnTo>
                <a:lnTo>
                  <a:pt x="431241" y="227330"/>
                </a:lnTo>
                <a:lnTo>
                  <a:pt x="431139" y="229870"/>
                </a:lnTo>
                <a:lnTo>
                  <a:pt x="429120" y="233680"/>
                </a:lnTo>
                <a:lnTo>
                  <a:pt x="424662" y="238760"/>
                </a:lnTo>
                <a:lnTo>
                  <a:pt x="349859" y="317500"/>
                </a:lnTo>
                <a:lnTo>
                  <a:pt x="369671" y="327660"/>
                </a:lnTo>
                <a:lnTo>
                  <a:pt x="398887" y="298450"/>
                </a:lnTo>
                <a:lnTo>
                  <a:pt x="411137" y="290830"/>
                </a:lnTo>
                <a:lnTo>
                  <a:pt x="422688" y="283210"/>
                </a:lnTo>
                <a:lnTo>
                  <a:pt x="433587" y="276860"/>
                </a:lnTo>
                <a:lnTo>
                  <a:pt x="417804" y="276860"/>
                </a:lnTo>
                <a:lnTo>
                  <a:pt x="466013" y="226060"/>
                </a:lnTo>
                <a:lnTo>
                  <a:pt x="416039" y="210820"/>
                </a:lnTo>
                <a:close/>
              </a:path>
              <a:path w="609600" h="545464">
                <a:moveTo>
                  <a:pt x="348119" y="173989"/>
                </a:moveTo>
                <a:lnTo>
                  <a:pt x="345465" y="179070"/>
                </a:lnTo>
                <a:lnTo>
                  <a:pt x="352031" y="180339"/>
                </a:lnTo>
                <a:lnTo>
                  <a:pt x="356285" y="182880"/>
                </a:lnTo>
                <a:lnTo>
                  <a:pt x="360591" y="184150"/>
                </a:lnTo>
                <a:lnTo>
                  <a:pt x="362140" y="186689"/>
                </a:lnTo>
                <a:lnTo>
                  <a:pt x="363600" y="190500"/>
                </a:lnTo>
                <a:lnTo>
                  <a:pt x="363474" y="191770"/>
                </a:lnTo>
                <a:lnTo>
                  <a:pt x="361200" y="196850"/>
                </a:lnTo>
                <a:lnTo>
                  <a:pt x="356666" y="201930"/>
                </a:lnTo>
                <a:lnTo>
                  <a:pt x="348856" y="209550"/>
                </a:lnTo>
                <a:lnTo>
                  <a:pt x="293179" y="266700"/>
                </a:lnTo>
                <a:lnTo>
                  <a:pt x="289166" y="271780"/>
                </a:lnTo>
                <a:lnTo>
                  <a:pt x="285800" y="278130"/>
                </a:lnTo>
                <a:lnTo>
                  <a:pt x="285521" y="280670"/>
                </a:lnTo>
                <a:lnTo>
                  <a:pt x="287693" y="288289"/>
                </a:lnTo>
                <a:lnTo>
                  <a:pt x="289953" y="290830"/>
                </a:lnTo>
                <a:lnTo>
                  <a:pt x="298615" y="294639"/>
                </a:lnTo>
                <a:lnTo>
                  <a:pt x="305231" y="295910"/>
                </a:lnTo>
                <a:lnTo>
                  <a:pt x="313245" y="293370"/>
                </a:lnTo>
                <a:lnTo>
                  <a:pt x="321322" y="292100"/>
                </a:lnTo>
                <a:lnTo>
                  <a:pt x="329323" y="289560"/>
                </a:lnTo>
                <a:lnTo>
                  <a:pt x="337248" y="285750"/>
                </a:lnTo>
                <a:lnTo>
                  <a:pt x="313283" y="285750"/>
                </a:lnTo>
                <a:lnTo>
                  <a:pt x="312610" y="284480"/>
                </a:lnTo>
                <a:lnTo>
                  <a:pt x="311962" y="281939"/>
                </a:lnTo>
                <a:lnTo>
                  <a:pt x="312153" y="280670"/>
                </a:lnTo>
                <a:lnTo>
                  <a:pt x="313499" y="278130"/>
                </a:lnTo>
                <a:lnTo>
                  <a:pt x="316395" y="274320"/>
                </a:lnTo>
                <a:lnTo>
                  <a:pt x="397763" y="189230"/>
                </a:lnTo>
                <a:lnTo>
                  <a:pt x="348119" y="173989"/>
                </a:lnTo>
                <a:close/>
              </a:path>
              <a:path w="609600" h="545464">
                <a:moveTo>
                  <a:pt x="342036" y="275589"/>
                </a:moveTo>
                <a:lnTo>
                  <a:pt x="333654" y="280670"/>
                </a:lnTo>
                <a:lnTo>
                  <a:pt x="326186" y="284480"/>
                </a:lnTo>
                <a:lnTo>
                  <a:pt x="319646" y="285750"/>
                </a:lnTo>
                <a:lnTo>
                  <a:pt x="337248" y="285750"/>
                </a:lnTo>
                <a:lnTo>
                  <a:pt x="345097" y="281939"/>
                </a:lnTo>
                <a:lnTo>
                  <a:pt x="342036" y="275589"/>
                </a:lnTo>
                <a:close/>
              </a:path>
              <a:path w="609600" h="545464">
                <a:moveTo>
                  <a:pt x="501443" y="247650"/>
                </a:moveTo>
                <a:lnTo>
                  <a:pt x="492754" y="247650"/>
                </a:lnTo>
                <a:lnTo>
                  <a:pt x="483184" y="248920"/>
                </a:lnTo>
                <a:lnTo>
                  <a:pt x="471589" y="252730"/>
                </a:lnTo>
                <a:lnTo>
                  <a:pt x="456828" y="257810"/>
                </a:lnTo>
                <a:lnTo>
                  <a:pt x="438900" y="266700"/>
                </a:lnTo>
                <a:lnTo>
                  <a:pt x="417804" y="276860"/>
                </a:lnTo>
                <a:lnTo>
                  <a:pt x="433587" y="276860"/>
                </a:lnTo>
                <a:lnTo>
                  <a:pt x="443834" y="271780"/>
                </a:lnTo>
                <a:lnTo>
                  <a:pt x="453428" y="267970"/>
                </a:lnTo>
                <a:lnTo>
                  <a:pt x="462395" y="264160"/>
                </a:lnTo>
                <a:lnTo>
                  <a:pt x="470758" y="261620"/>
                </a:lnTo>
                <a:lnTo>
                  <a:pt x="478515" y="260350"/>
                </a:lnTo>
                <a:lnTo>
                  <a:pt x="485660" y="260350"/>
                </a:lnTo>
                <a:lnTo>
                  <a:pt x="490486" y="259080"/>
                </a:lnTo>
                <a:lnTo>
                  <a:pt x="524339" y="259080"/>
                </a:lnTo>
                <a:lnTo>
                  <a:pt x="523938" y="257810"/>
                </a:lnTo>
                <a:lnTo>
                  <a:pt x="520890" y="254000"/>
                </a:lnTo>
                <a:lnTo>
                  <a:pt x="516178" y="251460"/>
                </a:lnTo>
                <a:lnTo>
                  <a:pt x="509251" y="248920"/>
                </a:lnTo>
                <a:lnTo>
                  <a:pt x="501443" y="247650"/>
                </a:lnTo>
                <a:close/>
              </a:path>
              <a:path w="609600" h="545464">
                <a:moveTo>
                  <a:pt x="312690" y="149860"/>
                </a:moveTo>
                <a:lnTo>
                  <a:pt x="276631" y="149860"/>
                </a:lnTo>
                <a:lnTo>
                  <a:pt x="281838" y="151130"/>
                </a:lnTo>
                <a:lnTo>
                  <a:pt x="287274" y="153670"/>
                </a:lnTo>
                <a:lnTo>
                  <a:pt x="288239" y="154939"/>
                </a:lnTo>
                <a:lnTo>
                  <a:pt x="288734" y="156210"/>
                </a:lnTo>
                <a:lnTo>
                  <a:pt x="289153" y="158750"/>
                </a:lnTo>
                <a:lnTo>
                  <a:pt x="288785" y="160020"/>
                </a:lnTo>
                <a:lnTo>
                  <a:pt x="286816" y="163830"/>
                </a:lnTo>
                <a:lnTo>
                  <a:pt x="285826" y="165100"/>
                </a:lnTo>
                <a:lnTo>
                  <a:pt x="283908" y="167639"/>
                </a:lnTo>
                <a:lnTo>
                  <a:pt x="279412" y="172720"/>
                </a:lnTo>
                <a:lnTo>
                  <a:pt x="271208" y="180339"/>
                </a:lnTo>
                <a:lnTo>
                  <a:pt x="235343" y="215900"/>
                </a:lnTo>
                <a:lnTo>
                  <a:pt x="213994" y="243839"/>
                </a:lnTo>
                <a:lnTo>
                  <a:pt x="215823" y="250189"/>
                </a:lnTo>
                <a:lnTo>
                  <a:pt x="217754" y="252730"/>
                </a:lnTo>
                <a:lnTo>
                  <a:pt x="223939" y="256539"/>
                </a:lnTo>
                <a:lnTo>
                  <a:pt x="237782" y="256539"/>
                </a:lnTo>
                <a:lnTo>
                  <a:pt x="244475" y="255270"/>
                </a:lnTo>
                <a:lnTo>
                  <a:pt x="261404" y="248920"/>
                </a:lnTo>
                <a:lnTo>
                  <a:pt x="263469" y="247650"/>
                </a:lnTo>
                <a:lnTo>
                  <a:pt x="243344" y="247650"/>
                </a:lnTo>
                <a:lnTo>
                  <a:pt x="241757" y="246380"/>
                </a:lnTo>
                <a:lnTo>
                  <a:pt x="241274" y="246380"/>
                </a:lnTo>
                <a:lnTo>
                  <a:pt x="241109" y="245110"/>
                </a:lnTo>
                <a:lnTo>
                  <a:pt x="240817" y="243839"/>
                </a:lnTo>
                <a:lnTo>
                  <a:pt x="240982" y="242570"/>
                </a:lnTo>
                <a:lnTo>
                  <a:pt x="242227" y="240030"/>
                </a:lnTo>
                <a:lnTo>
                  <a:pt x="247205" y="234950"/>
                </a:lnTo>
                <a:lnTo>
                  <a:pt x="299338" y="184150"/>
                </a:lnTo>
                <a:lnTo>
                  <a:pt x="304063" y="179070"/>
                </a:lnTo>
                <a:lnTo>
                  <a:pt x="307733" y="173989"/>
                </a:lnTo>
                <a:lnTo>
                  <a:pt x="313639" y="162560"/>
                </a:lnTo>
                <a:lnTo>
                  <a:pt x="314693" y="157480"/>
                </a:lnTo>
                <a:lnTo>
                  <a:pt x="312690" y="149860"/>
                </a:lnTo>
                <a:close/>
              </a:path>
              <a:path w="609600" h="545464">
                <a:moveTo>
                  <a:pt x="268617" y="238760"/>
                </a:moveTo>
                <a:lnTo>
                  <a:pt x="261365" y="242570"/>
                </a:lnTo>
                <a:lnTo>
                  <a:pt x="254482" y="245110"/>
                </a:lnTo>
                <a:lnTo>
                  <a:pt x="247967" y="246380"/>
                </a:lnTo>
                <a:lnTo>
                  <a:pt x="245148" y="247650"/>
                </a:lnTo>
                <a:lnTo>
                  <a:pt x="263469" y="247650"/>
                </a:lnTo>
                <a:lnTo>
                  <a:pt x="267601" y="245110"/>
                </a:lnTo>
                <a:lnTo>
                  <a:pt x="271538" y="243839"/>
                </a:lnTo>
                <a:lnTo>
                  <a:pt x="268617" y="238760"/>
                </a:lnTo>
                <a:close/>
              </a:path>
              <a:path w="609600" h="545464">
                <a:moveTo>
                  <a:pt x="245859" y="115570"/>
                </a:moveTo>
                <a:lnTo>
                  <a:pt x="215137" y="115570"/>
                </a:lnTo>
                <a:lnTo>
                  <a:pt x="219582" y="118110"/>
                </a:lnTo>
                <a:lnTo>
                  <a:pt x="220497" y="119380"/>
                </a:lnTo>
                <a:lnTo>
                  <a:pt x="221310" y="121920"/>
                </a:lnTo>
                <a:lnTo>
                  <a:pt x="220903" y="124460"/>
                </a:lnTo>
                <a:lnTo>
                  <a:pt x="218173" y="129539"/>
                </a:lnTo>
                <a:lnTo>
                  <a:pt x="213867" y="134620"/>
                </a:lnTo>
                <a:lnTo>
                  <a:pt x="206781" y="142239"/>
                </a:lnTo>
                <a:lnTo>
                  <a:pt x="141376" y="209550"/>
                </a:lnTo>
                <a:lnTo>
                  <a:pt x="161429" y="219710"/>
                </a:lnTo>
                <a:lnTo>
                  <a:pt x="174147" y="208280"/>
                </a:lnTo>
                <a:lnTo>
                  <a:pt x="186318" y="196850"/>
                </a:lnTo>
                <a:lnTo>
                  <a:pt x="197941" y="187960"/>
                </a:lnTo>
                <a:lnTo>
                  <a:pt x="209016" y="180339"/>
                </a:lnTo>
                <a:lnTo>
                  <a:pt x="219090" y="173989"/>
                </a:lnTo>
                <a:lnTo>
                  <a:pt x="205993" y="173989"/>
                </a:lnTo>
                <a:lnTo>
                  <a:pt x="233222" y="146050"/>
                </a:lnTo>
                <a:lnTo>
                  <a:pt x="238950" y="140970"/>
                </a:lnTo>
                <a:lnTo>
                  <a:pt x="242925" y="135889"/>
                </a:lnTo>
                <a:lnTo>
                  <a:pt x="247497" y="127000"/>
                </a:lnTo>
                <a:lnTo>
                  <a:pt x="247954" y="121920"/>
                </a:lnTo>
                <a:lnTo>
                  <a:pt x="245859" y="115570"/>
                </a:lnTo>
                <a:close/>
              </a:path>
              <a:path w="609600" h="545464">
                <a:moveTo>
                  <a:pt x="197218" y="0"/>
                </a:moveTo>
                <a:lnTo>
                  <a:pt x="130055" y="15239"/>
                </a:lnTo>
                <a:lnTo>
                  <a:pt x="77342" y="39370"/>
                </a:lnTo>
                <a:lnTo>
                  <a:pt x="44008" y="68580"/>
                </a:lnTo>
                <a:lnTo>
                  <a:pt x="18237" y="105410"/>
                </a:lnTo>
                <a:lnTo>
                  <a:pt x="4800" y="144780"/>
                </a:lnTo>
                <a:lnTo>
                  <a:pt x="219" y="191770"/>
                </a:lnTo>
                <a:lnTo>
                  <a:pt x="0" y="209550"/>
                </a:lnTo>
                <a:lnTo>
                  <a:pt x="5702" y="209550"/>
                </a:lnTo>
                <a:lnTo>
                  <a:pt x="7521" y="190500"/>
                </a:lnTo>
                <a:lnTo>
                  <a:pt x="10656" y="172720"/>
                </a:lnTo>
                <a:lnTo>
                  <a:pt x="30277" y="127000"/>
                </a:lnTo>
                <a:lnTo>
                  <a:pt x="55061" y="93980"/>
                </a:lnTo>
                <a:lnTo>
                  <a:pt x="86891" y="62230"/>
                </a:lnTo>
                <a:lnTo>
                  <a:pt x="120153" y="35560"/>
                </a:lnTo>
                <a:lnTo>
                  <a:pt x="136969" y="26670"/>
                </a:lnTo>
                <a:lnTo>
                  <a:pt x="150916" y="19050"/>
                </a:lnTo>
                <a:lnTo>
                  <a:pt x="165704" y="13970"/>
                </a:lnTo>
                <a:lnTo>
                  <a:pt x="181333" y="10160"/>
                </a:lnTo>
                <a:lnTo>
                  <a:pt x="197802" y="6350"/>
                </a:lnTo>
                <a:lnTo>
                  <a:pt x="197218" y="0"/>
                </a:lnTo>
                <a:close/>
              </a:path>
              <a:path w="609600" h="545464">
                <a:moveTo>
                  <a:pt x="144437" y="69850"/>
                </a:moveTo>
                <a:lnTo>
                  <a:pt x="143040" y="76200"/>
                </a:lnTo>
                <a:lnTo>
                  <a:pt x="148818" y="77470"/>
                </a:lnTo>
                <a:lnTo>
                  <a:pt x="152285" y="78739"/>
                </a:lnTo>
                <a:lnTo>
                  <a:pt x="156184" y="80010"/>
                </a:lnTo>
                <a:lnTo>
                  <a:pt x="158051" y="82550"/>
                </a:lnTo>
                <a:lnTo>
                  <a:pt x="159994" y="87630"/>
                </a:lnTo>
                <a:lnTo>
                  <a:pt x="159969" y="90170"/>
                </a:lnTo>
                <a:lnTo>
                  <a:pt x="158546" y="92710"/>
                </a:lnTo>
                <a:lnTo>
                  <a:pt x="157594" y="93980"/>
                </a:lnTo>
                <a:lnTo>
                  <a:pt x="156095" y="95250"/>
                </a:lnTo>
                <a:lnTo>
                  <a:pt x="78282" y="176530"/>
                </a:lnTo>
                <a:lnTo>
                  <a:pt x="97713" y="186689"/>
                </a:lnTo>
                <a:lnTo>
                  <a:pt x="112646" y="172720"/>
                </a:lnTo>
                <a:lnTo>
                  <a:pt x="124336" y="161289"/>
                </a:lnTo>
                <a:lnTo>
                  <a:pt x="132782" y="153670"/>
                </a:lnTo>
                <a:lnTo>
                  <a:pt x="137985" y="148589"/>
                </a:lnTo>
                <a:lnTo>
                  <a:pt x="145917" y="143510"/>
                </a:lnTo>
                <a:lnTo>
                  <a:pt x="154663" y="137160"/>
                </a:lnTo>
                <a:lnTo>
                  <a:pt x="157053" y="135889"/>
                </a:lnTo>
                <a:lnTo>
                  <a:pt x="146380" y="135889"/>
                </a:lnTo>
                <a:lnTo>
                  <a:pt x="194335" y="85089"/>
                </a:lnTo>
                <a:lnTo>
                  <a:pt x="144437" y="69850"/>
                </a:lnTo>
                <a:close/>
              </a:path>
              <a:path w="609600" h="545464">
                <a:moveTo>
                  <a:pt x="293087" y="139700"/>
                </a:moveTo>
                <a:lnTo>
                  <a:pt x="278371" y="139700"/>
                </a:lnTo>
                <a:lnTo>
                  <a:pt x="263052" y="144780"/>
                </a:lnTo>
                <a:lnTo>
                  <a:pt x="245883" y="151130"/>
                </a:lnTo>
                <a:lnTo>
                  <a:pt x="226863" y="161289"/>
                </a:lnTo>
                <a:lnTo>
                  <a:pt x="205993" y="173989"/>
                </a:lnTo>
                <a:lnTo>
                  <a:pt x="219090" y="173989"/>
                </a:lnTo>
                <a:lnTo>
                  <a:pt x="225135" y="170180"/>
                </a:lnTo>
                <a:lnTo>
                  <a:pt x="240704" y="162560"/>
                </a:lnTo>
                <a:lnTo>
                  <a:pt x="255724" y="156210"/>
                </a:lnTo>
                <a:lnTo>
                  <a:pt x="270192" y="151130"/>
                </a:lnTo>
                <a:lnTo>
                  <a:pt x="276631" y="149860"/>
                </a:lnTo>
                <a:lnTo>
                  <a:pt x="312690" y="149860"/>
                </a:lnTo>
                <a:lnTo>
                  <a:pt x="312356" y="148589"/>
                </a:lnTo>
                <a:lnTo>
                  <a:pt x="309625" y="144780"/>
                </a:lnTo>
                <a:lnTo>
                  <a:pt x="305346" y="142239"/>
                </a:lnTo>
                <a:lnTo>
                  <a:pt x="299523" y="140970"/>
                </a:lnTo>
                <a:lnTo>
                  <a:pt x="293087" y="139700"/>
                </a:lnTo>
                <a:close/>
              </a:path>
              <a:path w="609600" h="545464">
                <a:moveTo>
                  <a:pt x="415455" y="132080"/>
                </a:moveTo>
                <a:lnTo>
                  <a:pt x="411645" y="132080"/>
                </a:lnTo>
                <a:lnTo>
                  <a:pt x="403859" y="134620"/>
                </a:lnTo>
                <a:lnTo>
                  <a:pt x="400964" y="137160"/>
                </a:lnTo>
                <a:lnTo>
                  <a:pt x="397167" y="144780"/>
                </a:lnTo>
                <a:lnTo>
                  <a:pt x="396862" y="148589"/>
                </a:lnTo>
                <a:lnTo>
                  <a:pt x="399376" y="156210"/>
                </a:lnTo>
                <a:lnTo>
                  <a:pt x="401815" y="158750"/>
                </a:lnTo>
                <a:lnTo>
                  <a:pt x="409079" y="162560"/>
                </a:lnTo>
                <a:lnTo>
                  <a:pt x="412864" y="162560"/>
                </a:lnTo>
                <a:lnTo>
                  <a:pt x="420776" y="160020"/>
                </a:lnTo>
                <a:lnTo>
                  <a:pt x="423697" y="157480"/>
                </a:lnTo>
                <a:lnTo>
                  <a:pt x="427494" y="151130"/>
                </a:lnTo>
                <a:lnTo>
                  <a:pt x="427837" y="147320"/>
                </a:lnTo>
                <a:lnTo>
                  <a:pt x="425361" y="139700"/>
                </a:lnTo>
                <a:lnTo>
                  <a:pt x="422884" y="135889"/>
                </a:lnTo>
                <a:lnTo>
                  <a:pt x="419163" y="134620"/>
                </a:lnTo>
                <a:lnTo>
                  <a:pt x="415455" y="132080"/>
                </a:lnTo>
                <a:close/>
              </a:path>
              <a:path w="609600" h="545464">
                <a:moveTo>
                  <a:pt x="226491" y="104139"/>
                </a:moveTo>
                <a:lnTo>
                  <a:pt x="220243" y="104139"/>
                </a:lnTo>
                <a:lnTo>
                  <a:pt x="211887" y="105410"/>
                </a:lnTo>
                <a:lnTo>
                  <a:pt x="202863" y="107950"/>
                </a:lnTo>
                <a:lnTo>
                  <a:pt x="193172" y="110489"/>
                </a:lnTo>
                <a:lnTo>
                  <a:pt x="182816" y="115570"/>
                </a:lnTo>
                <a:lnTo>
                  <a:pt x="175382" y="118110"/>
                </a:lnTo>
                <a:lnTo>
                  <a:pt x="166831" y="123189"/>
                </a:lnTo>
                <a:lnTo>
                  <a:pt x="157165" y="129539"/>
                </a:lnTo>
                <a:lnTo>
                  <a:pt x="146380" y="135889"/>
                </a:lnTo>
                <a:lnTo>
                  <a:pt x="157053" y="135889"/>
                </a:lnTo>
                <a:lnTo>
                  <a:pt x="164224" y="132080"/>
                </a:lnTo>
                <a:lnTo>
                  <a:pt x="174599" y="127000"/>
                </a:lnTo>
                <a:lnTo>
                  <a:pt x="184717" y="121920"/>
                </a:lnTo>
                <a:lnTo>
                  <a:pt x="193487" y="119380"/>
                </a:lnTo>
                <a:lnTo>
                  <a:pt x="200910" y="116839"/>
                </a:lnTo>
                <a:lnTo>
                  <a:pt x="206984" y="115570"/>
                </a:lnTo>
                <a:lnTo>
                  <a:pt x="245859" y="115570"/>
                </a:lnTo>
                <a:lnTo>
                  <a:pt x="245021" y="113030"/>
                </a:lnTo>
                <a:lnTo>
                  <a:pt x="242023" y="110489"/>
                </a:lnTo>
                <a:lnTo>
                  <a:pt x="232244" y="105410"/>
                </a:lnTo>
                <a:lnTo>
                  <a:pt x="226491" y="104139"/>
                </a:lnTo>
                <a:close/>
              </a:path>
              <a:path w="609600" h="545464">
                <a:moveTo>
                  <a:pt x="564878" y="415048"/>
                </a:moveTo>
                <a:lnTo>
                  <a:pt x="542201" y="415048"/>
                </a:lnTo>
                <a:lnTo>
                  <a:pt x="544702" y="415442"/>
                </a:lnTo>
                <a:lnTo>
                  <a:pt x="547700" y="417004"/>
                </a:lnTo>
                <a:lnTo>
                  <a:pt x="548538" y="417893"/>
                </a:lnTo>
                <a:lnTo>
                  <a:pt x="549405" y="420128"/>
                </a:lnTo>
                <a:lnTo>
                  <a:pt x="549363" y="421386"/>
                </a:lnTo>
                <a:lnTo>
                  <a:pt x="547484" y="425018"/>
                </a:lnTo>
                <a:lnTo>
                  <a:pt x="544969" y="428066"/>
                </a:lnTo>
                <a:lnTo>
                  <a:pt x="541210" y="431698"/>
                </a:lnTo>
                <a:lnTo>
                  <a:pt x="505383" y="466674"/>
                </a:lnTo>
                <a:lnTo>
                  <a:pt x="501738" y="470916"/>
                </a:lnTo>
                <a:lnTo>
                  <a:pt x="499148" y="475932"/>
                </a:lnTo>
                <a:lnTo>
                  <a:pt x="499003" y="476999"/>
                </a:lnTo>
                <a:lnTo>
                  <a:pt x="498905" y="478116"/>
                </a:lnTo>
                <a:lnTo>
                  <a:pt x="499986" y="481863"/>
                </a:lnTo>
                <a:lnTo>
                  <a:pt x="501294" y="483362"/>
                </a:lnTo>
                <a:lnTo>
                  <a:pt x="505942" y="485762"/>
                </a:lnTo>
                <a:lnTo>
                  <a:pt x="509409" y="486181"/>
                </a:lnTo>
                <a:lnTo>
                  <a:pt x="520064" y="484886"/>
                </a:lnTo>
                <a:lnTo>
                  <a:pt x="527786" y="482003"/>
                </a:lnTo>
                <a:lnTo>
                  <a:pt x="530183" y="480695"/>
                </a:lnTo>
                <a:lnTo>
                  <a:pt x="518985" y="480695"/>
                </a:lnTo>
                <a:lnTo>
                  <a:pt x="518045" y="480656"/>
                </a:lnTo>
                <a:lnTo>
                  <a:pt x="516953" y="480098"/>
                </a:lnTo>
                <a:lnTo>
                  <a:pt x="516648" y="479602"/>
                </a:lnTo>
                <a:lnTo>
                  <a:pt x="516356" y="478116"/>
                </a:lnTo>
                <a:lnTo>
                  <a:pt x="516483" y="477342"/>
                </a:lnTo>
                <a:lnTo>
                  <a:pt x="517372" y="475640"/>
                </a:lnTo>
                <a:lnTo>
                  <a:pt x="519404" y="473405"/>
                </a:lnTo>
                <a:lnTo>
                  <a:pt x="559015" y="434517"/>
                </a:lnTo>
                <a:lnTo>
                  <a:pt x="562381" y="430352"/>
                </a:lnTo>
                <a:lnTo>
                  <a:pt x="565950" y="423443"/>
                </a:lnTo>
                <a:lnTo>
                  <a:pt x="566369" y="420128"/>
                </a:lnTo>
                <a:lnTo>
                  <a:pt x="564878" y="415048"/>
                </a:lnTo>
                <a:close/>
              </a:path>
              <a:path w="609600" h="545464">
                <a:moveTo>
                  <a:pt x="535089" y="473913"/>
                </a:moveTo>
                <a:lnTo>
                  <a:pt x="529196" y="477266"/>
                </a:lnTo>
                <a:lnTo>
                  <a:pt x="524255" y="479437"/>
                </a:lnTo>
                <a:lnTo>
                  <a:pt x="520242" y="480415"/>
                </a:lnTo>
                <a:lnTo>
                  <a:pt x="518985" y="480695"/>
                </a:lnTo>
                <a:lnTo>
                  <a:pt x="530183" y="480695"/>
                </a:lnTo>
                <a:lnTo>
                  <a:pt x="536955" y="476999"/>
                </a:lnTo>
                <a:lnTo>
                  <a:pt x="535089" y="473913"/>
                </a:lnTo>
                <a:close/>
              </a:path>
              <a:path w="609600" h="545464">
                <a:moveTo>
                  <a:pt x="492569" y="382092"/>
                </a:moveTo>
                <a:lnTo>
                  <a:pt x="491705" y="385762"/>
                </a:lnTo>
                <a:lnTo>
                  <a:pt x="495274" y="386943"/>
                </a:lnTo>
                <a:lnTo>
                  <a:pt x="497141" y="387604"/>
                </a:lnTo>
                <a:lnTo>
                  <a:pt x="498424" y="388124"/>
                </a:lnTo>
                <a:lnTo>
                  <a:pt x="500621" y="389255"/>
                </a:lnTo>
                <a:lnTo>
                  <a:pt x="501637" y="390398"/>
                </a:lnTo>
                <a:lnTo>
                  <a:pt x="502704" y="393369"/>
                </a:lnTo>
                <a:lnTo>
                  <a:pt x="502640" y="394754"/>
                </a:lnTo>
                <a:lnTo>
                  <a:pt x="501294" y="397357"/>
                </a:lnTo>
                <a:lnTo>
                  <a:pt x="498322" y="400799"/>
                </a:lnTo>
                <a:lnTo>
                  <a:pt x="448449" y="453529"/>
                </a:lnTo>
                <a:lnTo>
                  <a:pt x="461657" y="460362"/>
                </a:lnTo>
                <a:lnTo>
                  <a:pt x="496998" y="430896"/>
                </a:lnTo>
                <a:lnTo>
                  <a:pt x="505182" y="426427"/>
                </a:lnTo>
                <a:lnTo>
                  <a:pt x="493737" y="426427"/>
                </a:lnTo>
                <a:lnTo>
                  <a:pt x="525881" y="392455"/>
                </a:lnTo>
                <a:lnTo>
                  <a:pt x="492569" y="382092"/>
                </a:lnTo>
                <a:close/>
              </a:path>
              <a:path w="609600" h="545464">
                <a:moveTo>
                  <a:pt x="546226" y="406234"/>
                </a:moveTo>
                <a:lnTo>
                  <a:pt x="507806" y="419520"/>
                </a:lnTo>
                <a:lnTo>
                  <a:pt x="493737" y="426427"/>
                </a:lnTo>
                <a:lnTo>
                  <a:pt x="505182" y="426427"/>
                </a:lnTo>
                <a:lnTo>
                  <a:pt x="511124" y="423443"/>
                </a:lnTo>
                <a:lnTo>
                  <a:pt x="517486" y="420598"/>
                </a:lnTo>
                <a:lnTo>
                  <a:pt x="525729" y="417169"/>
                </a:lnTo>
                <a:lnTo>
                  <a:pt x="532891" y="415366"/>
                </a:lnTo>
                <a:lnTo>
                  <a:pt x="542201" y="415048"/>
                </a:lnTo>
                <a:lnTo>
                  <a:pt x="564878" y="415048"/>
                </a:lnTo>
                <a:lnTo>
                  <a:pt x="564502" y="413766"/>
                </a:lnTo>
                <a:lnTo>
                  <a:pt x="562457" y="411365"/>
                </a:lnTo>
                <a:lnTo>
                  <a:pt x="553554" y="406755"/>
                </a:lnTo>
                <a:lnTo>
                  <a:pt x="546226" y="406234"/>
                </a:lnTo>
                <a:close/>
              </a:path>
              <a:path w="609600" h="545464">
                <a:moveTo>
                  <a:pt x="598424" y="512076"/>
                </a:moveTo>
                <a:lnTo>
                  <a:pt x="588632" y="521919"/>
                </a:lnTo>
                <a:lnTo>
                  <a:pt x="588530" y="522528"/>
                </a:lnTo>
                <a:lnTo>
                  <a:pt x="588822" y="523913"/>
                </a:lnTo>
                <a:lnTo>
                  <a:pt x="590168" y="528167"/>
                </a:lnTo>
                <a:lnTo>
                  <a:pt x="590499" y="529539"/>
                </a:lnTo>
                <a:lnTo>
                  <a:pt x="573633" y="540740"/>
                </a:lnTo>
                <a:lnTo>
                  <a:pt x="568233" y="540740"/>
                </a:lnTo>
                <a:lnTo>
                  <a:pt x="568515" y="544182"/>
                </a:lnTo>
                <a:lnTo>
                  <a:pt x="577837" y="545287"/>
                </a:lnTo>
                <a:lnTo>
                  <a:pt x="585939" y="544233"/>
                </a:lnTo>
                <a:lnTo>
                  <a:pt x="593408" y="540740"/>
                </a:lnTo>
                <a:lnTo>
                  <a:pt x="573633" y="540740"/>
                </a:lnTo>
                <a:lnTo>
                  <a:pt x="568210" y="540461"/>
                </a:lnTo>
                <a:lnTo>
                  <a:pt x="594005" y="540461"/>
                </a:lnTo>
                <a:lnTo>
                  <a:pt x="599681" y="537806"/>
                </a:lnTo>
                <a:lnTo>
                  <a:pt x="604469" y="533590"/>
                </a:lnTo>
                <a:lnTo>
                  <a:pt x="608672" y="525449"/>
                </a:lnTo>
                <a:lnTo>
                  <a:pt x="609015" y="522528"/>
                </a:lnTo>
                <a:lnTo>
                  <a:pt x="607313" y="516750"/>
                </a:lnTo>
                <a:lnTo>
                  <a:pt x="605688" y="514680"/>
                </a:lnTo>
                <a:lnTo>
                  <a:pt x="600938" y="512229"/>
                </a:lnTo>
                <a:lnTo>
                  <a:pt x="598424" y="5120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708819" y="2642527"/>
            <a:ext cx="533400" cy="439420"/>
          </a:xfrm>
          <a:custGeom>
            <a:avLst/>
            <a:gdLst/>
            <a:ahLst/>
            <a:cxnLst/>
            <a:rect l="l" t="t" r="r" b="b"/>
            <a:pathLst>
              <a:path w="533400" h="439420">
                <a:moveTo>
                  <a:pt x="426664" y="252730"/>
                </a:moveTo>
                <a:lnTo>
                  <a:pt x="404571" y="252730"/>
                </a:lnTo>
                <a:lnTo>
                  <a:pt x="399432" y="271780"/>
                </a:lnTo>
                <a:lnTo>
                  <a:pt x="395771" y="287020"/>
                </a:lnTo>
                <a:lnTo>
                  <a:pt x="393589" y="297180"/>
                </a:lnTo>
                <a:lnTo>
                  <a:pt x="393027" y="302260"/>
                </a:lnTo>
                <a:lnTo>
                  <a:pt x="392938" y="306070"/>
                </a:lnTo>
                <a:lnTo>
                  <a:pt x="393014" y="309880"/>
                </a:lnTo>
                <a:lnTo>
                  <a:pt x="395554" y="314960"/>
                </a:lnTo>
                <a:lnTo>
                  <a:pt x="403898" y="318770"/>
                </a:lnTo>
                <a:lnTo>
                  <a:pt x="409003" y="318770"/>
                </a:lnTo>
                <a:lnTo>
                  <a:pt x="415874" y="317500"/>
                </a:lnTo>
                <a:lnTo>
                  <a:pt x="424851" y="316230"/>
                </a:lnTo>
                <a:lnTo>
                  <a:pt x="433606" y="312420"/>
                </a:lnTo>
                <a:lnTo>
                  <a:pt x="442138" y="308610"/>
                </a:lnTo>
                <a:lnTo>
                  <a:pt x="419976" y="308610"/>
                </a:lnTo>
                <a:lnTo>
                  <a:pt x="416928" y="307340"/>
                </a:lnTo>
                <a:lnTo>
                  <a:pt x="416115" y="306070"/>
                </a:lnTo>
                <a:lnTo>
                  <a:pt x="415188" y="302260"/>
                </a:lnTo>
                <a:lnTo>
                  <a:pt x="415886" y="297180"/>
                </a:lnTo>
                <a:lnTo>
                  <a:pt x="417753" y="289560"/>
                </a:lnTo>
                <a:lnTo>
                  <a:pt x="426664" y="252730"/>
                </a:lnTo>
                <a:close/>
              </a:path>
              <a:path w="533400" h="439420">
                <a:moveTo>
                  <a:pt x="447039" y="298450"/>
                </a:moveTo>
                <a:lnTo>
                  <a:pt x="440182" y="303530"/>
                </a:lnTo>
                <a:lnTo>
                  <a:pt x="433260" y="306070"/>
                </a:lnTo>
                <a:lnTo>
                  <a:pt x="426250" y="307340"/>
                </a:lnTo>
                <a:lnTo>
                  <a:pt x="422694" y="308610"/>
                </a:lnTo>
                <a:lnTo>
                  <a:pt x="442138" y="308610"/>
                </a:lnTo>
                <a:lnTo>
                  <a:pt x="450443" y="303530"/>
                </a:lnTo>
                <a:lnTo>
                  <a:pt x="447039" y="298450"/>
                </a:lnTo>
                <a:close/>
              </a:path>
              <a:path w="533400" h="439420">
                <a:moveTo>
                  <a:pt x="334378" y="255270"/>
                </a:moveTo>
                <a:lnTo>
                  <a:pt x="331508" y="255270"/>
                </a:lnTo>
                <a:lnTo>
                  <a:pt x="325627" y="256540"/>
                </a:lnTo>
                <a:lnTo>
                  <a:pt x="323405" y="259080"/>
                </a:lnTo>
                <a:lnTo>
                  <a:pt x="320205" y="265430"/>
                </a:lnTo>
                <a:lnTo>
                  <a:pt x="319900" y="267970"/>
                </a:lnTo>
                <a:lnTo>
                  <a:pt x="321005" y="271780"/>
                </a:lnTo>
                <a:lnTo>
                  <a:pt x="322592" y="275590"/>
                </a:lnTo>
                <a:lnTo>
                  <a:pt x="325145" y="278130"/>
                </a:lnTo>
                <a:lnTo>
                  <a:pt x="333679" y="283210"/>
                </a:lnTo>
                <a:lnTo>
                  <a:pt x="340017" y="283210"/>
                </a:lnTo>
                <a:lnTo>
                  <a:pt x="347675" y="281940"/>
                </a:lnTo>
                <a:lnTo>
                  <a:pt x="357888" y="278130"/>
                </a:lnTo>
                <a:lnTo>
                  <a:pt x="370774" y="273050"/>
                </a:lnTo>
                <a:lnTo>
                  <a:pt x="372997" y="271780"/>
                </a:lnTo>
                <a:lnTo>
                  <a:pt x="348665" y="271780"/>
                </a:lnTo>
                <a:lnTo>
                  <a:pt x="346392" y="270510"/>
                </a:lnTo>
                <a:lnTo>
                  <a:pt x="345160" y="269240"/>
                </a:lnTo>
                <a:lnTo>
                  <a:pt x="342239" y="261620"/>
                </a:lnTo>
                <a:lnTo>
                  <a:pt x="339991" y="257810"/>
                </a:lnTo>
                <a:lnTo>
                  <a:pt x="334378" y="255270"/>
                </a:lnTo>
                <a:close/>
              </a:path>
              <a:path w="533400" h="439420">
                <a:moveTo>
                  <a:pt x="397421" y="168910"/>
                </a:moveTo>
                <a:lnTo>
                  <a:pt x="394906" y="172720"/>
                </a:lnTo>
                <a:lnTo>
                  <a:pt x="397611" y="173990"/>
                </a:lnTo>
                <a:lnTo>
                  <a:pt x="399961" y="175260"/>
                </a:lnTo>
                <a:lnTo>
                  <a:pt x="412356" y="182880"/>
                </a:lnTo>
                <a:lnTo>
                  <a:pt x="416331" y="191770"/>
                </a:lnTo>
                <a:lnTo>
                  <a:pt x="416839" y="196850"/>
                </a:lnTo>
                <a:lnTo>
                  <a:pt x="415874" y="203200"/>
                </a:lnTo>
                <a:lnTo>
                  <a:pt x="415205" y="207010"/>
                </a:lnTo>
                <a:lnTo>
                  <a:pt x="413502" y="214630"/>
                </a:lnTo>
                <a:lnTo>
                  <a:pt x="410766" y="226060"/>
                </a:lnTo>
                <a:lnTo>
                  <a:pt x="406996" y="242570"/>
                </a:lnTo>
                <a:lnTo>
                  <a:pt x="402698" y="245110"/>
                </a:lnTo>
                <a:lnTo>
                  <a:pt x="396889" y="248920"/>
                </a:lnTo>
                <a:lnTo>
                  <a:pt x="389567" y="254000"/>
                </a:lnTo>
                <a:lnTo>
                  <a:pt x="371786" y="264160"/>
                </a:lnTo>
                <a:lnTo>
                  <a:pt x="364147" y="267970"/>
                </a:lnTo>
                <a:lnTo>
                  <a:pt x="357812" y="270510"/>
                </a:lnTo>
                <a:lnTo>
                  <a:pt x="352780" y="271780"/>
                </a:lnTo>
                <a:lnTo>
                  <a:pt x="372997" y="271780"/>
                </a:lnTo>
                <a:lnTo>
                  <a:pt x="386335" y="264160"/>
                </a:lnTo>
                <a:lnTo>
                  <a:pt x="404571" y="252730"/>
                </a:lnTo>
                <a:lnTo>
                  <a:pt x="426664" y="252730"/>
                </a:lnTo>
                <a:lnTo>
                  <a:pt x="430352" y="237490"/>
                </a:lnTo>
                <a:lnTo>
                  <a:pt x="440569" y="231140"/>
                </a:lnTo>
                <a:lnTo>
                  <a:pt x="449560" y="227330"/>
                </a:lnTo>
                <a:lnTo>
                  <a:pt x="432917" y="227330"/>
                </a:lnTo>
                <a:lnTo>
                  <a:pt x="438429" y="193040"/>
                </a:lnTo>
                <a:lnTo>
                  <a:pt x="437565" y="186690"/>
                </a:lnTo>
                <a:lnTo>
                  <a:pt x="435660" y="180340"/>
                </a:lnTo>
                <a:lnTo>
                  <a:pt x="397421" y="168910"/>
                </a:lnTo>
                <a:close/>
              </a:path>
              <a:path w="533400" h="439420">
                <a:moveTo>
                  <a:pt x="328967" y="217170"/>
                </a:moveTo>
                <a:lnTo>
                  <a:pt x="298805" y="217170"/>
                </a:lnTo>
                <a:lnTo>
                  <a:pt x="290652" y="224790"/>
                </a:lnTo>
                <a:lnTo>
                  <a:pt x="285102" y="231140"/>
                </a:lnTo>
                <a:lnTo>
                  <a:pt x="281203" y="236220"/>
                </a:lnTo>
                <a:lnTo>
                  <a:pt x="277139" y="243840"/>
                </a:lnTo>
                <a:lnTo>
                  <a:pt x="276593" y="247650"/>
                </a:lnTo>
                <a:lnTo>
                  <a:pt x="278155" y="252730"/>
                </a:lnTo>
                <a:lnTo>
                  <a:pt x="280136" y="255270"/>
                </a:lnTo>
                <a:lnTo>
                  <a:pt x="287947" y="259080"/>
                </a:lnTo>
                <a:lnTo>
                  <a:pt x="294068" y="260350"/>
                </a:lnTo>
                <a:lnTo>
                  <a:pt x="301688" y="257810"/>
                </a:lnTo>
                <a:lnTo>
                  <a:pt x="307600" y="256540"/>
                </a:lnTo>
                <a:lnTo>
                  <a:pt x="313907" y="254000"/>
                </a:lnTo>
                <a:lnTo>
                  <a:pt x="317257" y="252730"/>
                </a:lnTo>
                <a:lnTo>
                  <a:pt x="303758" y="252730"/>
                </a:lnTo>
                <a:lnTo>
                  <a:pt x="302196" y="251460"/>
                </a:lnTo>
                <a:lnTo>
                  <a:pt x="301751" y="251460"/>
                </a:lnTo>
                <a:lnTo>
                  <a:pt x="301485" y="248920"/>
                </a:lnTo>
                <a:lnTo>
                  <a:pt x="301739" y="247650"/>
                </a:lnTo>
                <a:lnTo>
                  <a:pt x="302793" y="245110"/>
                </a:lnTo>
                <a:lnTo>
                  <a:pt x="303466" y="245110"/>
                </a:lnTo>
                <a:lnTo>
                  <a:pt x="304419" y="243840"/>
                </a:lnTo>
                <a:lnTo>
                  <a:pt x="313664" y="233680"/>
                </a:lnTo>
                <a:lnTo>
                  <a:pt x="328967" y="217170"/>
                </a:lnTo>
                <a:close/>
              </a:path>
              <a:path w="533400" h="439420">
                <a:moveTo>
                  <a:pt x="324840" y="241300"/>
                </a:moveTo>
                <a:lnTo>
                  <a:pt x="316649" y="247650"/>
                </a:lnTo>
                <a:lnTo>
                  <a:pt x="310730" y="250190"/>
                </a:lnTo>
                <a:lnTo>
                  <a:pt x="307086" y="251460"/>
                </a:lnTo>
                <a:lnTo>
                  <a:pt x="305142" y="252730"/>
                </a:lnTo>
                <a:lnTo>
                  <a:pt x="317257" y="252730"/>
                </a:lnTo>
                <a:lnTo>
                  <a:pt x="320606" y="251460"/>
                </a:lnTo>
                <a:lnTo>
                  <a:pt x="327698" y="246380"/>
                </a:lnTo>
                <a:lnTo>
                  <a:pt x="324840" y="241300"/>
                </a:lnTo>
                <a:close/>
              </a:path>
              <a:path w="533400" h="439420">
                <a:moveTo>
                  <a:pt x="503090" y="220980"/>
                </a:moveTo>
                <a:lnTo>
                  <a:pt x="471246" y="220980"/>
                </a:lnTo>
                <a:lnTo>
                  <a:pt x="474802" y="222250"/>
                </a:lnTo>
                <a:lnTo>
                  <a:pt x="477253" y="224790"/>
                </a:lnTo>
                <a:lnTo>
                  <a:pt x="492760" y="234950"/>
                </a:lnTo>
                <a:lnTo>
                  <a:pt x="496379" y="233680"/>
                </a:lnTo>
                <a:lnTo>
                  <a:pt x="498360" y="232410"/>
                </a:lnTo>
                <a:lnTo>
                  <a:pt x="500214" y="231140"/>
                </a:lnTo>
                <a:lnTo>
                  <a:pt x="503440" y="224790"/>
                </a:lnTo>
                <a:lnTo>
                  <a:pt x="503580" y="222250"/>
                </a:lnTo>
                <a:lnTo>
                  <a:pt x="503090" y="220980"/>
                </a:lnTo>
                <a:close/>
              </a:path>
              <a:path w="533400" h="439420">
                <a:moveTo>
                  <a:pt x="311328" y="125730"/>
                </a:moveTo>
                <a:lnTo>
                  <a:pt x="273261" y="133350"/>
                </a:lnTo>
                <a:lnTo>
                  <a:pt x="235250" y="153670"/>
                </a:lnTo>
                <a:lnTo>
                  <a:pt x="207992" y="189230"/>
                </a:lnTo>
                <a:lnTo>
                  <a:pt x="206245" y="201930"/>
                </a:lnTo>
                <a:lnTo>
                  <a:pt x="207390" y="208280"/>
                </a:lnTo>
                <a:lnTo>
                  <a:pt x="240317" y="229870"/>
                </a:lnTo>
                <a:lnTo>
                  <a:pt x="247484" y="229870"/>
                </a:lnTo>
                <a:lnTo>
                  <a:pt x="291444" y="219710"/>
                </a:lnTo>
                <a:lnTo>
                  <a:pt x="261721" y="219710"/>
                </a:lnTo>
                <a:lnTo>
                  <a:pt x="251015" y="218440"/>
                </a:lnTo>
                <a:lnTo>
                  <a:pt x="242011" y="215900"/>
                </a:lnTo>
                <a:lnTo>
                  <a:pt x="237629" y="213360"/>
                </a:lnTo>
                <a:lnTo>
                  <a:pt x="234619" y="209550"/>
                </a:lnTo>
                <a:lnTo>
                  <a:pt x="231381" y="199390"/>
                </a:lnTo>
                <a:lnTo>
                  <a:pt x="232092" y="194310"/>
                </a:lnTo>
                <a:lnTo>
                  <a:pt x="256364" y="162560"/>
                </a:lnTo>
                <a:lnTo>
                  <a:pt x="288918" y="142240"/>
                </a:lnTo>
                <a:lnTo>
                  <a:pt x="319443" y="134620"/>
                </a:lnTo>
                <a:lnTo>
                  <a:pt x="343242" y="134620"/>
                </a:lnTo>
                <a:lnTo>
                  <a:pt x="337426" y="132080"/>
                </a:lnTo>
                <a:lnTo>
                  <a:pt x="329668" y="128270"/>
                </a:lnTo>
                <a:lnTo>
                  <a:pt x="320968" y="127000"/>
                </a:lnTo>
                <a:lnTo>
                  <a:pt x="311328" y="125730"/>
                </a:lnTo>
                <a:close/>
              </a:path>
              <a:path w="533400" h="439420">
                <a:moveTo>
                  <a:pt x="489635" y="208280"/>
                </a:moveTo>
                <a:lnTo>
                  <a:pt x="477672" y="208280"/>
                </a:lnTo>
                <a:lnTo>
                  <a:pt x="464820" y="212090"/>
                </a:lnTo>
                <a:lnTo>
                  <a:pt x="458965" y="213360"/>
                </a:lnTo>
                <a:lnTo>
                  <a:pt x="453669" y="215900"/>
                </a:lnTo>
                <a:lnTo>
                  <a:pt x="432917" y="227330"/>
                </a:lnTo>
                <a:lnTo>
                  <a:pt x="449560" y="227330"/>
                </a:lnTo>
                <a:lnTo>
                  <a:pt x="457323" y="223520"/>
                </a:lnTo>
                <a:lnTo>
                  <a:pt x="463854" y="220980"/>
                </a:lnTo>
                <a:lnTo>
                  <a:pt x="503090" y="220980"/>
                </a:lnTo>
                <a:lnTo>
                  <a:pt x="501129" y="215900"/>
                </a:lnTo>
                <a:lnTo>
                  <a:pt x="498614" y="213360"/>
                </a:lnTo>
                <a:lnTo>
                  <a:pt x="492213" y="209550"/>
                </a:lnTo>
                <a:lnTo>
                  <a:pt x="489635" y="208280"/>
                </a:lnTo>
                <a:close/>
              </a:path>
              <a:path w="533400" h="439420">
                <a:moveTo>
                  <a:pt x="343242" y="134620"/>
                </a:moveTo>
                <a:lnTo>
                  <a:pt x="327304" y="134620"/>
                </a:lnTo>
                <a:lnTo>
                  <a:pt x="333438" y="138430"/>
                </a:lnTo>
                <a:lnTo>
                  <a:pt x="338899" y="140970"/>
                </a:lnTo>
                <a:lnTo>
                  <a:pt x="342366" y="144780"/>
                </a:lnTo>
                <a:lnTo>
                  <a:pt x="345300" y="154940"/>
                </a:lnTo>
                <a:lnTo>
                  <a:pt x="344119" y="161290"/>
                </a:lnTo>
                <a:lnTo>
                  <a:pt x="340321" y="167640"/>
                </a:lnTo>
                <a:lnTo>
                  <a:pt x="305649" y="204470"/>
                </a:lnTo>
                <a:lnTo>
                  <a:pt x="261721" y="219710"/>
                </a:lnTo>
                <a:lnTo>
                  <a:pt x="291444" y="219710"/>
                </a:lnTo>
                <a:lnTo>
                  <a:pt x="298805" y="217170"/>
                </a:lnTo>
                <a:lnTo>
                  <a:pt x="328967" y="217170"/>
                </a:lnTo>
                <a:lnTo>
                  <a:pt x="381938" y="160020"/>
                </a:lnTo>
                <a:lnTo>
                  <a:pt x="352107" y="160020"/>
                </a:lnTo>
                <a:lnTo>
                  <a:pt x="353199" y="153670"/>
                </a:lnTo>
                <a:lnTo>
                  <a:pt x="352475" y="147320"/>
                </a:lnTo>
                <a:lnTo>
                  <a:pt x="347421" y="138430"/>
                </a:lnTo>
                <a:lnTo>
                  <a:pt x="343242" y="134620"/>
                </a:lnTo>
                <a:close/>
              </a:path>
              <a:path w="533400" h="439420">
                <a:moveTo>
                  <a:pt x="234744" y="80010"/>
                </a:moveTo>
                <a:lnTo>
                  <a:pt x="203568" y="80010"/>
                </a:lnTo>
                <a:lnTo>
                  <a:pt x="208991" y="82550"/>
                </a:lnTo>
                <a:lnTo>
                  <a:pt x="209956" y="83820"/>
                </a:lnTo>
                <a:lnTo>
                  <a:pt x="210464" y="86360"/>
                </a:lnTo>
                <a:lnTo>
                  <a:pt x="210870" y="87630"/>
                </a:lnTo>
                <a:lnTo>
                  <a:pt x="210502" y="90170"/>
                </a:lnTo>
                <a:lnTo>
                  <a:pt x="208546" y="93980"/>
                </a:lnTo>
                <a:lnTo>
                  <a:pt x="207556" y="95250"/>
                </a:lnTo>
                <a:lnTo>
                  <a:pt x="205625" y="97790"/>
                </a:lnTo>
                <a:lnTo>
                  <a:pt x="201142" y="101600"/>
                </a:lnTo>
                <a:lnTo>
                  <a:pt x="192925" y="110490"/>
                </a:lnTo>
                <a:lnTo>
                  <a:pt x="157073" y="146050"/>
                </a:lnTo>
                <a:lnTo>
                  <a:pt x="135712" y="173990"/>
                </a:lnTo>
                <a:lnTo>
                  <a:pt x="137540" y="180340"/>
                </a:lnTo>
                <a:lnTo>
                  <a:pt x="139484" y="182880"/>
                </a:lnTo>
                <a:lnTo>
                  <a:pt x="145656" y="185420"/>
                </a:lnTo>
                <a:lnTo>
                  <a:pt x="149720" y="186690"/>
                </a:lnTo>
                <a:lnTo>
                  <a:pt x="159512" y="186690"/>
                </a:lnTo>
                <a:lnTo>
                  <a:pt x="183121" y="177800"/>
                </a:lnTo>
                <a:lnTo>
                  <a:pt x="186226" y="176530"/>
                </a:lnTo>
                <a:lnTo>
                  <a:pt x="163474" y="176530"/>
                </a:lnTo>
                <a:lnTo>
                  <a:pt x="162547" y="173990"/>
                </a:lnTo>
                <a:lnTo>
                  <a:pt x="162712" y="172720"/>
                </a:lnTo>
                <a:lnTo>
                  <a:pt x="163957" y="170180"/>
                </a:lnTo>
                <a:lnTo>
                  <a:pt x="168935" y="165100"/>
                </a:lnTo>
                <a:lnTo>
                  <a:pt x="221056" y="113030"/>
                </a:lnTo>
                <a:lnTo>
                  <a:pt x="225793" y="107950"/>
                </a:lnTo>
                <a:lnTo>
                  <a:pt x="229463" y="104140"/>
                </a:lnTo>
                <a:lnTo>
                  <a:pt x="235369" y="92710"/>
                </a:lnTo>
                <a:lnTo>
                  <a:pt x="236423" y="86360"/>
                </a:lnTo>
                <a:lnTo>
                  <a:pt x="234744" y="80010"/>
                </a:lnTo>
                <a:close/>
              </a:path>
              <a:path w="533400" h="439420">
                <a:moveTo>
                  <a:pt x="190334" y="167640"/>
                </a:moveTo>
                <a:lnTo>
                  <a:pt x="183083" y="172720"/>
                </a:lnTo>
                <a:lnTo>
                  <a:pt x="176199" y="175260"/>
                </a:lnTo>
                <a:lnTo>
                  <a:pt x="169684" y="176530"/>
                </a:lnTo>
                <a:lnTo>
                  <a:pt x="186226" y="176530"/>
                </a:lnTo>
                <a:lnTo>
                  <a:pt x="189331" y="175260"/>
                </a:lnTo>
                <a:lnTo>
                  <a:pt x="193268" y="172720"/>
                </a:lnTo>
                <a:lnTo>
                  <a:pt x="190334" y="167640"/>
                </a:lnTo>
                <a:close/>
              </a:path>
              <a:path w="533400" h="439420">
                <a:moveTo>
                  <a:pt x="363308" y="149860"/>
                </a:moveTo>
                <a:lnTo>
                  <a:pt x="352107" y="160020"/>
                </a:lnTo>
                <a:lnTo>
                  <a:pt x="381938" y="160020"/>
                </a:lnTo>
                <a:lnTo>
                  <a:pt x="385470" y="156210"/>
                </a:lnTo>
                <a:lnTo>
                  <a:pt x="363308" y="149860"/>
                </a:lnTo>
                <a:close/>
              </a:path>
              <a:path w="533400" h="439420">
                <a:moveTo>
                  <a:pt x="167159" y="44450"/>
                </a:moveTo>
                <a:lnTo>
                  <a:pt x="133146" y="44450"/>
                </a:lnTo>
                <a:lnTo>
                  <a:pt x="136867" y="45720"/>
                </a:lnTo>
                <a:lnTo>
                  <a:pt x="141300" y="46990"/>
                </a:lnTo>
                <a:lnTo>
                  <a:pt x="142227" y="48260"/>
                </a:lnTo>
                <a:lnTo>
                  <a:pt x="143040" y="52070"/>
                </a:lnTo>
                <a:lnTo>
                  <a:pt x="142621" y="54610"/>
                </a:lnTo>
                <a:lnTo>
                  <a:pt x="139890" y="59690"/>
                </a:lnTo>
                <a:lnTo>
                  <a:pt x="135597" y="64770"/>
                </a:lnTo>
                <a:lnTo>
                  <a:pt x="128498" y="72390"/>
                </a:lnTo>
                <a:lnTo>
                  <a:pt x="63093" y="139700"/>
                </a:lnTo>
                <a:lnTo>
                  <a:pt x="83146" y="149860"/>
                </a:lnTo>
                <a:lnTo>
                  <a:pt x="95867" y="137160"/>
                </a:lnTo>
                <a:lnTo>
                  <a:pt x="108042" y="127000"/>
                </a:lnTo>
                <a:lnTo>
                  <a:pt x="119669" y="116840"/>
                </a:lnTo>
                <a:lnTo>
                  <a:pt x="130746" y="109220"/>
                </a:lnTo>
                <a:lnTo>
                  <a:pt x="138805" y="104140"/>
                </a:lnTo>
                <a:lnTo>
                  <a:pt x="127711" y="104140"/>
                </a:lnTo>
                <a:lnTo>
                  <a:pt x="154939" y="76200"/>
                </a:lnTo>
                <a:lnTo>
                  <a:pt x="169684" y="52070"/>
                </a:lnTo>
                <a:lnTo>
                  <a:pt x="167159" y="44450"/>
                </a:lnTo>
                <a:close/>
              </a:path>
              <a:path w="533400" h="439420">
                <a:moveTo>
                  <a:pt x="66154" y="0"/>
                </a:moveTo>
                <a:lnTo>
                  <a:pt x="64757" y="5080"/>
                </a:lnTo>
                <a:lnTo>
                  <a:pt x="70535" y="6350"/>
                </a:lnTo>
                <a:lnTo>
                  <a:pt x="74002" y="7620"/>
                </a:lnTo>
                <a:lnTo>
                  <a:pt x="77914" y="10160"/>
                </a:lnTo>
                <a:lnTo>
                  <a:pt x="79781" y="11430"/>
                </a:lnTo>
                <a:lnTo>
                  <a:pt x="81711" y="16510"/>
                </a:lnTo>
                <a:lnTo>
                  <a:pt x="81699" y="19050"/>
                </a:lnTo>
                <a:lnTo>
                  <a:pt x="80263" y="21590"/>
                </a:lnTo>
                <a:lnTo>
                  <a:pt x="79311" y="22860"/>
                </a:lnTo>
                <a:lnTo>
                  <a:pt x="77825" y="24130"/>
                </a:lnTo>
                <a:lnTo>
                  <a:pt x="0" y="106680"/>
                </a:lnTo>
                <a:lnTo>
                  <a:pt x="19443" y="116840"/>
                </a:lnTo>
                <a:lnTo>
                  <a:pt x="34376" y="101600"/>
                </a:lnTo>
                <a:lnTo>
                  <a:pt x="46064" y="90170"/>
                </a:lnTo>
                <a:lnTo>
                  <a:pt x="54507" y="82550"/>
                </a:lnTo>
                <a:lnTo>
                  <a:pt x="59702" y="78740"/>
                </a:lnTo>
                <a:lnTo>
                  <a:pt x="67634" y="72390"/>
                </a:lnTo>
                <a:lnTo>
                  <a:pt x="76382" y="67310"/>
                </a:lnTo>
                <a:lnTo>
                  <a:pt x="78295" y="66040"/>
                </a:lnTo>
                <a:lnTo>
                  <a:pt x="68097" y="66040"/>
                </a:lnTo>
                <a:lnTo>
                  <a:pt x="116052" y="15240"/>
                </a:lnTo>
                <a:lnTo>
                  <a:pt x="66154" y="0"/>
                </a:lnTo>
                <a:close/>
              </a:path>
              <a:path w="533400" h="439420">
                <a:moveTo>
                  <a:pt x="214814" y="68580"/>
                </a:moveTo>
                <a:lnTo>
                  <a:pt x="207760" y="68580"/>
                </a:lnTo>
                <a:lnTo>
                  <a:pt x="200088" y="69850"/>
                </a:lnTo>
                <a:lnTo>
                  <a:pt x="184771" y="73660"/>
                </a:lnTo>
                <a:lnTo>
                  <a:pt x="167605" y="81280"/>
                </a:lnTo>
                <a:lnTo>
                  <a:pt x="148585" y="91440"/>
                </a:lnTo>
                <a:lnTo>
                  <a:pt x="127711" y="104140"/>
                </a:lnTo>
                <a:lnTo>
                  <a:pt x="138805" y="104140"/>
                </a:lnTo>
                <a:lnTo>
                  <a:pt x="146864" y="99060"/>
                </a:lnTo>
                <a:lnTo>
                  <a:pt x="162434" y="91440"/>
                </a:lnTo>
                <a:lnTo>
                  <a:pt x="177454" y="85090"/>
                </a:lnTo>
                <a:lnTo>
                  <a:pt x="191922" y="81280"/>
                </a:lnTo>
                <a:lnTo>
                  <a:pt x="198348" y="80010"/>
                </a:lnTo>
                <a:lnTo>
                  <a:pt x="234744" y="80010"/>
                </a:lnTo>
                <a:lnTo>
                  <a:pt x="234073" y="77470"/>
                </a:lnTo>
                <a:lnTo>
                  <a:pt x="231343" y="74930"/>
                </a:lnTo>
                <a:lnTo>
                  <a:pt x="227063" y="72390"/>
                </a:lnTo>
                <a:lnTo>
                  <a:pt x="221248" y="69850"/>
                </a:lnTo>
                <a:lnTo>
                  <a:pt x="214814" y="68580"/>
                </a:lnTo>
                <a:close/>
              </a:path>
              <a:path w="533400" h="439420">
                <a:moveTo>
                  <a:pt x="148221" y="33020"/>
                </a:moveTo>
                <a:lnTo>
                  <a:pt x="141973" y="34290"/>
                </a:lnTo>
                <a:lnTo>
                  <a:pt x="133612" y="34290"/>
                </a:lnTo>
                <a:lnTo>
                  <a:pt x="124587" y="36830"/>
                </a:lnTo>
                <a:lnTo>
                  <a:pt x="114894" y="40640"/>
                </a:lnTo>
                <a:lnTo>
                  <a:pt x="104533" y="44450"/>
                </a:lnTo>
                <a:lnTo>
                  <a:pt x="97099" y="48260"/>
                </a:lnTo>
                <a:lnTo>
                  <a:pt x="88549" y="53340"/>
                </a:lnTo>
                <a:lnTo>
                  <a:pt x="78882" y="58420"/>
                </a:lnTo>
                <a:lnTo>
                  <a:pt x="68097" y="66040"/>
                </a:lnTo>
                <a:lnTo>
                  <a:pt x="78295" y="66040"/>
                </a:lnTo>
                <a:lnTo>
                  <a:pt x="85947" y="60960"/>
                </a:lnTo>
                <a:lnTo>
                  <a:pt x="96329" y="55880"/>
                </a:lnTo>
                <a:lnTo>
                  <a:pt x="106440" y="52070"/>
                </a:lnTo>
                <a:lnTo>
                  <a:pt x="115208" y="48260"/>
                </a:lnTo>
                <a:lnTo>
                  <a:pt x="122632" y="45720"/>
                </a:lnTo>
                <a:lnTo>
                  <a:pt x="128714" y="45720"/>
                </a:lnTo>
                <a:lnTo>
                  <a:pt x="133146" y="44450"/>
                </a:lnTo>
                <a:lnTo>
                  <a:pt x="167159" y="44450"/>
                </a:lnTo>
                <a:lnTo>
                  <a:pt x="166738" y="43180"/>
                </a:lnTo>
                <a:lnTo>
                  <a:pt x="163741" y="39370"/>
                </a:lnTo>
                <a:lnTo>
                  <a:pt x="153974" y="34290"/>
                </a:lnTo>
                <a:lnTo>
                  <a:pt x="148221" y="33020"/>
                </a:lnTo>
                <a:close/>
              </a:path>
              <a:path w="533400" h="439420">
                <a:moveTo>
                  <a:pt x="531553" y="367880"/>
                </a:moveTo>
                <a:lnTo>
                  <a:pt x="508876" y="367880"/>
                </a:lnTo>
                <a:lnTo>
                  <a:pt x="511378" y="368287"/>
                </a:lnTo>
                <a:lnTo>
                  <a:pt x="514375" y="369836"/>
                </a:lnTo>
                <a:lnTo>
                  <a:pt x="515213" y="370725"/>
                </a:lnTo>
                <a:lnTo>
                  <a:pt x="516080" y="372973"/>
                </a:lnTo>
                <a:lnTo>
                  <a:pt x="516026" y="374230"/>
                </a:lnTo>
                <a:lnTo>
                  <a:pt x="514159" y="377863"/>
                </a:lnTo>
                <a:lnTo>
                  <a:pt x="511644" y="380911"/>
                </a:lnTo>
                <a:lnTo>
                  <a:pt x="507885" y="384543"/>
                </a:lnTo>
                <a:lnTo>
                  <a:pt x="472059" y="419519"/>
                </a:lnTo>
                <a:lnTo>
                  <a:pt x="468414" y="423760"/>
                </a:lnTo>
                <a:lnTo>
                  <a:pt x="465823" y="428764"/>
                </a:lnTo>
                <a:lnTo>
                  <a:pt x="465677" y="429844"/>
                </a:lnTo>
                <a:lnTo>
                  <a:pt x="465576" y="430949"/>
                </a:lnTo>
                <a:lnTo>
                  <a:pt x="466661" y="434708"/>
                </a:lnTo>
                <a:lnTo>
                  <a:pt x="467969" y="436206"/>
                </a:lnTo>
                <a:lnTo>
                  <a:pt x="472605" y="438607"/>
                </a:lnTo>
                <a:lnTo>
                  <a:pt x="476084" y="439013"/>
                </a:lnTo>
                <a:lnTo>
                  <a:pt x="480453" y="438518"/>
                </a:lnTo>
                <a:lnTo>
                  <a:pt x="486740" y="437730"/>
                </a:lnTo>
                <a:lnTo>
                  <a:pt x="494461" y="434835"/>
                </a:lnTo>
                <a:lnTo>
                  <a:pt x="496864" y="433527"/>
                </a:lnTo>
                <a:lnTo>
                  <a:pt x="485660" y="433527"/>
                </a:lnTo>
                <a:lnTo>
                  <a:pt x="484720" y="433501"/>
                </a:lnTo>
                <a:lnTo>
                  <a:pt x="483628" y="432930"/>
                </a:lnTo>
                <a:lnTo>
                  <a:pt x="483311" y="432447"/>
                </a:lnTo>
                <a:lnTo>
                  <a:pt x="483031" y="430949"/>
                </a:lnTo>
                <a:lnTo>
                  <a:pt x="483158" y="430187"/>
                </a:lnTo>
                <a:lnTo>
                  <a:pt x="484047" y="428472"/>
                </a:lnTo>
                <a:lnTo>
                  <a:pt x="486079" y="426237"/>
                </a:lnTo>
                <a:lnTo>
                  <a:pt x="525691" y="387362"/>
                </a:lnTo>
                <a:lnTo>
                  <a:pt x="529056" y="383197"/>
                </a:lnTo>
                <a:lnTo>
                  <a:pt x="532625" y="376275"/>
                </a:lnTo>
                <a:lnTo>
                  <a:pt x="533044" y="372973"/>
                </a:lnTo>
                <a:lnTo>
                  <a:pt x="531553" y="367880"/>
                </a:lnTo>
                <a:close/>
              </a:path>
              <a:path w="533400" h="439420">
                <a:moveTo>
                  <a:pt x="501764" y="426745"/>
                </a:moveTo>
                <a:lnTo>
                  <a:pt x="495871" y="430110"/>
                </a:lnTo>
                <a:lnTo>
                  <a:pt x="490931" y="432282"/>
                </a:lnTo>
                <a:lnTo>
                  <a:pt x="486918" y="433260"/>
                </a:lnTo>
                <a:lnTo>
                  <a:pt x="485660" y="433527"/>
                </a:lnTo>
                <a:lnTo>
                  <a:pt x="496864" y="433527"/>
                </a:lnTo>
                <a:lnTo>
                  <a:pt x="503631" y="429844"/>
                </a:lnTo>
                <a:lnTo>
                  <a:pt x="501764" y="426745"/>
                </a:lnTo>
                <a:close/>
              </a:path>
              <a:path w="533400" h="439420">
                <a:moveTo>
                  <a:pt x="459244" y="334937"/>
                </a:moveTo>
                <a:lnTo>
                  <a:pt x="458381" y="338607"/>
                </a:lnTo>
                <a:lnTo>
                  <a:pt x="461949" y="339788"/>
                </a:lnTo>
                <a:lnTo>
                  <a:pt x="463816" y="340448"/>
                </a:lnTo>
                <a:lnTo>
                  <a:pt x="465086" y="340956"/>
                </a:lnTo>
                <a:lnTo>
                  <a:pt x="467296" y="342099"/>
                </a:lnTo>
                <a:lnTo>
                  <a:pt x="468312" y="343230"/>
                </a:lnTo>
                <a:lnTo>
                  <a:pt x="469379" y="346214"/>
                </a:lnTo>
                <a:lnTo>
                  <a:pt x="469315" y="347599"/>
                </a:lnTo>
                <a:lnTo>
                  <a:pt x="467969" y="350189"/>
                </a:lnTo>
                <a:lnTo>
                  <a:pt x="464997" y="353644"/>
                </a:lnTo>
                <a:lnTo>
                  <a:pt x="415124" y="406374"/>
                </a:lnTo>
                <a:lnTo>
                  <a:pt x="428332" y="413194"/>
                </a:lnTo>
                <a:lnTo>
                  <a:pt x="463668" y="383739"/>
                </a:lnTo>
                <a:lnTo>
                  <a:pt x="471839" y="379272"/>
                </a:lnTo>
                <a:lnTo>
                  <a:pt x="460413" y="379272"/>
                </a:lnTo>
                <a:lnTo>
                  <a:pt x="492556" y="345287"/>
                </a:lnTo>
                <a:lnTo>
                  <a:pt x="459244" y="334937"/>
                </a:lnTo>
                <a:close/>
              </a:path>
              <a:path w="533400" h="439420">
                <a:moveTo>
                  <a:pt x="512902" y="359067"/>
                </a:moveTo>
                <a:lnTo>
                  <a:pt x="474481" y="372357"/>
                </a:lnTo>
                <a:lnTo>
                  <a:pt x="460413" y="379272"/>
                </a:lnTo>
                <a:lnTo>
                  <a:pt x="471839" y="379272"/>
                </a:lnTo>
                <a:lnTo>
                  <a:pt x="477802" y="376275"/>
                </a:lnTo>
                <a:lnTo>
                  <a:pt x="484162" y="373430"/>
                </a:lnTo>
                <a:lnTo>
                  <a:pt x="492404" y="370014"/>
                </a:lnTo>
                <a:lnTo>
                  <a:pt x="499567" y="368198"/>
                </a:lnTo>
                <a:lnTo>
                  <a:pt x="508876" y="367880"/>
                </a:lnTo>
                <a:lnTo>
                  <a:pt x="531553" y="367880"/>
                </a:lnTo>
                <a:lnTo>
                  <a:pt x="531177" y="366598"/>
                </a:lnTo>
                <a:lnTo>
                  <a:pt x="529132" y="364197"/>
                </a:lnTo>
                <a:lnTo>
                  <a:pt x="520230" y="359600"/>
                </a:lnTo>
                <a:lnTo>
                  <a:pt x="512902" y="3590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188637" y="2860485"/>
            <a:ext cx="198081" cy="209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1003300" y="4909156"/>
            <a:ext cx="8001000" cy="1890902"/>
          </a:xfrm>
          <a:prstGeom prst="rect">
            <a:avLst/>
          </a:prstGeom>
        </p:spPr>
        <p:txBody>
          <a:bodyPr vert="horz" wrap="square" lIns="0" tIns="203835" rIns="0" bIns="0" rtlCol="0">
            <a:spAutoFit/>
          </a:bodyPr>
          <a:lstStyle/>
          <a:p>
            <a:pPr marL="2426335">
              <a:lnSpc>
                <a:spcPct val="100000"/>
              </a:lnSpc>
              <a:spcBef>
                <a:spcPts val="1605"/>
              </a:spcBef>
              <a:tabLst>
                <a:tab pos="3058795" algn="l"/>
              </a:tabLst>
            </a:pPr>
            <a:r>
              <a:rPr sz="2400" i="1" dirty="0">
                <a:latin typeface="Times New Roman"/>
                <a:cs typeface="Times New Roman"/>
              </a:rPr>
              <a:t>R </a:t>
            </a:r>
            <a:r>
              <a:rPr sz="2450" i="1" spc="-40" dirty="0">
                <a:latin typeface="Symbol"/>
                <a:cs typeface="Symbol"/>
              </a:rPr>
              <a:t></a:t>
            </a:r>
            <a:r>
              <a:rPr sz="2450" spc="-40" dirty="0">
                <a:latin typeface="Times New Roman"/>
                <a:cs typeface="Times New Roman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E</a:t>
            </a:r>
            <a:r>
              <a:rPr sz="2400" i="1" baseline="-20833" dirty="0">
                <a:latin typeface="Times New Roman"/>
                <a:cs typeface="Times New Roman"/>
              </a:rPr>
              <a:t>1 </a:t>
            </a:r>
            <a:r>
              <a:rPr sz="2400" dirty="0">
                <a:latin typeface="Tahoma"/>
                <a:cs typeface="Tahoma"/>
              </a:rPr>
              <a:t>x </a:t>
            </a:r>
            <a:r>
              <a:rPr sz="2400" spc="-5" dirty="0">
                <a:latin typeface="Tahoma"/>
                <a:cs typeface="Tahoma"/>
              </a:rPr>
              <a:t>... </a:t>
            </a:r>
            <a:r>
              <a:rPr sz="2400" dirty="0">
                <a:latin typeface="Tahoma"/>
                <a:cs typeface="Tahoma"/>
              </a:rPr>
              <a:t>x </a:t>
            </a:r>
            <a:r>
              <a:rPr sz="2400" i="1" dirty="0">
                <a:latin typeface="Times New Roman"/>
                <a:cs typeface="Times New Roman"/>
              </a:rPr>
              <a:t>E</a:t>
            </a:r>
            <a:r>
              <a:rPr sz="2400" i="1" baseline="-20833" dirty="0">
                <a:latin typeface="Times New Roman"/>
                <a:cs typeface="Times New Roman"/>
              </a:rPr>
              <a:t>i </a:t>
            </a:r>
            <a:r>
              <a:rPr sz="2400" dirty="0">
                <a:latin typeface="Tahoma"/>
                <a:cs typeface="Tahoma"/>
              </a:rPr>
              <a:t>x </a:t>
            </a:r>
            <a:r>
              <a:rPr sz="2400" spc="-5" dirty="0">
                <a:latin typeface="Tahoma"/>
                <a:cs typeface="Tahoma"/>
              </a:rPr>
              <a:t>... </a:t>
            </a:r>
            <a:r>
              <a:rPr sz="2400" dirty="0">
                <a:latin typeface="Tahoma"/>
                <a:cs typeface="Tahoma"/>
              </a:rPr>
              <a:t>x</a:t>
            </a:r>
            <a:r>
              <a:rPr sz="2400" spc="-440" dirty="0">
                <a:latin typeface="Tahoma"/>
                <a:cs typeface="Tahoma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E</a:t>
            </a:r>
            <a:r>
              <a:rPr sz="2400" i="1" baseline="-20833" dirty="0">
                <a:latin typeface="Times New Roman"/>
                <a:cs typeface="Times New Roman"/>
              </a:rPr>
              <a:t>n</a:t>
            </a:r>
            <a:endParaRPr sz="2400" baseline="-20833" dirty="0">
              <a:latin typeface="Times New Roman"/>
              <a:cs typeface="Times New Roman"/>
            </a:endParaRPr>
          </a:p>
          <a:p>
            <a:pPr marL="12700">
              <a:lnSpc>
                <a:spcPts val="2870"/>
              </a:lnSpc>
              <a:spcBef>
                <a:spcPts val="1510"/>
              </a:spcBef>
            </a:pPr>
            <a:r>
              <a:rPr sz="2400" spc="-5" dirty="0">
                <a:latin typeface="Tahoma"/>
                <a:cs typeface="Tahoma"/>
              </a:rPr>
              <a:t>Für jedes </a:t>
            </a:r>
            <a:r>
              <a:rPr sz="2450" i="1" spc="-20" dirty="0">
                <a:latin typeface="Tahoma"/>
                <a:cs typeface="Tahoma"/>
              </a:rPr>
              <a:t>e</a:t>
            </a:r>
            <a:r>
              <a:rPr sz="2475" i="1" spc="-30" baseline="-20202" dirty="0">
                <a:latin typeface="Tahoma"/>
                <a:cs typeface="Tahoma"/>
              </a:rPr>
              <a:t>i </a:t>
            </a:r>
            <a:r>
              <a:rPr sz="2450" i="1" spc="-40" dirty="0">
                <a:latin typeface="Symbol"/>
                <a:cs typeface="Symbol"/>
              </a:rPr>
              <a:t></a:t>
            </a:r>
            <a:r>
              <a:rPr sz="2450" i="1" spc="-40" dirty="0">
                <a:latin typeface="Times New Roman"/>
                <a:cs typeface="Times New Roman"/>
              </a:rPr>
              <a:t> </a:t>
            </a:r>
            <a:r>
              <a:rPr sz="2450" i="1" spc="-25" dirty="0">
                <a:latin typeface="Tahoma"/>
                <a:cs typeface="Tahoma"/>
              </a:rPr>
              <a:t>E</a:t>
            </a:r>
            <a:r>
              <a:rPr sz="2475" i="1" spc="-37" baseline="-20202" dirty="0">
                <a:latin typeface="Tahoma"/>
                <a:cs typeface="Tahoma"/>
              </a:rPr>
              <a:t>i </a:t>
            </a:r>
            <a:r>
              <a:rPr sz="2400" spc="-5" dirty="0">
                <a:latin typeface="Tahoma"/>
                <a:cs typeface="Tahoma"/>
              </a:rPr>
              <a:t>gibt</a:t>
            </a:r>
            <a:r>
              <a:rPr sz="2400" spc="-1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es</a:t>
            </a:r>
          </a:p>
          <a:p>
            <a:pPr marL="608965" indent="-139065">
              <a:lnSpc>
                <a:spcPts val="2850"/>
              </a:lnSpc>
              <a:buClr>
                <a:schemeClr val="accent1"/>
              </a:buClr>
              <a:buSzPct val="170000"/>
              <a:buChar char="•"/>
              <a:tabLst>
                <a:tab pos="609600" algn="l"/>
              </a:tabLst>
            </a:pPr>
            <a:r>
              <a:rPr lang="en-GB" sz="2400" spc="-5" dirty="0">
                <a:latin typeface="Tahoma"/>
                <a:cs typeface="Tahoma"/>
              </a:rPr>
              <a:t> </a:t>
            </a:r>
            <a:r>
              <a:rPr lang="en-GB" sz="2400" spc="-5" dirty="0" err="1">
                <a:latin typeface="Tahoma"/>
                <a:cs typeface="Tahoma"/>
              </a:rPr>
              <a:t>Mindestens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50" i="1" spc="-30" dirty="0">
                <a:latin typeface="Tahoma"/>
                <a:cs typeface="Tahoma"/>
              </a:rPr>
              <a:t>min</a:t>
            </a:r>
            <a:r>
              <a:rPr sz="2475" i="1" spc="-44" baseline="-20202" dirty="0">
                <a:latin typeface="Tahoma"/>
                <a:cs typeface="Tahoma"/>
              </a:rPr>
              <a:t>i </a:t>
            </a:r>
            <a:r>
              <a:rPr sz="2400" spc="-50" dirty="0">
                <a:latin typeface="Tahoma"/>
                <a:cs typeface="Tahoma"/>
              </a:rPr>
              <a:t>Tupel </a:t>
            </a:r>
            <a:r>
              <a:rPr sz="2400" spc="-5" dirty="0">
                <a:latin typeface="Tahoma"/>
                <a:cs typeface="Tahoma"/>
              </a:rPr>
              <a:t>der Art </a:t>
            </a:r>
            <a:r>
              <a:rPr sz="2450" i="1" spc="-55" dirty="0">
                <a:latin typeface="Tahoma"/>
                <a:cs typeface="Tahoma"/>
              </a:rPr>
              <a:t>(..., </a:t>
            </a:r>
            <a:r>
              <a:rPr sz="2450" i="1" spc="-20" dirty="0">
                <a:latin typeface="Tahoma"/>
                <a:cs typeface="Tahoma"/>
              </a:rPr>
              <a:t>e</a:t>
            </a:r>
            <a:r>
              <a:rPr sz="2475" i="1" spc="-30" baseline="-20202" dirty="0">
                <a:latin typeface="Tahoma"/>
                <a:cs typeface="Tahoma"/>
              </a:rPr>
              <a:t>i </a:t>
            </a:r>
            <a:r>
              <a:rPr sz="2450" i="1" spc="-20" dirty="0">
                <a:latin typeface="Tahoma"/>
                <a:cs typeface="Tahoma"/>
              </a:rPr>
              <a:t>, </a:t>
            </a:r>
            <a:r>
              <a:rPr sz="2450" i="1" spc="-50" dirty="0">
                <a:latin typeface="Tahoma"/>
                <a:cs typeface="Tahoma"/>
              </a:rPr>
              <a:t>...) </a:t>
            </a:r>
            <a:r>
              <a:rPr sz="2450" i="1" spc="-40" dirty="0">
                <a:latin typeface="Symbol"/>
                <a:cs typeface="Symbol"/>
              </a:rPr>
              <a:t></a:t>
            </a:r>
            <a:r>
              <a:rPr sz="2450" i="1" spc="-40" dirty="0">
                <a:latin typeface="Times New Roman"/>
                <a:cs typeface="Times New Roman"/>
              </a:rPr>
              <a:t> </a:t>
            </a:r>
            <a:r>
              <a:rPr sz="2450" i="1" spc="-35" dirty="0">
                <a:latin typeface="Tahoma"/>
                <a:cs typeface="Tahoma"/>
              </a:rPr>
              <a:t>R</a:t>
            </a:r>
            <a:r>
              <a:rPr sz="2450" i="1" spc="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und</a:t>
            </a:r>
            <a:endParaRPr sz="2400" dirty="0">
              <a:latin typeface="Tahoma"/>
              <a:cs typeface="Tahoma"/>
            </a:endParaRPr>
          </a:p>
          <a:p>
            <a:pPr marL="608965" indent="-139065">
              <a:lnSpc>
                <a:spcPts val="2920"/>
              </a:lnSpc>
              <a:buClr>
                <a:schemeClr val="accent1"/>
              </a:buClr>
              <a:buSzPct val="170000"/>
              <a:buChar char="•"/>
              <a:tabLst>
                <a:tab pos="609600" algn="l"/>
              </a:tabLst>
            </a:pPr>
            <a:r>
              <a:rPr lang="de-DE" sz="2400" dirty="0">
                <a:latin typeface="Tahoma"/>
                <a:cs typeface="Tahoma"/>
              </a:rPr>
              <a:t> </a:t>
            </a:r>
            <a:r>
              <a:rPr sz="2400" dirty="0" err="1">
                <a:latin typeface="Tahoma"/>
                <a:cs typeface="Tahoma"/>
              </a:rPr>
              <a:t>Höchstens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450" i="1" spc="-30" dirty="0">
                <a:latin typeface="Tahoma"/>
                <a:cs typeface="Tahoma"/>
              </a:rPr>
              <a:t>max</a:t>
            </a:r>
            <a:r>
              <a:rPr sz="2475" i="1" spc="-44" baseline="-20202" dirty="0">
                <a:latin typeface="Tahoma"/>
                <a:cs typeface="Tahoma"/>
              </a:rPr>
              <a:t>i </a:t>
            </a:r>
            <a:r>
              <a:rPr sz="2400" spc="-5" dirty="0">
                <a:latin typeface="Tahoma"/>
                <a:cs typeface="Tahoma"/>
              </a:rPr>
              <a:t>viele </a:t>
            </a:r>
            <a:r>
              <a:rPr sz="2400" spc="-50" dirty="0">
                <a:latin typeface="Tahoma"/>
                <a:cs typeface="Tahoma"/>
              </a:rPr>
              <a:t>Tupel </a:t>
            </a:r>
            <a:r>
              <a:rPr sz="2400" spc="-5" dirty="0">
                <a:latin typeface="Tahoma"/>
                <a:cs typeface="Tahoma"/>
              </a:rPr>
              <a:t>der Art </a:t>
            </a:r>
            <a:r>
              <a:rPr sz="2450" i="1" spc="-50" dirty="0">
                <a:latin typeface="Tahoma"/>
                <a:cs typeface="Tahoma"/>
              </a:rPr>
              <a:t>(..., </a:t>
            </a:r>
            <a:r>
              <a:rPr sz="2450" i="1" spc="-25" dirty="0">
                <a:latin typeface="Tahoma"/>
                <a:cs typeface="Tahoma"/>
              </a:rPr>
              <a:t>e</a:t>
            </a:r>
            <a:r>
              <a:rPr sz="2475" i="1" spc="-37" baseline="-20202" dirty="0">
                <a:latin typeface="Tahoma"/>
                <a:cs typeface="Tahoma"/>
              </a:rPr>
              <a:t>i </a:t>
            </a:r>
            <a:r>
              <a:rPr sz="2450" i="1" spc="-20" dirty="0">
                <a:latin typeface="Tahoma"/>
                <a:cs typeface="Tahoma"/>
              </a:rPr>
              <a:t>, </a:t>
            </a:r>
            <a:r>
              <a:rPr sz="2450" i="1" spc="-50" dirty="0">
                <a:latin typeface="Tahoma"/>
                <a:cs typeface="Tahoma"/>
              </a:rPr>
              <a:t>...)</a:t>
            </a:r>
            <a:r>
              <a:rPr sz="2450" i="1" spc="-50" dirty="0">
                <a:latin typeface="Symbol"/>
                <a:cs typeface="Symbol"/>
              </a:rPr>
              <a:t></a:t>
            </a:r>
            <a:r>
              <a:rPr sz="2450" i="1" spc="75" dirty="0">
                <a:latin typeface="Times New Roman"/>
                <a:cs typeface="Times New Roman"/>
              </a:rPr>
              <a:t> </a:t>
            </a:r>
            <a:r>
              <a:rPr sz="2450" i="1" spc="-35" dirty="0">
                <a:latin typeface="Tahoma"/>
                <a:cs typeface="Tahoma"/>
              </a:rPr>
              <a:t>R</a:t>
            </a:r>
            <a:endParaRPr sz="245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406" y="580504"/>
            <a:ext cx="6592480" cy="54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Begrenzungsflächendarstellung</a:t>
            </a:r>
          </a:p>
        </p:txBody>
      </p:sp>
      <p:sp>
        <p:nvSpPr>
          <p:cNvPr id="55" name="object 5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dirty="0"/>
              <a:t>4</a:t>
            </a:fld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2144687" y="1968385"/>
            <a:ext cx="1524000" cy="668655"/>
          </a:xfrm>
          <a:custGeom>
            <a:avLst/>
            <a:gdLst/>
            <a:ahLst/>
            <a:cxnLst/>
            <a:rect l="l" t="t" r="r" b="b"/>
            <a:pathLst>
              <a:path w="1524000" h="668655">
                <a:moveTo>
                  <a:pt x="762000" y="0"/>
                </a:moveTo>
                <a:lnTo>
                  <a:pt x="0" y="334175"/>
                </a:lnTo>
                <a:lnTo>
                  <a:pt x="762000" y="668337"/>
                </a:lnTo>
                <a:lnTo>
                  <a:pt x="1524000" y="334175"/>
                </a:lnTo>
                <a:lnTo>
                  <a:pt x="762000" y="0"/>
                </a:lnTo>
                <a:close/>
              </a:path>
            </a:pathLst>
          </a:custGeom>
          <a:solidFill>
            <a:srgbClr val="73F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144687" y="1968385"/>
            <a:ext cx="1524000" cy="668655"/>
          </a:xfrm>
          <a:custGeom>
            <a:avLst/>
            <a:gdLst/>
            <a:ahLst/>
            <a:cxnLst/>
            <a:rect l="l" t="t" r="r" b="b"/>
            <a:pathLst>
              <a:path w="1524000" h="668655">
                <a:moveTo>
                  <a:pt x="0" y="334168"/>
                </a:moveTo>
                <a:lnTo>
                  <a:pt x="761999" y="0"/>
                </a:lnTo>
                <a:lnTo>
                  <a:pt x="1523998" y="334168"/>
                </a:lnTo>
                <a:lnTo>
                  <a:pt x="761999" y="668337"/>
                </a:lnTo>
                <a:lnTo>
                  <a:pt x="0" y="334168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144687" y="2954223"/>
            <a:ext cx="1600200" cy="446405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319405">
              <a:lnSpc>
                <a:spcPct val="100000"/>
              </a:lnSpc>
              <a:spcBef>
                <a:spcPts val="315"/>
              </a:spcBef>
            </a:pPr>
            <a:r>
              <a:rPr sz="2400" spc="-5" dirty="0">
                <a:latin typeface="Times New Roman"/>
                <a:cs typeface="Times New Roman"/>
              </a:rPr>
              <a:t>Flächen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916087" y="3595573"/>
            <a:ext cx="1981200" cy="668655"/>
          </a:xfrm>
          <a:custGeom>
            <a:avLst/>
            <a:gdLst/>
            <a:ahLst/>
            <a:cxnLst/>
            <a:rect l="l" t="t" r="r" b="b"/>
            <a:pathLst>
              <a:path w="1981200" h="668654">
                <a:moveTo>
                  <a:pt x="990600" y="0"/>
                </a:moveTo>
                <a:lnTo>
                  <a:pt x="0" y="334175"/>
                </a:lnTo>
                <a:lnTo>
                  <a:pt x="990600" y="668337"/>
                </a:lnTo>
                <a:lnTo>
                  <a:pt x="1981200" y="334175"/>
                </a:lnTo>
                <a:lnTo>
                  <a:pt x="990600" y="0"/>
                </a:lnTo>
                <a:close/>
              </a:path>
            </a:pathLst>
          </a:custGeom>
          <a:solidFill>
            <a:srgbClr val="73F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916087" y="3595573"/>
            <a:ext cx="1981200" cy="668655"/>
          </a:xfrm>
          <a:custGeom>
            <a:avLst/>
            <a:gdLst/>
            <a:ahLst/>
            <a:cxnLst/>
            <a:rect l="l" t="t" r="r" b="b"/>
            <a:pathLst>
              <a:path w="1981200" h="668654">
                <a:moveTo>
                  <a:pt x="0" y="334168"/>
                </a:moveTo>
                <a:lnTo>
                  <a:pt x="990599" y="0"/>
                </a:lnTo>
                <a:lnTo>
                  <a:pt x="1981198" y="334168"/>
                </a:lnTo>
                <a:lnTo>
                  <a:pt x="990599" y="668336"/>
                </a:lnTo>
                <a:lnTo>
                  <a:pt x="0" y="334168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144687" y="4644910"/>
            <a:ext cx="1600200" cy="446405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357505">
              <a:lnSpc>
                <a:spcPct val="100000"/>
              </a:lnSpc>
              <a:spcBef>
                <a:spcPts val="315"/>
              </a:spcBef>
            </a:pPr>
            <a:r>
              <a:rPr sz="2400" spc="-5" dirty="0">
                <a:latin typeface="Times New Roman"/>
                <a:cs typeface="Times New Roman"/>
              </a:rPr>
              <a:t>Kanten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068487" y="5349760"/>
            <a:ext cx="1676400" cy="668655"/>
          </a:xfrm>
          <a:custGeom>
            <a:avLst/>
            <a:gdLst/>
            <a:ahLst/>
            <a:cxnLst/>
            <a:rect l="l" t="t" r="r" b="b"/>
            <a:pathLst>
              <a:path w="1676400" h="668654">
                <a:moveTo>
                  <a:pt x="838200" y="0"/>
                </a:moveTo>
                <a:lnTo>
                  <a:pt x="0" y="334162"/>
                </a:lnTo>
                <a:lnTo>
                  <a:pt x="838200" y="668337"/>
                </a:lnTo>
                <a:lnTo>
                  <a:pt x="1676400" y="334162"/>
                </a:lnTo>
                <a:lnTo>
                  <a:pt x="838200" y="0"/>
                </a:lnTo>
                <a:close/>
              </a:path>
            </a:pathLst>
          </a:custGeom>
          <a:solidFill>
            <a:srgbClr val="73F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068487" y="5349760"/>
            <a:ext cx="1676400" cy="668655"/>
          </a:xfrm>
          <a:custGeom>
            <a:avLst/>
            <a:gdLst/>
            <a:ahLst/>
            <a:cxnLst/>
            <a:rect l="l" t="t" r="r" b="b"/>
            <a:pathLst>
              <a:path w="1676400" h="668654">
                <a:moveTo>
                  <a:pt x="0" y="334168"/>
                </a:moveTo>
                <a:lnTo>
                  <a:pt x="838199" y="0"/>
                </a:lnTo>
                <a:lnTo>
                  <a:pt x="1676398" y="334168"/>
                </a:lnTo>
                <a:lnTo>
                  <a:pt x="838199" y="668337"/>
                </a:lnTo>
                <a:lnTo>
                  <a:pt x="0" y="334168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388527" y="5518836"/>
            <a:ext cx="10274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Times New Roman"/>
                <a:cs typeface="Times New Roman"/>
              </a:rPr>
              <a:t>StartEnde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144687" y="6314959"/>
            <a:ext cx="1600200" cy="444500"/>
          </a:xfrm>
          <a:custGeom>
            <a:avLst/>
            <a:gdLst/>
            <a:ahLst/>
            <a:cxnLst/>
            <a:rect l="l" t="t" r="r" b="b"/>
            <a:pathLst>
              <a:path w="1600200" h="444500">
                <a:moveTo>
                  <a:pt x="0" y="0"/>
                </a:moveTo>
                <a:lnTo>
                  <a:pt x="1600200" y="0"/>
                </a:lnTo>
                <a:lnTo>
                  <a:pt x="1600200" y="444499"/>
                </a:lnTo>
                <a:lnTo>
                  <a:pt x="0" y="444499"/>
                </a:lnTo>
                <a:lnTo>
                  <a:pt x="0" y="0"/>
                </a:lnTo>
                <a:close/>
              </a:path>
            </a:pathLst>
          </a:custGeom>
          <a:solidFill>
            <a:srgbClr val="FFD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144687" y="6314959"/>
            <a:ext cx="1600200" cy="444500"/>
          </a:xfrm>
          <a:custGeom>
            <a:avLst/>
            <a:gdLst/>
            <a:ahLst/>
            <a:cxnLst/>
            <a:rect l="l" t="t" r="r" b="b"/>
            <a:pathLst>
              <a:path w="1600200" h="444500">
                <a:moveTo>
                  <a:pt x="0" y="0"/>
                </a:moveTo>
                <a:lnTo>
                  <a:pt x="1600198" y="0"/>
                </a:lnTo>
                <a:lnTo>
                  <a:pt x="1600198" y="444499"/>
                </a:lnTo>
                <a:lnTo>
                  <a:pt x="0" y="444499"/>
                </a:lnTo>
                <a:lnTo>
                  <a:pt x="0" y="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811686" y="1263535"/>
            <a:ext cx="1752600" cy="440055"/>
          </a:xfrm>
          <a:custGeom>
            <a:avLst/>
            <a:gdLst/>
            <a:ahLst/>
            <a:cxnLst/>
            <a:rect l="l" t="t" r="r" b="b"/>
            <a:pathLst>
              <a:path w="1752600" h="440055">
                <a:moveTo>
                  <a:pt x="876300" y="0"/>
                </a:moveTo>
                <a:lnTo>
                  <a:pt x="804429" y="728"/>
                </a:lnTo>
                <a:lnTo>
                  <a:pt x="734158" y="2877"/>
                </a:lnTo>
                <a:lnTo>
                  <a:pt x="665713" y="6389"/>
                </a:lnTo>
                <a:lnTo>
                  <a:pt x="599319" y="11209"/>
                </a:lnTo>
                <a:lnTo>
                  <a:pt x="535202" y="17278"/>
                </a:lnTo>
                <a:lnTo>
                  <a:pt x="473587" y="24541"/>
                </a:lnTo>
                <a:lnTo>
                  <a:pt x="414700" y="32941"/>
                </a:lnTo>
                <a:lnTo>
                  <a:pt x="358766" y="42422"/>
                </a:lnTo>
                <a:lnTo>
                  <a:pt x="306011" y="52926"/>
                </a:lnTo>
                <a:lnTo>
                  <a:pt x="256660" y="64398"/>
                </a:lnTo>
                <a:lnTo>
                  <a:pt x="210939" y="76781"/>
                </a:lnTo>
                <a:lnTo>
                  <a:pt x="169073" y="90018"/>
                </a:lnTo>
                <a:lnTo>
                  <a:pt x="131288" y="104052"/>
                </a:lnTo>
                <a:lnTo>
                  <a:pt x="68863" y="134288"/>
                </a:lnTo>
                <a:lnTo>
                  <a:pt x="25467" y="167035"/>
                </a:lnTo>
                <a:lnTo>
                  <a:pt x="2904" y="201841"/>
                </a:lnTo>
                <a:lnTo>
                  <a:pt x="0" y="219875"/>
                </a:lnTo>
                <a:lnTo>
                  <a:pt x="2904" y="237906"/>
                </a:lnTo>
                <a:lnTo>
                  <a:pt x="25467" y="272709"/>
                </a:lnTo>
                <a:lnTo>
                  <a:pt x="68863" y="305454"/>
                </a:lnTo>
                <a:lnTo>
                  <a:pt x="131288" y="335688"/>
                </a:lnTo>
                <a:lnTo>
                  <a:pt x="169073" y="349722"/>
                </a:lnTo>
                <a:lnTo>
                  <a:pt x="210939" y="362958"/>
                </a:lnTo>
                <a:lnTo>
                  <a:pt x="256660" y="375340"/>
                </a:lnTo>
                <a:lnTo>
                  <a:pt x="306011" y="386812"/>
                </a:lnTo>
                <a:lnTo>
                  <a:pt x="358766" y="397316"/>
                </a:lnTo>
                <a:lnTo>
                  <a:pt x="414700" y="406796"/>
                </a:lnTo>
                <a:lnTo>
                  <a:pt x="473587" y="415196"/>
                </a:lnTo>
                <a:lnTo>
                  <a:pt x="535202" y="422459"/>
                </a:lnTo>
                <a:lnTo>
                  <a:pt x="599319" y="428528"/>
                </a:lnTo>
                <a:lnTo>
                  <a:pt x="665713" y="433347"/>
                </a:lnTo>
                <a:lnTo>
                  <a:pt x="734158" y="436859"/>
                </a:lnTo>
                <a:lnTo>
                  <a:pt x="804429" y="439008"/>
                </a:lnTo>
                <a:lnTo>
                  <a:pt x="876300" y="439737"/>
                </a:lnTo>
                <a:lnTo>
                  <a:pt x="948169" y="439008"/>
                </a:lnTo>
                <a:lnTo>
                  <a:pt x="1018438" y="436859"/>
                </a:lnTo>
                <a:lnTo>
                  <a:pt x="1086882" y="433347"/>
                </a:lnTo>
                <a:lnTo>
                  <a:pt x="1153275" y="428528"/>
                </a:lnTo>
                <a:lnTo>
                  <a:pt x="1217392" y="422459"/>
                </a:lnTo>
                <a:lnTo>
                  <a:pt x="1279006" y="415196"/>
                </a:lnTo>
                <a:lnTo>
                  <a:pt x="1337893" y="406796"/>
                </a:lnTo>
                <a:lnTo>
                  <a:pt x="1393827" y="397316"/>
                </a:lnTo>
                <a:lnTo>
                  <a:pt x="1446583" y="386812"/>
                </a:lnTo>
                <a:lnTo>
                  <a:pt x="1495934" y="375340"/>
                </a:lnTo>
                <a:lnTo>
                  <a:pt x="1541656" y="362958"/>
                </a:lnTo>
                <a:lnTo>
                  <a:pt x="1583522" y="349722"/>
                </a:lnTo>
                <a:lnTo>
                  <a:pt x="1621308" y="335688"/>
                </a:lnTo>
                <a:lnTo>
                  <a:pt x="1683734" y="305454"/>
                </a:lnTo>
                <a:lnTo>
                  <a:pt x="1727131" y="272709"/>
                </a:lnTo>
                <a:lnTo>
                  <a:pt x="1749695" y="237906"/>
                </a:lnTo>
                <a:lnTo>
                  <a:pt x="1752600" y="219875"/>
                </a:lnTo>
                <a:lnTo>
                  <a:pt x="1749695" y="201841"/>
                </a:lnTo>
                <a:lnTo>
                  <a:pt x="1727131" y="167035"/>
                </a:lnTo>
                <a:lnTo>
                  <a:pt x="1683734" y="134288"/>
                </a:lnTo>
                <a:lnTo>
                  <a:pt x="1621308" y="104052"/>
                </a:lnTo>
                <a:lnTo>
                  <a:pt x="1583522" y="90018"/>
                </a:lnTo>
                <a:lnTo>
                  <a:pt x="1541656" y="76781"/>
                </a:lnTo>
                <a:lnTo>
                  <a:pt x="1495934" y="64398"/>
                </a:lnTo>
                <a:lnTo>
                  <a:pt x="1446583" y="52926"/>
                </a:lnTo>
                <a:lnTo>
                  <a:pt x="1393827" y="42422"/>
                </a:lnTo>
                <a:lnTo>
                  <a:pt x="1337893" y="32941"/>
                </a:lnTo>
                <a:lnTo>
                  <a:pt x="1279006" y="24541"/>
                </a:lnTo>
                <a:lnTo>
                  <a:pt x="1217392" y="17278"/>
                </a:lnTo>
                <a:lnTo>
                  <a:pt x="1153275" y="11209"/>
                </a:lnTo>
                <a:lnTo>
                  <a:pt x="1086882" y="6389"/>
                </a:lnTo>
                <a:lnTo>
                  <a:pt x="1018438" y="2877"/>
                </a:lnTo>
                <a:lnTo>
                  <a:pt x="948169" y="728"/>
                </a:lnTo>
                <a:lnTo>
                  <a:pt x="876300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811686" y="1263536"/>
            <a:ext cx="1752600" cy="440055"/>
          </a:xfrm>
          <a:custGeom>
            <a:avLst/>
            <a:gdLst/>
            <a:ahLst/>
            <a:cxnLst/>
            <a:rect l="l" t="t" r="r" b="b"/>
            <a:pathLst>
              <a:path w="1752600" h="440055">
                <a:moveTo>
                  <a:pt x="0" y="219868"/>
                </a:moveTo>
                <a:lnTo>
                  <a:pt x="25467" y="167031"/>
                </a:lnTo>
                <a:lnTo>
                  <a:pt x="68863" y="134285"/>
                </a:lnTo>
                <a:lnTo>
                  <a:pt x="131289" y="104051"/>
                </a:lnTo>
                <a:lnTo>
                  <a:pt x="169074" y="90017"/>
                </a:lnTo>
                <a:lnTo>
                  <a:pt x="210940" y="76780"/>
                </a:lnTo>
                <a:lnTo>
                  <a:pt x="256661" y="64398"/>
                </a:lnTo>
                <a:lnTo>
                  <a:pt x="306012" y="52926"/>
                </a:lnTo>
                <a:lnTo>
                  <a:pt x="358768" y="42421"/>
                </a:lnTo>
                <a:lnTo>
                  <a:pt x="414702" y="32941"/>
                </a:lnTo>
                <a:lnTo>
                  <a:pt x="473589" y="24541"/>
                </a:lnTo>
                <a:lnTo>
                  <a:pt x="535203" y="17278"/>
                </a:lnTo>
                <a:lnTo>
                  <a:pt x="599320" y="11209"/>
                </a:lnTo>
                <a:lnTo>
                  <a:pt x="665714" y="6389"/>
                </a:lnTo>
                <a:lnTo>
                  <a:pt x="734159" y="2877"/>
                </a:lnTo>
                <a:lnTo>
                  <a:pt x="804429" y="728"/>
                </a:lnTo>
                <a:lnTo>
                  <a:pt x="876299" y="0"/>
                </a:lnTo>
                <a:lnTo>
                  <a:pt x="948170" y="728"/>
                </a:lnTo>
                <a:lnTo>
                  <a:pt x="1018440" y="2877"/>
                </a:lnTo>
                <a:lnTo>
                  <a:pt x="1086885" y="6389"/>
                </a:lnTo>
                <a:lnTo>
                  <a:pt x="1153279" y="11209"/>
                </a:lnTo>
                <a:lnTo>
                  <a:pt x="1217396" y="17278"/>
                </a:lnTo>
                <a:lnTo>
                  <a:pt x="1279010" y="24541"/>
                </a:lnTo>
                <a:lnTo>
                  <a:pt x="1337897" y="32941"/>
                </a:lnTo>
                <a:lnTo>
                  <a:pt x="1393831" y="42421"/>
                </a:lnTo>
                <a:lnTo>
                  <a:pt x="1446586" y="52926"/>
                </a:lnTo>
                <a:lnTo>
                  <a:pt x="1495937" y="64398"/>
                </a:lnTo>
                <a:lnTo>
                  <a:pt x="1541658" y="76780"/>
                </a:lnTo>
                <a:lnTo>
                  <a:pt x="1583524" y="90017"/>
                </a:lnTo>
                <a:lnTo>
                  <a:pt x="1621309" y="104051"/>
                </a:lnTo>
                <a:lnTo>
                  <a:pt x="1683735" y="134285"/>
                </a:lnTo>
                <a:lnTo>
                  <a:pt x="1727131" y="167031"/>
                </a:lnTo>
                <a:lnTo>
                  <a:pt x="1749694" y="201835"/>
                </a:lnTo>
                <a:lnTo>
                  <a:pt x="1752598" y="219868"/>
                </a:lnTo>
                <a:lnTo>
                  <a:pt x="1749694" y="237901"/>
                </a:lnTo>
                <a:lnTo>
                  <a:pt x="1727131" y="272705"/>
                </a:lnTo>
                <a:lnTo>
                  <a:pt x="1683735" y="305451"/>
                </a:lnTo>
                <a:lnTo>
                  <a:pt x="1621309" y="335686"/>
                </a:lnTo>
                <a:lnTo>
                  <a:pt x="1583524" y="349720"/>
                </a:lnTo>
                <a:lnTo>
                  <a:pt x="1541658" y="362957"/>
                </a:lnTo>
                <a:lnTo>
                  <a:pt x="1495937" y="375339"/>
                </a:lnTo>
                <a:lnTo>
                  <a:pt x="1446586" y="386811"/>
                </a:lnTo>
                <a:lnTo>
                  <a:pt x="1393831" y="397315"/>
                </a:lnTo>
                <a:lnTo>
                  <a:pt x="1337897" y="406796"/>
                </a:lnTo>
                <a:lnTo>
                  <a:pt x="1279010" y="415196"/>
                </a:lnTo>
                <a:lnTo>
                  <a:pt x="1217396" y="422459"/>
                </a:lnTo>
                <a:lnTo>
                  <a:pt x="1153279" y="428528"/>
                </a:lnTo>
                <a:lnTo>
                  <a:pt x="1086885" y="433347"/>
                </a:lnTo>
                <a:lnTo>
                  <a:pt x="1018440" y="436859"/>
                </a:lnTo>
                <a:lnTo>
                  <a:pt x="948170" y="439008"/>
                </a:lnTo>
                <a:lnTo>
                  <a:pt x="876299" y="439737"/>
                </a:lnTo>
                <a:lnTo>
                  <a:pt x="804429" y="439008"/>
                </a:lnTo>
                <a:lnTo>
                  <a:pt x="734159" y="436859"/>
                </a:lnTo>
                <a:lnTo>
                  <a:pt x="665714" y="433347"/>
                </a:lnTo>
                <a:lnTo>
                  <a:pt x="599320" y="428528"/>
                </a:lnTo>
                <a:lnTo>
                  <a:pt x="535203" y="422459"/>
                </a:lnTo>
                <a:lnTo>
                  <a:pt x="473589" y="415196"/>
                </a:lnTo>
                <a:lnTo>
                  <a:pt x="414702" y="406796"/>
                </a:lnTo>
                <a:lnTo>
                  <a:pt x="358768" y="397315"/>
                </a:lnTo>
                <a:lnTo>
                  <a:pt x="306012" y="386811"/>
                </a:lnTo>
                <a:lnTo>
                  <a:pt x="256661" y="375339"/>
                </a:lnTo>
                <a:lnTo>
                  <a:pt x="210940" y="362957"/>
                </a:lnTo>
                <a:lnTo>
                  <a:pt x="169074" y="349720"/>
                </a:lnTo>
                <a:lnTo>
                  <a:pt x="131289" y="335686"/>
                </a:lnTo>
                <a:lnTo>
                  <a:pt x="68863" y="305451"/>
                </a:lnTo>
                <a:lnTo>
                  <a:pt x="25467" y="272705"/>
                </a:lnTo>
                <a:lnTo>
                  <a:pt x="2904" y="237901"/>
                </a:lnTo>
                <a:lnTo>
                  <a:pt x="0" y="219868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735486" y="2949460"/>
            <a:ext cx="1752600" cy="438150"/>
          </a:xfrm>
          <a:custGeom>
            <a:avLst/>
            <a:gdLst/>
            <a:ahLst/>
            <a:cxnLst/>
            <a:rect l="l" t="t" r="r" b="b"/>
            <a:pathLst>
              <a:path w="1752600" h="438150">
                <a:moveTo>
                  <a:pt x="876300" y="0"/>
                </a:moveTo>
                <a:lnTo>
                  <a:pt x="804429" y="726"/>
                </a:lnTo>
                <a:lnTo>
                  <a:pt x="734158" y="2867"/>
                </a:lnTo>
                <a:lnTo>
                  <a:pt x="665713" y="6366"/>
                </a:lnTo>
                <a:lnTo>
                  <a:pt x="599319" y="11168"/>
                </a:lnTo>
                <a:lnTo>
                  <a:pt x="535202" y="17215"/>
                </a:lnTo>
                <a:lnTo>
                  <a:pt x="473587" y="24452"/>
                </a:lnTo>
                <a:lnTo>
                  <a:pt x="414700" y="32822"/>
                </a:lnTo>
                <a:lnTo>
                  <a:pt x="358766" y="42268"/>
                </a:lnTo>
                <a:lnTo>
                  <a:pt x="306011" y="52734"/>
                </a:lnTo>
                <a:lnTo>
                  <a:pt x="256660" y="64165"/>
                </a:lnTo>
                <a:lnTo>
                  <a:pt x="210939" y="76502"/>
                </a:lnTo>
                <a:lnTo>
                  <a:pt x="169073" y="89691"/>
                </a:lnTo>
                <a:lnTo>
                  <a:pt x="131288" y="103675"/>
                </a:lnTo>
                <a:lnTo>
                  <a:pt x="68863" y="133800"/>
                </a:lnTo>
                <a:lnTo>
                  <a:pt x="25467" y="166428"/>
                </a:lnTo>
                <a:lnTo>
                  <a:pt x="2904" y="201107"/>
                </a:lnTo>
                <a:lnTo>
                  <a:pt x="0" y="219075"/>
                </a:lnTo>
                <a:lnTo>
                  <a:pt x="2904" y="237042"/>
                </a:lnTo>
                <a:lnTo>
                  <a:pt x="25467" y="271721"/>
                </a:lnTo>
                <a:lnTo>
                  <a:pt x="68863" y="304349"/>
                </a:lnTo>
                <a:lnTo>
                  <a:pt x="131288" y="334474"/>
                </a:lnTo>
                <a:lnTo>
                  <a:pt x="169073" y="348458"/>
                </a:lnTo>
                <a:lnTo>
                  <a:pt x="210939" y="361647"/>
                </a:lnTo>
                <a:lnTo>
                  <a:pt x="256660" y="373984"/>
                </a:lnTo>
                <a:lnTo>
                  <a:pt x="306011" y="385415"/>
                </a:lnTo>
                <a:lnTo>
                  <a:pt x="358766" y="395881"/>
                </a:lnTo>
                <a:lnTo>
                  <a:pt x="414700" y="405327"/>
                </a:lnTo>
                <a:lnTo>
                  <a:pt x="473587" y="413697"/>
                </a:lnTo>
                <a:lnTo>
                  <a:pt x="535202" y="420934"/>
                </a:lnTo>
                <a:lnTo>
                  <a:pt x="599319" y="426981"/>
                </a:lnTo>
                <a:lnTo>
                  <a:pt x="665713" y="431783"/>
                </a:lnTo>
                <a:lnTo>
                  <a:pt x="734158" y="435282"/>
                </a:lnTo>
                <a:lnTo>
                  <a:pt x="804429" y="437423"/>
                </a:lnTo>
                <a:lnTo>
                  <a:pt x="876300" y="438150"/>
                </a:lnTo>
                <a:lnTo>
                  <a:pt x="948169" y="437423"/>
                </a:lnTo>
                <a:lnTo>
                  <a:pt x="1018438" y="435282"/>
                </a:lnTo>
                <a:lnTo>
                  <a:pt x="1086882" y="431783"/>
                </a:lnTo>
                <a:lnTo>
                  <a:pt x="1153275" y="426981"/>
                </a:lnTo>
                <a:lnTo>
                  <a:pt x="1217392" y="420934"/>
                </a:lnTo>
                <a:lnTo>
                  <a:pt x="1279006" y="413697"/>
                </a:lnTo>
                <a:lnTo>
                  <a:pt x="1337893" y="405327"/>
                </a:lnTo>
                <a:lnTo>
                  <a:pt x="1393827" y="395881"/>
                </a:lnTo>
                <a:lnTo>
                  <a:pt x="1446583" y="385415"/>
                </a:lnTo>
                <a:lnTo>
                  <a:pt x="1495934" y="373984"/>
                </a:lnTo>
                <a:lnTo>
                  <a:pt x="1541656" y="361647"/>
                </a:lnTo>
                <a:lnTo>
                  <a:pt x="1583522" y="348458"/>
                </a:lnTo>
                <a:lnTo>
                  <a:pt x="1621308" y="334474"/>
                </a:lnTo>
                <a:lnTo>
                  <a:pt x="1683734" y="304349"/>
                </a:lnTo>
                <a:lnTo>
                  <a:pt x="1727131" y="271721"/>
                </a:lnTo>
                <a:lnTo>
                  <a:pt x="1749695" y="237042"/>
                </a:lnTo>
                <a:lnTo>
                  <a:pt x="1752600" y="219075"/>
                </a:lnTo>
                <a:lnTo>
                  <a:pt x="1749695" y="201107"/>
                </a:lnTo>
                <a:lnTo>
                  <a:pt x="1727131" y="166428"/>
                </a:lnTo>
                <a:lnTo>
                  <a:pt x="1683734" y="133800"/>
                </a:lnTo>
                <a:lnTo>
                  <a:pt x="1621308" y="103675"/>
                </a:lnTo>
                <a:lnTo>
                  <a:pt x="1583522" y="89691"/>
                </a:lnTo>
                <a:lnTo>
                  <a:pt x="1541656" y="76502"/>
                </a:lnTo>
                <a:lnTo>
                  <a:pt x="1495934" y="64165"/>
                </a:lnTo>
                <a:lnTo>
                  <a:pt x="1446583" y="52734"/>
                </a:lnTo>
                <a:lnTo>
                  <a:pt x="1393827" y="42268"/>
                </a:lnTo>
                <a:lnTo>
                  <a:pt x="1337893" y="32822"/>
                </a:lnTo>
                <a:lnTo>
                  <a:pt x="1279006" y="24452"/>
                </a:lnTo>
                <a:lnTo>
                  <a:pt x="1217392" y="17215"/>
                </a:lnTo>
                <a:lnTo>
                  <a:pt x="1153275" y="11168"/>
                </a:lnTo>
                <a:lnTo>
                  <a:pt x="1086882" y="6366"/>
                </a:lnTo>
                <a:lnTo>
                  <a:pt x="1018438" y="2867"/>
                </a:lnTo>
                <a:lnTo>
                  <a:pt x="948169" y="726"/>
                </a:lnTo>
                <a:lnTo>
                  <a:pt x="876300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735486" y="2949460"/>
            <a:ext cx="1752600" cy="438150"/>
          </a:xfrm>
          <a:custGeom>
            <a:avLst/>
            <a:gdLst/>
            <a:ahLst/>
            <a:cxnLst/>
            <a:rect l="l" t="t" r="r" b="b"/>
            <a:pathLst>
              <a:path w="1752600" h="438150">
                <a:moveTo>
                  <a:pt x="0" y="219074"/>
                </a:moveTo>
                <a:lnTo>
                  <a:pt x="25467" y="166428"/>
                </a:lnTo>
                <a:lnTo>
                  <a:pt x="68863" y="133800"/>
                </a:lnTo>
                <a:lnTo>
                  <a:pt x="131289" y="103675"/>
                </a:lnTo>
                <a:lnTo>
                  <a:pt x="169074" y="89692"/>
                </a:lnTo>
                <a:lnTo>
                  <a:pt x="210940" y="76503"/>
                </a:lnTo>
                <a:lnTo>
                  <a:pt x="256661" y="64165"/>
                </a:lnTo>
                <a:lnTo>
                  <a:pt x="306012" y="52735"/>
                </a:lnTo>
                <a:lnTo>
                  <a:pt x="358768" y="42268"/>
                </a:lnTo>
                <a:lnTo>
                  <a:pt x="414702" y="32822"/>
                </a:lnTo>
                <a:lnTo>
                  <a:pt x="473589" y="24452"/>
                </a:lnTo>
                <a:lnTo>
                  <a:pt x="535203" y="17215"/>
                </a:lnTo>
                <a:lnTo>
                  <a:pt x="599320" y="11168"/>
                </a:lnTo>
                <a:lnTo>
                  <a:pt x="665714" y="6366"/>
                </a:lnTo>
                <a:lnTo>
                  <a:pt x="734159" y="2867"/>
                </a:lnTo>
                <a:lnTo>
                  <a:pt x="804429" y="726"/>
                </a:lnTo>
                <a:lnTo>
                  <a:pt x="876299" y="0"/>
                </a:lnTo>
                <a:lnTo>
                  <a:pt x="948170" y="726"/>
                </a:lnTo>
                <a:lnTo>
                  <a:pt x="1018440" y="2867"/>
                </a:lnTo>
                <a:lnTo>
                  <a:pt x="1086885" y="6366"/>
                </a:lnTo>
                <a:lnTo>
                  <a:pt x="1153279" y="11168"/>
                </a:lnTo>
                <a:lnTo>
                  <a:pt x="1217396" y="17215"/>
                </a:lnTo>
                <a:lnTo>
                  <a:pt x="1279010" y="24452"/>
                </a:lnTo>
                <a:lnTo>
                  <a:pt x="1337897" y="32822"/>
                </a:lnTo>
                <a:lnTo>
                  <a:pt x="1393831" y="42268"/>
                </a:lnTo>
                <a:lnTo>
                  <a:pt x="1446587" y="52735"/>
                </a:lnTo>
                <a:lnTo>
                  <a:pt x="1495937" y="64165"/>
                </a:lnTo>
                <a:lnTo>
                  <a:pt x="1541659" y="76503"/>
                </a:lnTo>
                <a:lnTo>
                  <a:pt x="1583524" y="89692"/>
                </a:lnTo>
                <a:lnTo>
                  <a:pt x="1621309" y="103675"/>
                </a:lnTo>
                <a:lnTo>
                  <a:pt x="1683735" y="133800"/>
                </a:lnTo>
                <a:lnTo>
                  <a:pt x="1727131" y="166428"/>
                </a:lnTo>
                <a:lnTo>
                  <a:pt x="1749694" y="201107"/>
                </a:lnTo>
                <a:lnTo>
                  <a:pt x="1752598" y="219074"/>
                </a:lnTo>
                <a:lnTo>
                  <a:pt x="1749694" y="237042"/>
                </a:lnTo>
                <a:lnTo>
                  <a:pt x="1727131" y="271720"/>
                </a:lnTo>
                <a:lnTo>
                  <a:pt x="1683735" y="304348"/>
                </a:lnTo>
                <a:lnTo>
                  <a:pt x="1621309" y="334474"/>
                </a:lnTo>
                <a:lnTo>
                  <a:pt x="1583524" y="348457"/>
                </a:lnTo>
                <a:lnTo>
                  <a:pt x="1541659" y="361646"/>
                </a:lnTo>
                <a:lnTo>
                  <a:pt x="1495937" y="373984"/>
                </a:lnTo>
                <a:lnTo>
                  <a:pt x="1446587" y="385414"/>
                </a:lnTo>
                <a:lnTo>
                  <a:pt x="1393831" y="395880"/>
                </a:lnTo>
                <a:lnTo>
                  <a:pt x="1337897" y="405327"/>
                </a:lnTo>
                <a:lnTo>
                  <a:pt x="1279010" y="413696"/>
                </a:lnTo>
                <a:lnTo>
                  <a:pt x="1217396" y="420933"/>
                </a:lnTo>
                <a:lnTo>
                  <a:pt x="1153279" y="426980"/>
                </a:lnTo>
                <a:lnTo>
                  <a:pt x="1086885" y="431782"/>
                </a:lnTo>
                <a:lnTo>
                  <a:pt x="1018440" y="435282"/>
                </a:lnTo>
                <a:lnTo>
                  <a:pt x="948170" y="437423"/>
                </a:lnTo>
                <a:lnTo>
                  <a:pt x="876299" y="438149"/>
                </a:lnTo>
                <a:lnTo>
                  <a:pt x="804429" y="437423"/>
                </a:lnTo>
                <a:lnTo>
                  <a:pt x="734159" y="435282"/>
                </a:lnTo>
                <a:lnTo>
                  <a:pt x="665714" y="431782"/>
                </a:lnTo>
                <a:lnTo>
                  <a:pt x="599320" y="426980"/>
                </a:lnTo>
                <a:lnTo>
                  <a:pt x="535203" y="420933"/>
                </a:lnTo>
                <a:lnTo>
                  <a:pt x="473589" y="413696"/>
                </a:lnTo>
                <a:lnTo>
                  <a:pt x="414702" y="405327"/>
                </a:lnTo>
                <a:lnTo>
                  <a:pt x="358768" y="395880"/>
                </a:lnTo>
                <a:lnTo>
                  <a:pt x="306012" y="385414"/>
                </a:lnTo>
                <a:lnTo>
                  <a:pt x="256661" y="373984"/>
                </a:lnTo>
                <a:lnTo>
                  <a:pt x="210940" y="361646"/>
                </a:lnTo>
                <a:lnTo>
                  <a:pt x="169074" y="348457"/>
                </a:lnTo>
                <a:lnTo>
                  <a:pt x="131289" y="334474"/>
                </a:lnTo>
                <a:lnTo>
                  <a:pt x="68863" y="304348"/>
                </a:lnTo>
                <a:lnTo>
                  <a:pt x="25467" y="271720"/>
                </a:lnTo>
                <a:lnTo>
                  <a:pt x="2904" y="237042"/>
                </a:lnTo>
                <a:lnTo>
                  <a:pt x="0" y="219074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956581" y="2972955"/>
            <a:ext cx="13119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FlächenID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659286" y="4709998"/>
            <a:ext cx="1752600" cy="440055"/>
          </a:xfrm>
          <a:custGeom>
            <a:avLst/>
            <a:gdLst/>
            <a:ahLst/>
            <a:cxnLst/>
            <a:rect l="l" t="t" r="r" b="b"/>
            <a:pathLst>
              <a:path w="1752600" h="440054">
                <a:moveTo>
                  <a:pt x="876300" y="0"/>
                </a:moveTo>
                <a:lnTo>
                  <a:pt x="804429" y="728"/>
                </a:lnTo>
                <a:lnTo>
                  <a:pt x="734158" y="2877"/>
                </a:lnTo>
                <a:lnTo>
                  <a:pt x="665713" y="6389"/>
                </a:lnTo>
                <a:lnTo>
                  <a:pt x="599319" y="11208"/>
                </a:lnTo>
                <a:lnTo>
                  <a:pt x="535202" y="17278"/>
                </a:lnTo>
                <a:lnTo>
                  <a:pt x="473587" y="24541"/>
                </a:lnTo>
                <a:lnTo>
                  <a:pt x="414700" y="32940"/>
                </a:lnTo>
                <a:lnTo>
                  <a:pt x="358766" y="42421"/>
                </a:lnTo>
                <a:lnTo>
                  <a:pt x="306011" y="52925"/>
                </a:lnTo>
                <a:lnTo>
                  <a:pt x="256660" y="64396"/>
                </a:lnTo>
                <a:lnTo>
                  <a:pt x="210939" y="76779"/>
                </a:lnTo>
                <a:lnTo>
                  <a:pt x="169073" y="90015"/>
                </a:lnTo>
                <a:lnTo>
                  <a:pt x="131288" y="104049"/>
                </a:lnTo>
                <a:lnTo>
                  <a:pt x="68863" y="134282"/>
                </a:lnTo>
                <a:lnTo>
                  <a:pt x="25467" y="167027"/>
                </a:lnTo>
                <a:lnTo>
                  <a:pt x="2904" y="201830"/>
                </a:lnTo>
                <a:lnTo>
                  <a:pt x="0" y="219862"/>
                </a:lnTo>
                <a:lnTo>
                  <a:pt x="2904" y="237896"/>
                </a:lnTo>
                <a:lnTo>
                  <a:pt x="25467" y="272702"/>
                </a:lnTo>
                <a:lnTo>
                  <a:pt x="68863" y="305449"/>
                </a:lnTo>
                <a:lnTo>
                  <a:pt x="131288" y="335684"/>
                </a:lnTo>
                <a:lnTo>
                  <a:pt x="169073" y="349719"/>
                </a:lnTo>
                <a:lnTo>
                  <a:pt x="210939" y="362956"/>
                </a:lnTo>
                <a:lnTo>
                  <a:pt x="256660" y="375338"/>
                </a:lnTo>
                <a:lnTo>
                  <a:pt x="306011" y="386810"/>
                </a:lnTo>
                <a:lnTo>
                  <a:pt x="358766" y="397315"/>
                </a:lnTo>
                <a:lnTo>
                  <a:pt x="414700" y="406796"/>
                </a:lnTo>
                <a:lnTo>
                  <a:pt x="473587" y="415196"/>
                </a:lnTo>
                <a:lnTo>
                  <a:pt x="535202" y="422459"/>
                </a:lnTo>
                <a:lnTo>
                  <a:pt x="599319" y="428528"/>
                </a:lnTo>
                <a:lnTo>
                  <a:pt x="665713" y="433347"/>
                </a:lnTo>
                <a:lnTo>
                  <a:pt x="734158" y="436859"/>
                </a:lnTo>
                <a:lnTo>
                  <a:pt x="804429" y="439008"/>
                </a:lnTo>
                <a:lnTo>
                  <a:pt x="876300" y="439737"/>
                </a:lnTo>
                <a:lnTo>
                  <a:pt x="948169" y="439008"/>
                </a:lnTo>
                <a:lnTo>
                  <a:pt x="1018438" y="436859"/>
                </a:lnTo>
                <a:lnTo>
                  <a:pt x="1086882" y="433347"/>
                </a:lnTo>
                <a:lnTo>
                  <a:pt x="1153275" y="428528"/>
                </a:lnTo>
                <a:lnTo>
                  <a:pt x="1217392" y="422459"/>
                </a:lnTo>
                <a:lnTo>
                  <a:pt x="1279006" y="415196"/>
                </a:lnTo>
                <a:lnTo>
                  <a:pt x="1337893" y="406796"/>
                </a:lnTo>
                <a:lnTo>
                  <a:pt x="1393827" y="397315"/>
                </a:lnTo>
                <a:lnTo>
                  <a:pt x="1446583" y="386810"/>
                </a:lnTo>
                <a:lnTo>
                  <a:pt x="1495934" y="375338"/>
                </a:lnTo>
                <a:lnTo>
                  <a:pt x="1541656" y="362956"/>
                </a:lnTo>
                <a:lnTo>
                  <a:pt x="1583522" y="349719"/>
                </a:lnTo>
                <a:lnTo>
                  <a:pt x="1621308" y="335684"/>
                </a:lnTo>
                <a:lnTo>
                  <a:pt x="1683734" y="305449"/>
                </a:lnTo>
                <a:lnTo>
                  <a:pt x="1727131" y="272702"/>
                </a:lnTo>
                <a:lnTo>
                  <a:pt x="1749695" y="237896"/>
                </a:lnTo>
                <a:lnTo>
                  <a:pt x="1752600" y="219862"/>
                </a:lnTo>
                <a:lnTo>
                  <a:pt x="1749695" y="201830"/>
                </a:lnTo>
                <a:lnTo>
                  <a:pt x="1727131" y="167027"/>
                </a:lnTo>
                <a:lnTo>
                  <a:pt x="1683734" y="134282"/>
                </a:lnTo>
                <a:lnTo>
                  <a:pt x="1621308" y="104049"/>
                </a:lnTo>
                <a:lnTo>
                  <a:pt x="1583522" y="90015"/>
                </a:lnTo>
                <a:lnTo>
                  <a:pt x="1541656" y="76779"/>
                </a:lnTo>
                <a:lnTo>
                  <a:pt x="1495934" y="64396"/>
                </a:lnTo>
                <a:lnTo>
                  <a:pt x="1446583" y="52925"/>
                </a:lnTo>
                <a:lnTo>
                  <a:pt x="1393827" y="42421"/>
                </a:lnTo>
                <a:lnTo>
                  <a:pt x="1337893" y="32940"/>
                </a:lnTo>
                <a:lnTo>
                  <a:pt x="1279006" y="24541"/>
                </a:lnTo>
                <a:lnTo>
                  <a:pt x="1217392" y="17278"/>
                </a:lnTo>
                <a:lnTo>
                  <a:pt x="1153275" y="11208"/>
                </a:lnTo>
                <a:lnTo>
                  <a:pt x="1086882" y="6389"/>
                </a:lnTo>
                <a:lnTo>
                  <a:pt x="1018438" y="2877"/>
                </a:lnTo>
                <a:lnTo>
                  <a:pt x="948169" y="728"/>
                </a:lnTo>
                <a:lnTo>
                  <a:pt x="876300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659286" y="4709998"/>
            <a:ext cx="1752600" cy="440055"/>
          </a:xfrm>
          <a:custGeom>
            <a:avLst/>
            <a:gdLst/>
            <a:ahLst/>
            <a:cxnLst/>
            <a:rect l="l" t="t" r="r" b="b"/>
            <a:pathLst>
              <a:path w="1752600" h="440054">
                <a:moveTo>
                  <a:pt x="0" y="219868"/>
                </a:moveTo>
                <a:lnTo>
                  <a:pt x="25467" y="167031"/>
                </a:lnTo>
                <a:lnTo>
                  <a:pt x="68863" y="134285"/>
                </a:lnTo>
                <a:lnTo>
                  <a:pt x="131289" y="104051"/>
                </a:lnTo>
                <a:lnTo>
                  <a:pt x="169074" y="90017"/>
                </a:lnTo>
                <a:lnTo>
                  <a:pt x="210940" y="76780"/>
                </a:lnTo>
                <a:lnTo>
                  <a:pt x="256661" y="64398"/>
                </a:lnTo>
                <a:lnTo>
                  <a:pt x="306012" y="52926"/>
                </a:lnTo>
                <a:lnTo>
                  <a:pt x="358768" y="42421"/>
                </a:lnTo>
                <a:lnTo>
                  <a:pt x="414702" y="32941"/>
                </a:lnTo>
                <a:lnTo>
                  <a:pt x="473589" y="24541"/>
                </a:lnTo>
                <a:lnTo>
                  <a:pt x="535203" y="17278"/>
                </a:lnTo>
                <a:lnTo>
                  <a:pt x="599320" y="11209"/>
                </a:lnTo>
                <a:lnTo>
                  <a:pt x="665714" y="6389"/>
                </a:lnTo>
                <a:lnTo>
                  <a:pt x="734159" y="2877"/>
                </a:lnTo>
                <a:lnTo>
                  <a:pt x="804429" y="728"/>
                </a:lnTo>
                <a:lnTo>
                  <a:pt x="876299" y="0"/>
                </a:lnTo>
                <a:lnTo>
                  <a:pt x="948170" y="728"/>
                </a:lnTo>
                <a:lnTo>
                  <a:pt x="1018440" y="2877"/>
                </a:lnTo>
                <a:lnTo>
                  <a:pt x="1086885" y="6389"/>
                </a:lnTo>
                <a:lnTo>
                  <a:pt x="1153279" y="11209"/>
                </a:lnTo>
                <a:lnTo>
                  <a:pt x="1217396" y="17278"/>
                </a:lnTo>
                <a:lnTo>
                  <a:pt x="1279010" y="24541"/>
                </a:lnTo>
                <a:lnTo>
                  <a:pt x="1337897" y="32941"/>
                </a:lnTo>
                <a:lnTo>
                  <a:pt x="1393831" y="42421"/>
                </a:lnTo>
                <a:lnTo>
                  <a:pt x="1446587" y="52926"/>
                </a:lnTo>
                <a:lnTo>
                  <a:pt x="1495937" y="64398"/>
                </a:lnTo>
                <a:lnTo>
                  <a:pt x="1541659" y="76780"/>
                </a:lnTo>
                <a:lnTo>
                  <a:pt x="1583524" y="90017"/>
                </a:lnTo>
                <a:lnTo>
                  <a:pt x="1621309" y="104051"/>
                </a:lnTo>
                <a:lnTo>
                  <a:pt x="1683735" y="134285"/>
                </a:lnTo>
                <a:lnTo>
                  <a:pt x="1727131" y="167031"/>
                </a:lnTo>
                <a:lnTo>
                  <a:pt x="1749694" y="201836"/>
                </a:lnTo>
                <a:lnTo>
                  <a:pt x="1752598" y="219868"/>
                </a:lnTo>
                <a:lnTo>
                  <a:pt x="1749694" y="237901"/>
                </a:lnTo>
                <a:lnTo>
                  <a:pt x="1727131" y="272705"/>
                </a:lnTo>
                <a:lnTo>
                  <a:pt x="1683735" y="305451"/>
                </a:lnTo>
                <a:lnTo>
                  <a:pt x="1621309" y="335686"/>
                </a:lnTo>
                <a:lnTo>
                  <a:pt x="1583524" y="349720"/>
                </a:lnTo>
                <a:lnTo>
                  <a:pt x="1541659" y="362956"/>
                </a:lnTo>
                <a:lnTo>
                  <a:pt x="1495937" y="375339"/>
                </a:lnTo>
                <a:lnTo>
                  <a:pt x="1446587" y="386811"/>
                </a:lnTo>
                <a:lnTo>
                  <a:pt x="1393831" y="397315"/>
                </a:lnTo>
                <a:lnTo>
                  <a:pt x="1337897" y="406796"/>
                </a:lnTo>
                <a:lnTo>
                  <a:pt x="1279010" y="415196"/>
                </a:lnTo>
                <a:lnTo>
                  <a:pt x="1217396" y="422459"/>
                </a:lnTo>
                <a:lnTo>
                  <a:pt x="1153279" y="428528"/>
                </a:lnTo>
                <a:lnTo>
                  <a:pt x="1086885" y="433347"/>
                </a:lnTo>
                <a:lnTo>
                  <a:pt x="1018440" y="436859"/>
                </a:lnTo>
                <a:lnTo>
                  <a:pt x="948170" y="439008"/>
                </a:lnTo>
                <a:lnTo>
                  <a:pt x="876299" y="439737"/>
                </a:lnTo>
                <a:lnTo>
                  <a:pt x="804429" y="439008"/>
                </a:lnTo>
                <a:lnTo>
                  <a:pt x="734159" y="436859"/>
                </a:lnTo>
                <a:lnTo>
                  <a:pt x="665714" y="433347"/>
                </a:lnTo>
                <a:lnTo>
                  <a:pt x="599320" y="428528"/>
                </a:lnTo>
                <a:lnTo>
                  <a:pt x="535203" y="422459"/>
                </a:lnTo>
                <a:lnTo>
                  <a:pt x="473589" y="415196"/>
                </a:lnTo>
                <a:lnTo>
                  <a:pt x="414702" y="406796"/>
                </a:lnTo>
                <a:lnTo>
                  <a:pt x="358768" y="397315"/>
                </a:lnTo>
                <a:lnTo>
                  <a:pt x="306012" y="386811"/>
                </a:lnTo>
                <a:lnTo>
                  <a:pt x="256661" y="375339"/>
                </a:lnTo>
                <a:lnTo>
                  <a:pt x="210940" y="362956"/>
                </a:lnTo>
                <a:lnTo>
                  <a:pt x="169074" y="349720"/>
                </a:lnTo>
                <a:lnTo>
                  <a:pt x="131289" y="335686"/>
                </a:lnTo>
                <a:lnTo>
                  <a:pt x="68863" y="305451"/>
                </a:lnTo>
                <a:lnTo>
                  <a:pt x="25467" y="272705"/>
                </a:lnTo>
                <a:lnTo>
                  <a:pt x="2904" y="237901"/>
                </a:lnTo>
                <a:lnTo>
                  <a:pt x="0" y="219868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918481" y="4734280"/>
            <a:ext cx="12274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KantenID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659286" y="5548198"/>
            <a:ext cx="1752600" cy="440055"/>
          </a:xfrm>
          <a:custGeom>
            <a:avLst/>
            <a:gdLst/>
            <a:ahLst/>
            <a:cxnLst/>
            <a:rect l="l" t="t" r="r" b="b"/>
            <a:pathLst>
              <a:path w="1752600" h="440054">
                <a:moveTo>
                  <a:pt x="876300" y="0"/>
                </a:moveTo>
                <a:lnTo>
                  <a:pt x="804429" y="728"/>
                </a:lnTo>
                <a:lnTo>
                  <a:pt x="734158" y="2877"/>
                </a:lnTo>
                <a:lnTo>
                  <a:pt x="665713" y="6389"/>
                </a:lnTo>
                <a:lnTo>
                  <a:pt x="599319" y="11208"/>
                </a:lnTo>
                <a:lnTo>
                  <a:pt x="535202" y="17278"/>
                </a:lnTo>
                <a:lnTo>
                  <a:pt x="473587" y="24541"/>
                </a:lnTo>
                <a:lnTo>
                  <a:pt x="414700" y="32940"/>
                </a:lnTo>
                <a:lnTo>
                  <a:pt x="358766" y="42421"/>
                </a:lnTo>
                <a:lnTo>
                  <a:pt x="306011" y="52925"/>
                </a:lnTo>
                <a:lnTo>
                  <a:pt x="256660" y="64396"/>
                </a:lnTo>
                <a:lnTo>
                  <a:pt x="210939" y="76779"/>
                </a:lnTo>
                <a:lnTo>
                  <a:pt x="169073" y="90015"/>
                </a:lnTo>
                <a:lnTo>
                  <a:pt x="131288" y="104049"/>
                </a:lnTo>
                <a:lnTo>
                  <a:pt x="68863" y="134282"/>
                </a:lnTo>
                <a:lnTo>
                  <a:pt x="25467" y="167027"/>
                </a:lnTo>
                <a:lnTo>
                  <a:pt x="2904" y="201830"/>
                </a:lnTo>
                <a:lnTo>
                  <a:pt x="0" y="219862"/>
                </a:lnTo>
                <a:lnTo>
                  <a:pt x="2904" y="237896"/>
                </a:lnTo>
                <a:lnTo>
                  <a:pt x="25467" y="272702"/>
                </a:lnTo>
                <a:lnTo>
                  <a:pt x="68863" y="305449"/>
                </a:lnTo>
                <a:lnTo>
                  <a:pt x="131288" y="335684"/>
                </a:lnTo>
                <a:lnTo>
                  <a:pt x="169073" y="349719"/>
                </a:lnTo>
                <a:lnTo>
                  <a:pt x="210939" y="362956"/>
                </a:lnTo>
                <a:lnTo>
                  <a:pt x="256660" y="375338"/>
                </a:lnTo>
                <a:lnTo>
                  <a:pt x="306011" y="386810"/>
                </a:lnTo>
                <a:lnTo>
                  <a:pt x="358766" y="397315"/>
                </a:lnTo>
                <a:lnTo>
                  <a:pt x="414700" y="406796"/>
                </a:lnTo>
                <a:lnTo>
                  <a:pt x="473587" y="415196"/>
                </a:lnTo>
                <a:lnTo>
                  <a:pt x="535202" y="422459"/>
                </a:lnTo>
                <a:lnTo>
                  <a:pt x="599319" y="428528"/>
                </a:lnTo>
                <a:lnTo>
                  <a:pt x="665713" y="433347"/>
                </a:lnTo>
                <a:lnTo>
                  <a:pt x="734158" y="436859"/>
                </a:lnTo>
                <a:lnTo>
                  <a:pt x="804429" y="439008"/>
                </a:lnTo>
                <a:lnTo>
                  <a:pt x="876300" y="439737"/>
                </a:lnTo>
                <a:lnTo>
                  <a:pt x="948169" y="439008"/>
                </a:lnTo>
                <a:lnTo>
                  <a:pt x="1018438" y="436859"/>
                </a:lnTo>
                <a:lnTo>
                  <a:pt x="1086882" y="433347"/>
                </a:lnTo>
                <a:lnTo>
                  <a:pt x="1153275" y="428528"/>
                </a:lnTo>
                <a:lnTo>
                  <a:pt x="1217392" y="422459"/>
                </a:lnTo>
                <a:lnTo>
                  <a:pt x="1279006" y="415196"/>
                </a:lnTo>
                <a:lnTo>
                  <a:pt x="1337893" y="406796"/>
                </a:lnTo>
                <a:lnTo>
                  <a:pt x="1393827" y="397315"/>
                </a:lnTo>
                <a:lnTo>
                  <a:pt x="1446583" y="386810"/>
                </a:lnTo>
                <a:lnTo>
                  <a:pt x="1495934" y="375338"/>
                </a:lnTo>
                <a:lnTo>
                  <a:pt x="1541656" y="362956"/>
                </a:lnTo>
                <a:lnTo>
                  <a:pt x="1583522" y="349719"/>
                </a:lnTo>
                <a:lnTo>
                  <a:pt x="1621308" y="335684"/>
                </a:lnTo>
                <a:lnTo>
                  <a:pt x="1683734" y="305449"/>
                </a:lnTo>
                <a:lnTo>
                  <a:pt x="1727131" y="272702"/>
                </a:lnTo>
                <a:lnTo>
                  <a:pt x="1749695" y="237896"/>
                </a:lnTo>
                <a:lnTo>
                  <a:pt x="1752600" y="219862"/>
                </a:lnTo>
                <a:lnTo>
                  <a:pt x="1749695" y="201830"/>
                </a:lnTo>
                <a:lnTo>
                  <a:pt x="1727131" y="167027"/>
                </a:lnTo>
                <a:lnTo>
                  <a:pt x="1683734" y="134282"/>
                </a:lnTo>
                <a:lnTo>
                  <a:pt x="1621308" y="104049"/>
                </a:lnTo>
                <a:lnTo>
                  <a:pt x="1583522" y="90015"/>
                </a:lnTo>
                <a:lnTo>
                  <a:pt x="1541656" y="76779"/>
                </a:lnTo>
                <a:lnTo>
                  <a:pt x="1495934" y="64396"/>
                </a:lnTo>
                <a:lnTo>
                  <a:pt x="1446583" y="52925"/>
                </a:lnTo>
                <a:lnTo>
                  <a:pt x="1393827" y="42421"/>
                </a:lnTo>
                <a:lnTo>
                  <a:pt x="1337893" y="32940"/>
                </a:lnTo>
                <a:lnTo>
                  <a:pt x="1279006" y="24541"/>
                </a:lnTo>
                <a:lnTo>
                  <a:pt x="1217392" y="17278"/>
                </a:lnTo>
                <a:lnTo>
                  <a:pt x="1153275" y="11208"/>
                </a:lnTo>
                <a:lnTo>
                  <a:pt x="1086882" y="6389"/>
                </a:lnTo>
                <a:lnTo>
                  <a:pt x="1018438" y="2877"/>
                </a:lnTo>
                <a:lnTo>
                  <a:pt x="948169" y="728"/>
                </a:lnTo>
                <a:lnTo>
                  <a:pt x="876300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659286" y="5548198"/>
            <a:ext cx="1752600" cy="440055"/>
          </a:xfrm>
          <a:custGeom>
            <a:avLst/>
            <a:gdLst/>
            <a:ahLst/>
            <a:cxnLst/>
            <a:rect l="l" t="t" r="r" b="b"/>
            <a:pathLst>
              <a:path w="1752600" h="440054">
                <a:moveTo>
                  <a:pt x="0" y="219868"/>
                </a:moveTo>
                <a:lnTo>
                  <a:pt x="25467" y="167031"/>
                </a:lnTo>
                <a:lnTo>
                  <a:pt x="68863" y="134285"/>
                </a:lnTo>
                <a:lnTo>
                  <a:pt x="131289" y="104051"/>
                </a:lnTo>
                <a:lnTo>
                  <a:pt x="169074" y="90017"/>
                </a:lnTo>
                <a:lnTo>
                  <a:pt x="210940" y="76780"/>
                </a:lnTo>
                <a:lnTo>
                  <a:pt x="256661" y="64398"/>
                </a:lnTo>
                <a:lnTo>
                  <a:pt x="306012" y="52926"/>
                </a:lnTo>
                <a:lnTo>
                  <a:pt x="358768" y="42421"/>
                </a:lnTo>
                <a:lnTo>
                  <a:pt x="414702" y="32941"/>
                </a:lnTo>
                <a:lnTo>
                  <a:pt x="473589" y="24541"/>
                </a:lnTo>
                <a:lnTo>
                  <a:pt x="535203" y="17278"/>
                </a:lnTo>
                <a:lnTo>
                  <a:pt x="599320" y="11209"/>
                </a:lnTo>
                <a:lnTo>
                  <a:pt x="665714" y="6389"/>
                </a:lnTo>
                <a:lnTo>
                  <a:pt x="734159" y="2877"/>
                </a:lnTo>
                <a:lnTo>
                  <a:pt x="804429" y="728"/>
                </a:lnTo>
                <a:lnTo>
                  <a:pt x="876299" y="0"/>
                </a:lnTo>
                <a:lnTo>
                  <a:pt x="948170" y="728"/>
                </a:lnTo>
                <a:lnTo>
                  <a:pt x="1018440" y="2877"/>
                </a:lnTo>
                <a:lnTo>
                  <a:pt x="1086885" y="6389"/>
                </a:lnTo>
                <a:lnTo>
                  <a:pt x="1153279" y="11209"/>
                </a:lnTo>
                <a:lnTo>
                  <a:pt x="1217396" y="17278"/>
                </a:lnTo>
                <a:lnTo>
                  <a:pt x="1279010" y="24541"/>
                </a:lnTo>
                <a:lnTo>
                  <a:pt x="1337897" y="32941"/>
                </a:lnTo>
                <a:lnTo>
                  <a:pt x="1393831" y="42421"/>
                </a:lnTo>
                <a:lnTo>
                  <a:pt x="1446587" y="52926"/>
                </a:lnTo>
                <a:lnTo>
                  <a:pt x="1495937" y="64398"/>
                </a:lnTo>
                <a:lnTo>
                  <a:pt x="1541659" y="76780"/>
                </a:lnTo>
                <a:lnTo>
                  <a:pt x="1583524" y="90017"/>
                </a:lnTo>
                <a:lnTo>
                  <a:pt x="1621309" y="104051"/>
                </a:lnTo>
                <a:lnTo>
                  <a:pt x="1683735" y="134285"/>
                </a:lnTo>
                <a:lnTo>
                  <a:pt x="1727131" y="167031"/>
                </a:lnTo>
                <a:lnTo>
                  <a:pt x="1749694" y="201836"/>
                </a:lnTo>
                <a:lnTo>
                  <a:pt x="1752598" y="219868"/>
                </a:lnTo>
                <a:lnTo>
                  <a:pt x="1749694" y="237901"/>
                </a:lnTo>
                <a:lnTo>
                  <a:pt x="1727131" y="272705"/>
                </a:lnTo>
                <a:lnTo>
                  <a:pt x="1683735" y="305451"/>
                </a:lnTo>
                <a:lnTo>
                  <a:pt x="1621309" y="335686"/>
                </a:lnTo>
                <a:lnTo>
                  <a:pt x="1583524" y="349720"/>
                </a:lnTo>
                <a:lnTo>
                  <a:pt x="1541659" y="362956"/>
                </a:lnTo>
                <a:lnTo>
                  <a:pt x="1495937" y="375339"/>
                </a:lnTo>
                <a:lnTo>
                  <a:pt x="1446587" y="386811"/>
                </a:lnTo>
                <a:lnTo>
                  <a:pt x="1393831" y="397315"/>
                </a:lnTo>
                <a:lnTo>
                  <a:pt x="1337897" y="406796"/>
                </a:lnTo>
                <a:lnTo>
                  <a:pt x="1279010" y="415196"/>
                </a:lnTo>
                <a:lnTo>
                  <a:pt x="1217396" y="422459"/>
                </a:lnTo>
                <a:lnTo>
                  <a:pt x="1153279" y="428528"/>
                </a:lnTo>
                <a:lnTo>
                  <a:pt x="1086885" y="433347"/>
                </a:lnTo>
                <a:lnTo>
                  <a:pt x="1018440" y="436859"/>
                </a:lnTo>
                <a:lnTo>
                  <a:pt x="948170" y="439008"/>
                </a:lnTo>
                <a:lnTo>
                  <a:pt x="876299" y="439737"/>
                </a:lnTo>
                <a:lnTo>
                  <a:pt x="804429" y="439008"/>
                </a:lnTo>
                <a:lnTo>
                  <a:pt x="734159" y="436859"/>
                </a:lnTo>
                <a:lnTo>
                  <a:pt x="665714" y="433347"/>
                </a:lnTo>
                <a:lnTo>
                  <a:pt x="599320" y="428528"/>
                </a:lnTo>
                <a:lnTo>
                  <a:pt x="535203" y="422459"/>
                </a:lnTo>
                <a:lnTo>
                  <a:pt x="473589" y="415196"/>
                </a:lnTo>
                <a:lnTo>
                  <a:pt x="414702" y="406796"/>
                </a:lnTo>
                <a:lnTo>
                  <a:pt x="358768" y="397315"/>
                </a:lnTo>
                <a:lnTo>
                  <a:pt x="306012" y="386811"/>
                </a:lnTo>
                <a:lnTo>
                  <a:pt x="256661" y="375339"/>
                </a:lnTo>
                <a:lnTo>
                  <a:pt x="210940" y="362956"/>
                </a:lnTo>
                <a:lnTo>
                  <a:pt x="169074" y="349720"/>
                </a:lnTo>
                <a:lnTo>
                  <a:pt x="131289" y="335686"/>
                </a:lnTo>
                <a:lnTo>
                  <a:pt x="68863" y="305451"/>
                </a:lnTo>
                <a:lnTo>
                  <a:pt x="25467" y="272705"/>
                </a:lnTo>
                <a:lnTo>
                  <a:pt x="2904" y="237901"/>
                </a:lnTo>
                <a:lnTo>
                  <a:pt x="0" y="219868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659286" y="6081598"/>
            <a:ext cx="1752600" cy="440055"/>
          </a:xfrm>
          <a:custGeom>
            <a:avLst/>
            <a:gdLst/>
            <a:ahLst/>
            <a:cxnLst/>
            <a:rect l="l" t="t" r="r" b="b"/>
            <a:pathLst>
              <a:path w="1752600" h="440054">
                <a:moveTo>
                  <a:pt x="876300" y="0"/>
                </a:moveTo>
                <a:lnTo>
                  <a:pt x="804429" y="728"/>
                </a:lnTo>
                <a:lnTo>
                  <a:pt x="734158" y="2877"/>
                </a:lnTo>
                <a:lnTo>
                  <a:pt x="665713" y="6389"/>
                </a:lnTo>
                <a:lnTo>
                  <a:pt x="599319" y="11208"/>
                </a:lnTo>
                <a:lnTo>
                  <a:pt x="535202" y="17278"/>
                </a:lnTo>
                <a:lnTo>
                  <a:pt x="473587" y="24541"/>
                </a:lnTo>
                <a:lnTo>
                  <a:pt x="414700" y="32941"/>
                </a:lnTo>
                <a:lnTo>
                  <a:pt x="358766" y="42421"/>
                </a:lnTo>
                <a:lnTo>
                  <a:pt x="306011" y="52926"/>
                </a:lnTo>
                <a:lnTo>
                  <a:pt x="256660" y="64397"/>
                </a:lnTo>
                <a:lnTo>
                  <a:pt x="210939" y="76780"/>
                </a:lnTo>
                <a:lnTo>
                  <a:pt x="169073" y="90016"/>
                </a:lnTo>
                <a:lnTo>
                  <a:pt x="131288" y="104050"/>
                </a:lnTo>
                <a:lnTo>
                  <a:pt x="68863" y="134285"/>
                </a:lnTo>
                <a:lnTo>
                  <a:pt x="25467" y="167031"/>
                </a:lnTo>
                <a:lnTo>
                  <a:pt x="2904" y="201835"/>
                </a:lnTo>
                <a:lnTo>
                  <a:pt x="0" y="219868"/>
                </a:lnTo>
                <a:lnTo>
                  <a:pt x="2904" y="237901"/>
                </a:lnTo>
                <a:lnTo>
                  <a:pt x="25467" y="272705"/>
                </a:lnTo>
                <a:lnTo>
                  <a:pt x="68863" y="305451"/>
                </a:lnTo>
                <a:lnTo>
                  <a:pt x="131288" y="335686"/>
                </a:lnTo>
                <a:lnTo>
                  <a:pt x="169073" y="349720"/>
                </a:lnTo>
                <a:lnTo>
                  <a:pt x="210939" y="362956"/>
                </a:lnTo>
                <a:lnTo>
                  <a:pt x="256660" y="375339"/>
                </a:lnTo>
                <a:lnTo>
                  <a:pt x="306011" y="386811"/>
                </a:lnTo>
                <a:lnTo>
                  <a:pt x="358766" y="397315"/>
                </a:lnTo>
                <a:lnTo>
                  <a:pt x="414700" y="406796"/>
                </a:lnTo>
                <a:lnTo>
                  <a:pt x="473587" y="415196"/>
                </a:lnTo>
                <a:lnTo>
                  <a:pt x="535202" y="422459"/>
                </a:lnTo>
                <a:lnTo>
                  <a:pt x="599319" y="428528"/>
                </a:lnTo>
                <a:lnTo>
                  <a:pt x="665713" y="433347"/>
                </a:lnTo>
                <a:lnTo>
                  <a:pt x="734158" y="436859"/>
                </a:lnTo>
                <a:lnTo>
                  <a:pt x="804429" y="439008"/>
                </a:lnTo>
                <a:lnTo>
                  <a:pt x="876300" y="439737"/>
                </a:lnTo>
                <a:lnTo>
                  <a:pt x="948169" y="439008"/>
                </a:lnTo>
                <a:lnTo>
                  <a:pt x="1018438" y="436859"/>
                </a:lnTo>
                <a:lnTo>
                  <a:pt x="1086882" y="433347"/>
                </a:lnTo>
                <a:lnTo>
                  <a:pt x="1153275" y="428528"/>
                </a:lnTo>
                <a:lnTo>
                  <a:pt x="1217392" y="422459"/>
                </a:lnTo>
                <a:lnTo>
                  <a:pt x="1279006" y="415196"/>
                </a:lnTo>
                <a:lnTo>
                  <a:pt x="1337893" y="406796"/>
                </a:lnTo>
                <a:lnTo>
                  <a:pt x="1393827" y="397315"/>
                </a:lnTo>
                <a:lnTo>
                  <a:pt x="1446583" y="386811"/>
                </a:lnTo>
                <a:lnTo>
                  <a:pt x="1495934" y="375339"/>
                </a:lnTo>
                <a:lnTo>
                  <a:pt x="1541656" y="362956"/>
                </a:lnTo>
                <a:lnTo>
                  <a:pt x="1583522" y="349720"/>
                </a:lnTo>
                <a:lnTo>
                  <a:pt x="1621308" y="335686"/>
                </a:lnTo>
                <a:lnTo>
                  <a:pt x="1683734" y="305451"/>
                </a:lnTo>
                <a:lnTo>
                  <a:pt x="1727131" y="272705"/>
                </a:lnTo>
                <a:lnTo>
                  <a:pt x="1749695" y="237901"/>
                </a:lnTo>
                <a:lnTo>
                  <a:pt x="1752600" y="219868"/>
                </a:lnTo>
                <a:lnTo>
                  <a:pt x="1749695" y="201835"/>
                </a:lnTo>
                <a:lnTo>
                  <a:pt x="1727131" y="167031"/>
                </a:lnTo>
                <a:lnTo>
                  <a:pt x="1683734" y="134285"/>
                </a:lnTo>
                <a:lnTo>
                  <a:pt x="1621308" y="104050"/>
                </a:lnTo>
                <a:lnTo>
                  <a:pt x="1583522" y="90016"/>
                </a:lnTo>
                <a:lnTo>
                  <a:pt x="1541656" y="76780"/>
                </a:lnTo>
                <a:lnTo>
                  <a:pt x="1495934" y="64397"/>
                </a:lnTo>
                <a:lnTo>
                  <a:pt x="1446583" y="52926"/>
                </a:lnTo>
                <a:lnTo>
                  <a:pt x="1393827" y="42421"/>
                </a:lnTo>
                <a:lnTo>
                  <a:pt x="1337893" y="32941"/>
                </a:lnTo>
                <a:lnTo>
                  <a:pt x="1279006" y="24541"/>
                </a:lnTo>
                <a:lnTo>
                  <a:pt x="1217392" y="17278"/>
                </a:lnTo>
                <a:lnTo>
                  <a:pt x="1153275" y="11208"/>
                </a:lnTo>
                <a:lnTo>
                  <a:pt x="1086882" y="6389"/>
                </a:lnTo>
                <a:lnTo>
                  <a:pt x="1018438" y="2877"/>
                </a:lnTo>
                <a:lnTo>
                  <a:pt x="948169" y="728"/>
                </a:lnTo>
                <a:lnTo>
                  <a:pt x="876300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659286" y="6081598"/>
            <a:ext cx="1752600" cy="440055"/>
          </a:xfrm>
          <a:custGeom>
            <a:avLst/>
            <a:gdLst/>
            <a:ahLst/>
            <a:cxnLst/>
            <a:rect l="l" t="t" r="r" b="b"/>
            <a:pathLst>
              <a:path w="1752600" h="440054">
                <a:moveTo>
                  <a:pt x="0" y="219868"/>
                </a:moveTo>
                <a:lnTo>
                  <a:pt x="25467" y="167031"/>
                </a:lnTo>
                <a:lnTo>
                  <a:pt x="68863" y="134285"/>
                </a:lnTo>
                <a:lnTo>
                  <a:pt x="131289" y="104051"/>
                </a:lnTo>
                <a:lnTo>
                  <a:pt x="169074" y="90017"/>
                </a:lnTo>
                <a:lnTo>
                  <a:pt x="210940" y="76780"/>
                </a:lnTo>
                <a:lnTo>
                  <a:pt x="256661" y="64398"/>
                </a:lnTo>
                <a:lnTo>
                  <a:pt x="306012" y="52926"/>
                </a:lnTo>
                <a:lnTo>
                  <a:pt x="358768" y="42421"/>
                </a:lnTo>
                <a:lnTo>
                  <a:pt x="414702" y="32941"/>
                </a:lnTo>
                <a:lnTo>
                  <a:pt x="473589" y="24541"/>
                </a:lnTo>
                <a:lnTo>
                  <a:pt x="535203" y="17278"/>
                </a:lnTo>
                <a:lnTo>
                  <a:pt x="599320" y="11209"/>
                </a:lnTo>
                <a:lnTo>
                  <a:pt x="665714" y="6389"/>
                </a:lnTo>
                <a:lnTo>
                  <a:pt x="734159" y="2877"/>
                </a:lnTo>
                <a:lnTo>
                  <a:pt x="804429" y="728"/>
                </a:lnTo>
                <a:lnTo>
                  <a:pt x="876299" y="0"/>
                </a:lnTo>
                <a:lnTo>
                  <a:pt x="948170" y="728"/>
                </a:lnTo>
                <a:lnTo>
                  <a:pt x="1018440" y="2877"/>
                </a:lnTo>
                <a:lnTo>
                  <a:pt x="1086885" y="6389"/>
                </a:lnTo>
                <a:lnTo>
                  <a:pt x="1153279" y="11209"/>
                </a:lnTo>
                <a:lnTo>
                  <a:pt x="1217396" y="17278"/>
                </a:lnTo>
                <a:lnTo>
                  <a:pt x="1279010" y="24541"/>
                </a:lnTo>
                <a:lnTo>
                  <a:pt x="1337897" y="32941"/>
                </a:lnTo>
                <a:lnTo>
                  <a:pt x="1393831" y="42421"/>
                </a:lnTo>
                <a:lnTo>
                  <a:pt x="1446587" y="52926"/>
                </a:lnTo>
                <a:lnTo>
                  <a:pt x="1495937" y="64398"/>
                </a:lnTo>
                <a:lnTo>
                  <a:pt x="1541659" y="76780"/>
                </a:lnTo>
                <a:lnTo>
                  <a:pt x="1583524" y="90017"/>
                </a:lnTo>
                <a:lnTo>
                  <a:pt x="1621309" y="104051"/>
                </a:lnTo>
                <a:lnTo>
                  <a:pt x="1683735" y="134285"/>
                </a:lnTo>
                <a:lnTo>
                  <a:pt x="1727131" y="167031"/>
                </a:lnTo>
                <a:lnTo>
                  <a:pt x="1749694" y="201836"/>
                </a:lnTo>
                <a:lnTo>
                  <a:pt x="1752598" y="219868"/>
                </a:lnTo>
                <a:lnTo>
                  <a:pt x="1749694" y="237901"/>
                </a:lnTo>
                <a:lnTo>
                  <a:pt x="1727131" y="272705"/>
                </a:lnTo>
                <a:lnTo>
                  <a:pt x="1683735" y="305451"/>
                </a:lnTo>
                <a:lnTo>
                  <a:pt x="1621309" y="335686"/>
                </a:lnTo>
                <a:lnTo>
                  <a:pt x="1583524" y="349720"/>
                </a:lnTo>
                <a:lnTo>
                  <a:pt x="1541659" y="362957"/>
                </a:lnTo>
                <a:lnTo>
                  <a:pt x="1495937" y="375339"/>
                </a:lnTo>
                <a:lnTo>
                  <a:pt x="1446587" y="386811"/>
                </a:lnTo>
                <a:lnTo>
                  <a:pt x="1393831" y="397315"/>
                </a:lnTo>
                <a:lnTo>
                  <a:pt x="1337897" y="406796"/>
                </a:lnTo>
                <a:lnTo>
                  <a:pt x="1279010" y="415196"/>
                </a:lnTo>
                <a:lnTo>
                  <a:pt x="1217396" y="422459"/>
                </a:lnTo>
                <a:lnTo>
                  <a:pt x="1153279" y="428528"/>
                </a:lnTo>
                <a:lnTo>
                  <a:pt x="1086885" y="433347"/>
                </a:lnTo>
                <a:lnTo>
                  <a:pt x="1018440" y="436859"/>
                </a:lnTo>
                <a:lnTo>
                  <a:pt x="948170" y="439008"/>
                </a:lnTo>
                <a:lnTo>
                  <a:pt x="876299" y="439737"/>
                </a:lnTo>
                <a:lnTo>
                  <a:pt x="804429" y="439008"/>
                </a:lnTo>
                <a:lnTo>
                  <a:pt x="734159" y="436859"/>
                </a:lnTo>
                <a:lnTo>
                  <a:pt x="665714" y="433347"/>
                </a:lnTo>
                <a:lnTo>
                  <a:pt x="599320" y="428528"/>
                </a:lnTo>
                <a:lnTo>
                  <a:pt x="535203" y="422459"/>
                </a:lnTo>
                <a:lnTo>
                  <a:pt x="473589" y="415196"/>
                </a:lnTo>
                <a:lnTo>
                  <a:pt x="414702" y="406796"/>
                </a:lnTo>
                <a:lnTo>
                  <a:pt x="358768" y="397315"/>
                </a:lnTo>
                <a:lnTo>
                  <a:pt x="306012" y="386811"/>
                </a:lnTo>
                <a:lnTo>
                  <a:pt x="256661" y="375339"/>
                </a:lnTo>
                <a:lnTo>
                  <a:pt x="210940" y="362957"/>
                </a:lnTo>
                <a:lnTo>
                  <a:pt x="169074" y="349720"/>
                </a:lnTo>
                <a:lnTo>
                  <a:pt x="131289" y="335686"/>
                </a:lnTo>
                <a:lnTo>
                  <a:pt x="68863" y="305451"/>
                </a:lnTo>
                <a:lnTo>
                  <a:pt x="25467" y="272705"/>
                </a:lnTo>
                <a:lnTo>
                  <a:pt x="2904" y="237901"/>
                </a:lnTo>
                <a:lnTo>
                  <a:pt x="0" y="219868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401081" y="5404840"/>
            <a:ext cx="212090" cy="109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 marR="5080" indent="-12700">
              <a:lnSpc>
                <a:spcPct val="1458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X  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659286" y="6597534"/>
            <a:ext cx="1752600" cy="440055"/>
          </a:xfrm>
          <a:custGeom>
            <a:avLst/>
            <a:gdLst/>
            <a:ahLst/>
            <a:cxnLst/>
            <a:rect l="l" t="t" r="r" b="b"/>
            <a:pathLst>
              <a:path w="1752600" h="440054">
                <a:moveTo>
                  <a:pt x="876300" y="0"/>
                </a:moveTo>
                <a:lnTo>
                  <a:pt x="804429" y="728"/>
                </a:lnTo>
                <a:lnTo>
                  <a:pt x="734158" y="2877"/>
                </a:lnTo>
                <a:lnTo>
                  <a:pt x="665713" y="6389"/>
                </a:lnTo>
                <a:lnTo>
                  <a:pt x="599319" y="11209"/>
                </a:lnTo>
                <a:lnTo>
                  <a:pt x="535202" y="17278"/>
                </a:lnTo>
                <a:lnTo>
                  <a:pt x="473587" y="24541"/>
                </a:lnTo>
                <a:lnTo>
                  <a:pt x="414700" y="32941"/>
                </a:lnTo>
                <a:lnTo>
                  <a:pt x="358766" y="42422"/>
                </a:lnTo>
                <a:lnTo>
                  <a:pt x="306011" y="52926"/>
                </a:lnTo>
                <a:lnTo>
                  <a:pt x="256660" y="64398"/>
                </a:lnTo>
                <a:lnTo>
                  <a:pt x="210939" y="76780"/>
                </a:lnTo>
                <a:lnTo>
                  <a:pt x="169073" y="90017"/>
                </a:lnTo>
                <a:lnTo>
                  <a:pt x="131288" y="104051"/>
                </a:lnTo>
                <a:lnTo>
                  <a:pt x="68863" y="134286"/>
                </a:lnTo>
                <a:lnTo>
                  <a:pt x="25467" y="167031"/>
                </a:lnTo>
                <a:lnTo>
                  <a:pt x="2904" y="201836"/>
                </a:lnTo>
                <a:lnTo>
                  <a:pt x="0" y="219868"/>
                </a:lnTo>
                <a:lnTo>
                  <a:pt x="2904" y="237901"/>
                </a:lnTo>
                <a:lnTo>
                  <a:pt x="25467" y="272706"/>
                </a:lnTo>
                <a:lnTo>
                  <a:pt x="68863" y="305452"/>
                </a:lnTo>
                <a:lnTo>
                  <a:pt x="131288" y="335686"/>
                </a:lnTo>
                <a:lnTo>
                  <a:pt x="169073" y="349721"/>
                </a:lnTo>
                <a:lnTo>
                  <a:pt x="210939" y="362957"/>
                </a:lnTo>
                <a:lnTo>
                  <a:pt x="256660" y="375340"/>
                </a:lnTo>
                <a:lnTo>
                  <a:pt x="306011" y="386812"/>
                </a:lnTo>
                <a:lnTo>
                  <a:pt x="358766" y="397316"/>
                </a:lnTo>
                <a:lnTo>
                  <a:pt x="414700" y="406797"/>
                </a:lnTo>
                <a:lnTo>
                  <a:pt x="473587" y="415197"/>
                </a:lnTo>
                <a:lnTo>
                  <a:pt x="535202" y="422460"/>
                </a:lnTo>
                <a:lnTo>
                  <a:pt x="599319" y="428529"/>
                </a:lnTo>
                <a:lnTo>
                  <a:pt x="665713" y="433348"/>
                </a:lnTo>
                <a:lnTo>
                  <a:pt x="734158" y="436861"/>
                </a:lnTo>
                <a:lnTo>
                  <a:pt x="804429" y="439009"/>
                </a:lnTo>
                <a:lnTo>
                  <a:pt x="876300" y="439738"/>
                </a:lnTo>
                <a:lnTo>
                  <a:pt x="948169" y="439009"/>
                </a:lnTo>
                <a:lnTo>
                  <a:pt x="1018438" y="436861"/>
                </a:lnTo>
                <a:lnTo>
                  <a:pt x="1086882" y="433348"/>
                </a:lnTo>
                <a:lnTo>
                  <a:pt x="1153275" y="428529"/>
                </a:lnTo>
                <a:lnTo>
                  <a:pt x="1217392" y="422460"/>
                </a:lnTo>
                <a:lnTo>
                  <a:pt x="1279006" y="415197"/>
                </a:lnTo>
                <a:lnTo>
                  <a:pt x="1337893" y="406797"/>
                </a:lnTo>
                <a:lnTo>
                  <a:pt x="1393827" y="397316"/>
                </a:lnTo>
                <a:lnTo>
                  <a:pt x="1446583" y="386812"/>
                </a:lnTo>
                <a:lnTo>
                  <a:pt x="1495934" y="375340"/>
                </a:lnTo>
                <a:lnTo>
                  <a:pt x="1541656" y="362957"/>
                </a:lnTo>
                <a:lnTo>
                  <a:pt x="1583522" y="349721"/>
                </a:lnTo>
                <a:lnTo>
                  <a:pt x="1621308" y="335686"/>
                </a:lnTo>
                <a:lnTo>
                  <a:pt x="1683734" y="305452"/>
                </a:lnTo>
                <a:lnTo>
                  <a:pt x="1727131" y="272706"/>
                </a:lnTo>
                <a:lnTo>
                  <a:pt x="1749695" y="237901"/>
                </a:lnTo>
                <a:lnTo>
                  <a:pt x="1752600" y="219868"/>
                </a:lnTo>
                <a:lnTo>
                  <a:pt x="1749695" y="201836"/>
                </a:lnTo>
                <a:lnTo>
                  <a:pt x="1727131" y="167031"/>
                </a:lnTo>
                <a:lnTo>
                  <a:pt x="1683734" y="134286"/>
                </a:lnTo>
                <a:lnTo>
                  <a:pt x="1621308" y="104051"/>
                </a:lnTo>
                <a:lnTo>
                  <a:pt x="1583522" y="90017"/>
                </a:lnTo>
                <a:lnTo>
                  <a:pt x="1541656" y="76780"/>
                </a:lnTo>
                <a:lnTo>
                  <a:pt x="1495934" y="64398"/>
                </a:lnTo>
                <a:lnTo>
                  <a:pt x="1446583" y="52926"/>
                </a:lnTo>
                <a:lnTo>
                  <a:pt x="1393827" y="42422"/>
                </a:lnTo>
                <a:lnTo>
                  <a:pt x="1337893" y="32941"/>
                </a:lnTo>
                <a:lnTo>
                  <a:pt x="1279006" y="24541"/>
                </a:lnTo>
                <a:lnTo>
                  <a:pt x="1217392" y="17278"/>
                </a:lnTo>
                <a:lnTo>
                  <a:pt x="1153275" y="11209"/>
                </a:lnTo>
                <a:lnTo>
                  <a:pt x="1086882" y="6389"/>
                </a:lnTo>
                <a:lnTo>
                  <a:pt x="1018438" y="2877"/>
                </a:lnTo>
                <a:lnTo>
                  <a:pt x="948169" y="728"/>
                </a:lnTo>
                <a:lnTo>
                  <a:pt x="876300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659286" y="6597534"/>
            <a:ext cx="1752600" cy="440055"/>
          </a:xfrm>
          <a:custGeom>
            <a:avLst/>
            <a:gdLst/>
            <a:ahLst/>
            <a:cxnLst/>
            <a:rect l="l" t="t" r="r" b="b"/>
            <a:pathLst>
              <a:path w="1752600" h="440054">
                <a:moveTo>
                  <a:pt x="0" y="219868"/>
                </a:moveTo>
                <a:lnTo>
                  <a:pt x="25467" y="167031"/>
                </a:lnTo>
                <a:lnTo>
                  <a:pt x="68863" y="134285"/>
                </a:lnTo>
                <a:lnTo>
                  <a:pt x="131289" y="104051"/>
                </a:lnTo>
                <a:lnTo>
                  <a:pt x="169074" y="90017"/>
                </a:lnTo>
                <a:lnTo>
                  <a:pt x="210940" y="76780"/>
                </a:lnTo>
                <a:lnTo>
                  <a:pt x="256661" y="64398"/>
                </a:lnTo>
                <a:lnTo>
                  <a:pt x="306012" y="52926"/>
                </a:lnTo>
                <a:lnTo>
                  <a:pt x="358768" y="42421"/>
                </a:lnTo>
                <a:lnTo>
                  <a:pt x="414702" y="32941"/>
                </a:lnTo>
                <a:lnTo>
                  <a:pt x="473589" y="24541"/>
                </a:lnTo>
                <a:lnTo>
                  <a:pt x="535203" y="17278"/>
                </a:lnTo>
                <a:lnTo>
                  <a:pt x="599320" y="11209"/>
                </a:lnTo>
                <a:lnTo>
                  <a:pt x="665714" y="6389"/>
                </a:lnTo>
                <a:lnTo>
                  <a:pt x="734159" y="2877"/>
                </a:lnTo>
                <a:lnTo>
                  <a:pt x="804429" y="728"/>
                </a:lnTo>
                <a:lnTo>
                  <a:pt x="876299" y="0"/>
                </a:lnTo>
                <a:lnTo>
                  <a:pt x="948170" y="728"/>
                </a:lnTo>
                <a:lnTo>
                  <a:pt x="1018440" y="2877"/>
                </a:lnTo>
                <a:lnTo>
                  <a:pt x="1086885" y="6389"/>
                </a:lnTo>
                <a:lnTo>
                  <a:pt x="1153279" y="11209"/>
                </a:lnTo>
                <a:lnTo>
                  <a:pt x="1217396" y="17278"/>
                </a:lnTo>
                <a:lnTo>
                  <a:pt x="1279010" y="24541"/>
                </a:lnTo>
                <a:lnTo>
                  <a:pt x="1337897" y="32941"/>
                </a:lnTo>
                <a:lnTo>
                  <a:pt x="1393831" y="42421"/>
                </a:lnTo>
                <a:lnTo>
                  <a:pt x="1446587" y="52926"/>
                </a:lnTo>
                <a:lnTo>
                  <a:pt x="1495937" y="64398"/>
                </a:lnTo>
                <a:lnTo>
                  <a:pt x="1541659" y="76780"/>
                </a:lnTo>
                <a:lnTo>
                  <a:pt x="1583524" y="90017"/>
                </a:lnTo>
                <a:lnTo>
                  <a:pt x="1621309" y="104051"/>
                </a:lnTo>
                <a:lnTo>
                  <a:pt x="1683735" y="134285"/>
                </a:lnTo>
                <a:lnTo>
                  <a:pt x="1727131" y="167031"/>
                </a:lnTo>
                <a:lnTo>
                  <a:pt x="1749694" y="201836"/>
                </a:lnTo>
                <a:lnTo>
                  <a:pt x="1752598" y="219868"/>
                </a:lnTo>
                <a:lnTo>
                  <a:pt x="1749694" y="237901"/>
                </a:lnTo>
                <a:lnTo>
                  <a:pt x="1727131" y="272705"/>
                </a:lnTo>
                <a:lnTo>
                  <a:pt x="1683735" y="305451"/>
                </a:lnTo>
                <a:lnTo>
                  <a:pt x="1621309" y="335686"/>
                </a:lnTo>
                <a:lnTo>
                  <a:pt x="1583524" y="349720"/>
                </a:lnTo>
                <a:lnTo>
                  <a:pt x="1541659" y="362956"/>
                </a:lnTo>
                <a:lnTo>
                  <a:pt x="1495937" y="375339"/>
                </a:lnTo>
                <a:lnTo>
                  <a:pt x="1446587" y="386811"/>
                </a:lnTo>
                <a:lnTo>
                  <a:pt x="1393831" y="397315"/>
                </a:lnTo>
                <a:lnTo>
                  <a:pt x="1337897" y="406796"/>
                </a:lnTo>
                <a:lnTo>
                  <a:pt x="1279010" y="415196"/>
                </a:lnTo>
                <a:lnTo>
                  <a:pt x="1217396" y="422459"/>
                </a:lnTo>
                <a:lnTo>
                  <a:pt x="1153279" y="428528"/>
                </a:lnTo>
                <a:lnTo>
                  <a:pt x="1086885" y="433347"/>
                </a:lnTo>
                <a:lnTo>
                  <a:pt x="1018440" y="436859"/>
                </a:lnTo>
                <a:lnTo>
                  <a:pt x="948170" y="439008"/>
                </a:lnTo>
                <a:lnTo>
                  <a:pt x="876299" y="439737"/>
                </a:lnTo>
                <a:lnTo>
                  <a:pt x="804429" y="439008"/>
                </a:lnTo>
                <a:lnTo>
                  <a:pt x="734159" y="436859"/>
                </a:lnTo>
                <a:lnTo>
                  <a:pt x="665714" y="433347"/>
                </a:lnTo>
                <a:lnTo>
                  <a:pt x="599320" y="428528"/>
                </a:lnTo>
                <a:lnTo>
                  <a:pt x="535203" y="422459"/>
                </a:lnTo>
                <a:lnTo>
                  <a:pt x="473589" y="415196"/>
                </a:lnTo>
                <a:lnTo>
                  <a:pt x="414702" y="406796"/>
                </a:lnTo>
                <a:lnTo>
                  <a:pt x="358768" y="397315"/>
                </a:lnTo>
                <a:lnTo>
                  <a:pt x="306012" y="386811"/>
                </a:lnTo>
                <a:lnTo>
                  <a:pt x="256661" y="375339"/>
                </a:lnTo>
                <a:lnTo>
                  <a:pt x="210940" y="362956"/>
                </a:lnTo>
                <a:lnTo>
                  <a:pt x="169074" y="349720"/>
                </a:lnTo>
                <a:lnTo>
                  <a:pt x="131289" y="335686"/>
                </a:lnTo>
                <a:lnTo>
                  <a:pt x="68863" y="305451"/>
                </a:lnTo>
                <a:lnTo>
                  <a:pt x="25467" y="272705"/>
                </a:lnTo>
                <a:lnTo>
                  <a:pt x="2904" y="237901"/>
                </a:lnTo>
                <a:lnTo>
                  <a:pt x="0" y="219868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906687" y="1720735"/>
            <a:ext cx="0" cy="228600"/>
          </a:xfrm>
          <a:custGeom>
            <a:avLst/>
            <a:gdLst/>
            <a:ahLst/>
            <a:cxnLst/>
            <a:rect l="l" t="t" r="r" b="b"/>
            <a:pathLst>
              <a:path h="228600">
                <a:moveTo>
                  <a:pt x="0" y="228599"/>
                </a:moveTo>
                <a:lnTo>
                  <a:pt x="0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906687" y="2635135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0"/>
                </a:moveTo>
                <a:lnTo>
                  <a:pt x="0" y="30479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906687" y="3397136"/>
            <a:ext cx="0" cy="228600"/>
          </a:xfrm>
          <a:custGeom>
            <a:avLst/>
            <a:gdLst/>
            <a:ahLst/>
            <a:cxnLst/>
            <a:rect l="l" t="t" r="r" b="b"/>
            <a:pathLst>
              <a:path h="228600">
                <a:moveTo>
                  <a:pt x="0" y="228599"/>
                </a:moveTo>
                <a:lnTo>
                  <a:pt x="0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906687" y="4311535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0"/>
                </a:moveTo>
                <a:lnTo>
                  <a:pt x="0" y="30479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906687" y="5073536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304799"/>
                </a:moveTo>
                <a:lnTo>
                  <a:pt x="0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906687" y="5987935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0"/>
                </a:moveTo>
                <a:lnTo>
                  <a:pt x="0" y="30479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744886" y="4921135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0" y="0"/>
                </a:moveTo>
                <a:lnTo>
                  <a:pt x="914399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744886" y="3168535"/>
            <a:ext cx="990600" cy="0"/>
          </a:xfrm>
          <a:custGeom>
            <a:avLst/>
            <a:gdLst/>
            <a:ahLst/>
            <a:cxnLst/>
            <a:rect l="l" t="t" r="r" b="b"/>
            <a:pathLst>
              <a:path w="990600">
                <a:moveTo>
                  <a:pt x="0" y="0"/>
                </a:moveTo>
                <a:lnTo>
                  <a:pt x="990599" y="1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744886" y="1492136"/>
            <a:ext cx="1066800" cy="0"/>
          </a:xfrm>
          <a:custGeom>
            <a:avLst/>
            <a:gdLst/>
            <a:ahLst/>
            <a:cxnLst/>
            <a:rect l="l" t="t" r="r" b="b"/>
            <a:pathLst>
              <a:path w="1066800">
                <a:moveTo>
                  <a:pt x="0" y="0"/>
                </a:moveTo>
                <a:lnTo>
                  <a:pt x="1066799" y="1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2111375" y="1263650"/>
            <a:ext cx="1635125" cy="405444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17780" rIns="0" bIns="0" rtlCol="0">
            <a:spAutoFit/>
          </a:bodyPr>
          <a:lstStyle/>
          <a:p>
            <a:pPr marL="551180" marR="5080" indent="-295275">
              <a:lnSpc>
                <a:spcPct val="105900"/>
              </a:lnSpc>
              <a:spcBef>
                <a:spcPts val="140"/>
              </a:spcBef>
              <a:tabLst>
                <a:tab pos="3103880" algn="l"/>
              </a:tabLst>
            </a:pPr>
            <a:r>
              <a:rPr sz="2400" dirty="0">
                <a:latin typeface="Times New Roman"/>
                <a:cs typeface="Times New Roman"/>
              </a:rPr>
              <a:t>Po</a:t>
            </a:r>
            <a:r>
              <a:rPr sz="2400" spc="-5" dirty="0">
                <a:latin typeface="Times New Roman"/>
                <a:cs typeface="Times New Roman"/>
              </a:rPr>
              <a:t>l</a:t>
            </a:r>
            <a:r>
              <a:rPr sz="2400" dirty="0">
                <a:latin typeface="Times New Roman"/>
                <a:cs typeface="Times New Roman"/>
              </a:rPr>
              <a:t>y</a:t>
            </a:r>
            <a:r>
              <a:rPr sz="2400" spc="-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d</a:t>
            </a:r>
            <a:r>
              <a:rPr sz="2400" spc="-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r 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2604427" y="2591955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N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274227" y="3300051"/>
            <a:ext cx="1252855" cy="79502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266700">
              <a:lnSpc>
                <a:spcPct val="100000"/>
              </a:lnSpc>
              <a:spcBef>
                <a:spcPts val="525"/>
              </a:spcBef>
            </a:pPr>
            <a:r>
              <a:rPr sz="2400" i="1" dirty="0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2000" spc="-5" dirty="0">
                <a:latin typeface="Times New Roman"/>
                <a:cs typeface="Times New Roman"/>
              </a:rPr>
              <a:t>Begrenzung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528227" y="4268355"/>
            <a:ext cx="27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528227" y="5106555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528227" y="5944755"/>
            <a:ext cx="27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3744887" y="5768860"/>
            <a:ext cx="914400" cy="768350"/>
          </a:xfrm>
          <a:custGeom>
            <a:avLst/>
            <a:gdLst/>
            <a:ahLst/>
            <a:cxnLst/>
            <a:rect l="l" t="t" r="r" b="b"/>
            <a:pathLst>
              <a:path w="914400" h="768350">
                <a:moveTo>
                  <a:pt x="914399" y="0"/>
                </a:moveTo>
                <a:lnTo>
                  <a:pt x="0" y="76834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744887" y="6302259"/>
            <a:ext cx="914400" cy="234950"/>
          </a:xfrm>
          <a:custGeom>
            <a:avLst/>
            <a:gdLst/>
            <a:ahLst/>
            <a:cxnLst/>
            <a:rect l="l" t="t" r="r" b="b"/>
            <a:pathLst>
              <a:path w="914400" h="234950">
                <a:moveTo>
                  <a:pt x="914399" y="0"/>
                </a:moveTo>
                <a:lnTo>
                  <a:pt x="0" y="23494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744887" y="6537209"/>
            <a:ext cx="914400" cy="281305"/>
          </a:xfrm>
          <a:custGeom>
            <a:avLst/>
            <a:gdLst/>
            <a:ahLst/>
            <a:cxnLst/>
            <a:rect l="l" t="t" r="r" b="b"/>
            <a:pathLst>
              <a:path w="914400" h="281304">
                <a:moveTo>
                  <a:pt x="914399" y="280987"/>
                </a:moveTo>
                <a:lnTo>
                  <a:pt x="0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9326536" y="1263535"/>
            <a:ext cx="590550" cy="2362200"/>
          </a:xfrm>
          <a:custGeom>
            <a:avLst/>
            <a:gdLst/>
            <a:ahLst/>
            <a:cxnLst/>
            <a:rect l="l" t="t" r="r" b="b"/>
            <a:pathLst>
              <a:path w="590550" h="2362200">
                <a:moveTo>
                  <a:pt x="590550" y="0"/>
                </a:moveTo>
                <a:lnTo>
                  <a:pt x="0" y="590550"/>
                </a:lnTo>
                <a:lnTo>
                  <a:pt x="0" y="2362200"/>
                </a:lnTo>
                <a:lnTo>
                  <a:pt x="590550" y="1771650"/>
                </a:lnTo>
                <a:lnTo>
                  <a:pt x="590550" y="0"/>
                </a:lnTo>
                <a:close/>
              </a:path>
            </a:pathLst>
          </a:custGeom>
          <a:solidFill>
            <a:srgbClr val="D86F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554886" y="1263535"/>
            <a:ext cx="2362200" cy="590550"/>
          </a:xfrm>
          <a:custGeom>
            <a:avLst/>
            <a:gdLst/>
            <a:ahLst/>
            <a:cxnLst/>
            <a:rect l="l" t="t" r="r" b="b"/>
            <a:pathLst>
              <a:path w="2362200" h="590550">
                <a:moveTo>
                  <a:pt x="2362200" y="0"/>
                </a:moveTo>
                <a:lnTo>
                  <a:pt x="590550" y="0"/>
                </a:lnTo>
                <a:lnTo>
                  <a:pt x="0" y="590550"/>
                </a:lnTo>
                <a:lnTo>
                  <a:pt x="1771650" y="590550"/>
                </a:lnTo>
                <a:lnTo>
                  <a:pt x="2362200" y="0"/>
                </a:lnTo>
                <a:close/>
              </a:path>
            </a:pathLst>
          </a:custGeom>
          <a:solidFill>
            <a:srgbClr val="FF9E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554886" y="1263536"/>
            <a:ext cx="2362200" cy="2362200"/>
          </a:xfrm>
          <a:custGeom>
            <a:avLst/>
            <a:gdLst/>
            <a:ahLst/>
            <a:cxnLst/>
            <a:rect l="l" t="t" r="r" b="b"/>
            <a:pathLst>
              <a:path w="2362200" h="2362200">
                <a:moveTo>
                  <a:pt x="0" y="590549"/>
                </a:moveTo>
                <a:lnTo>
                  <a:pt x="590549" y="0"/>
                </a:lnTo>
                <a:lnTo>
                  <a:pt x="2362198" y="0"/>
                </a:lnTo>
                <a:lnTo>
                  <a:pt x="2362198" y="1771648"/>
                </a:lnTo>
                <a:lnTo>
                  <a:pt x="1771648" y="2362197"/>
                </a:lnTo>
                <a:lnTo>
                  <a:pt x="0" y="2362197"/>
                </a:lnTo>
                <a:lnTo>
                  <a:pt x="0" y="59054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554886" y="1263536"/>
            <a:ext cx="2362200" cy="590550"/>
          </a:xfrm>
          <a:custGeom>
            <a:avLst/>
            <a:gdLst/>
            <a:ahLst/>
            <a:cxnLst/>
            <a:rect l="l" t="t" r="r" b="b"/>
            <a:pathLst>
              <a:path w="2362200" h="590550">
                <a:moveTo>
                  <a:pt x="0" y="590549"/>
                </a:moveTo>
                <a:lnTo>
                  <a:pt x="1771648" y="590549"/>
                </a:lnTo>
                <a:lnTo>
                  <a:pt x="2362198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9326536" y="1854085"/>
            <a:ext cx="0" cy="1771650"/>
          </a:xfrm>
          <a:custGeom>
            <a:avLst/>
            <a:gdLst/>
            <a:ahLst/>
            <a:cxnLst/>
            <a:rect l="l" t="t" r="r" b="b"/>
            <a:pathLst>
              <a:path h="1771650">
                <a:moveTo>
                  <a:pt x="0" y="0"/>
                </a:moveTo>
                <a:lnTo>
                  <a:pt x="0" y="1771648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7554886" y="1854085"/>
            <a:ext cx="1768475" cy="1771650"/>
          </a:xfrm>
          <a:prstGeom prst="rect">
            <a:avLst/>
          </a:prstGeom>
          <a:solidFill>
            <a:srgbClr val="FF85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 marL="382905" marR="368300">
              <a:lnSpc>
                <a:spcPts val="2600"/>
              </a:lnSpc>
              <a:spcBef>
                <a:spcPts val="1695"/>
              </a:spcBef>
            </a:pPr>
            <a:r>
              <a:rPr sz="2200" dirty="0">
                <a:latin typeface="Times New Roman"/>
                <a:cs typeface="Times New Roman"/>
              </a:rPr>
              <a:t>B</a:t>
            </a:r>
            <a:r>
              <a:rPr sz="2200" spc="-5" dirty="0">
                <a:latin typeface="Times New Roman"/>
                <a:cs typeface="Times New Roman"/>
              </a:rPr>
              <a:t>ei</a:t>
            </a:r>
            <a:r>
              <a:rPr sz="2200" dirty="0">
                <a:latin typeface="Times New Roman"/>
                <a:cs typeface="Times New Roman"/>
              </a:rPr>
              <a:t>sp</a:t>
            </a:r>
            <a:r>
              <a:rPr sz="2200" spc="-5" dirty="0">
                <a:latin typeface="Times New Roman"/>
                <a:cs typeface="Times New Roman"/>
              </a:rPr>
              <a:t>iel</a:t>
            </a:r>
            <a:r>
              <a:rPr sz="2200" dirty="0">
                <a:latin typeface="Times New Roman"/>
                <a:cs typeface="Times New Roman"/>
              </a:rPr>
              <a:t>-  </a:t>
            </a:r>
            <a:r>
              <a:rPr sz="2200" spc="-5" dirty="0">
                <a:latin typeface="Times New Roman"/>
                <a:cs typeface="Times New Roman"/>
              </a:rPr>
              <a:t>Polyeder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502827" y="6374818"/>
            <a:ext cx="872490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20"/>
              </a:lnSpc>
            </a:pPr>
            <a:r>
              <a:rPr sz="2400" dirty="0">
                <a:latin typeface="Times New Roman"/>
                <a:cs typeface="Times New Roman"/>
              </a:rPr>
              <a:t>Punk</a:t>
            </a:r>
            <a:r>
              <a:rPr sz="2400" spc="-5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413781" y="6655011"/>
            <a:ext cx="194945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20"/>
              </a:lnSpc>
            </a:pPr>
            <a:r>
              <a:rPr sz="2400" i="1" dirty="0">
                <a:latin typeface="Times New Roman"/>
                <a:cs typeface="Times New Roman"/>
              </a:rPr>
              <a:t>Z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2298700" y="1568450"/>
            <a:ext cx="762000" cy="479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51180" marR="5080" indent="-295275">
              <a:lnSpc>
                <a:spcPct val="105900"/>
              </a:lnSpc>
              <a:spcBef>
                <a:spcPts val="140"/>
              </a:spcBef>
              <a:tabLst>
                <a:tab pos="3103880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70100" y="2097385"/>
            <a:ext cx="1752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21005">
              <a:lnSpc>
                <a:spcPct val="100000"/>
              </a:lnSpc>
              <a:spcBef>
                <a:spcPts val="500"/>
              </a:spcBef>
            </a:pPr>
            <a:r>
              <a:rPr lang="en-US" sz="2400" spc="-5" dirty="0" err="1">
                <a:latin typeface="Times New Roman"/>
                <a:cs typeface="Times New Roman"/>
              </a:rPr>
              <a:t>Hülle</a:t>
            </a:r>
            <a:endParaRPr lang="en-US" sz="2400" dirty="0">
              <a:latin typeface="Times New Roman"/>
              <a:cs typeface="Times New Roman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4737100" y="1187450"/>
            <a:ext cx="1752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21005">
              <a:lnSpc>
                <a:spcPct val="100000"/>
              </a:lnSpc>
              <a:spcBef>
                <a:spcPts val="500"/>
              </a:spcBef>
            </a:pPr>
            <a:r>
              <a:rPr lang="en-US" sz="2400" u="heavy" dirty="0" err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Po</a:t>
            </a:r>
            <a:r>
              <a:rPr lang="en-US" sz="2400" u="heavy" spc="-5" dirty="0" err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</a:t>
            </a:r>
            <a:r>
              <a:rPr lang="en-US" sz="2400" u="heavy" dirty="0" err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yID</a:t>
            </a:r>
            <a:r>
              <a:rPr lang="en-US"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endParaRPr lang="en-US"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5700" y="422813"/>
            <a:ext cx="6399186" cy="54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Begrenzungsflächendarstellung</a:t>
            </a:r>
          </a:p>
        </p:txBody>
      </p:sp>
      <p:sp>
        <p:nvSpPr>
          <p:cNvPr id="69" name="object 6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dirty="0"/>
              <a:t>5</a:t>
            </a:fld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2144687" y="1968385"/>
            <a:ext cx="1524000" cy="668655"/>
          </a:xfrm>
          <a:custGeom>
            <a:avLst/>
            <a:gdLst/>
            <a:ahLst/>
            <a:cxnLst/>
            <a:rect l="l" t="t" r="r" b="b"/>
            <a:pathLst>
              <a:path w="1524000" h="668655">
                <a:moveTo>
                  <a:pt x="762000" y="0"/>
                </a:moveTo>
                <a:lnTo>
                  <a:pt x="0" y="334175"/>
                </a:lnTo>
                <a:lnTo>
                  <a:pt x="762000" y="668337"/>
                </a:lnTo>
                <a:lnTo>
                  <a:pt x="1524000" y="334175"/>
                </a:lnTo>
                <a:lnTo>
                  <a:pt x="762000" y="0"/>
                </a:lnTo>
                <a:close/>
              </a:path>
            </a:pathLst>
          </a:custGeom>
          <a:solidFill>
            <a:srgbClr val="73F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144687" y="1968385"/>
            <a:ext cx="1524000" cy="668655"/>
          </a:xfrm>
          <a:custGeom>
            <a:avLst/>
            <a:gdLst/>
            <a:ahLst/>
            <a:cxnLst/>
            <a:rect l="l" t="t" r="r" b="b"/>
            <a:pathLst>
              <a:path w="1524000" h="668655">
                <a:moveTo>
                  <a:pt x="0" y="334168"/>
                </a:moveTo>
                <a:lnTo>
                  <a:pt x="761999" y="0"/>
                </a:lnTo>
                <a:lnTo>
                  <a:pt x="1523998" y="334168"/>
                </a:lnTo>
                <a:lnTo>
                  <a:pt x="761999" y="668337"/>
                </a:lnTo>
                <a:lnTo>
                  <a:pt x="0" y="334168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553627" y="2106980"/>
            <a:ext cx="702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Hü</a:t>
            </a:r>
            <a:r>
              <a:rPr sz="2400" spc="-5" dirty="0">
                <a:latin typeface="Times New Roman"/>
                <a:cs typeface="Times New Roman"/>
              </a:rPr>
              <a:t>ll</a:t>
            </a:r>
            <a:r>
              <a:rPr sz="2400" dirty="0"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44687" y="2954223"/>
            <a:ext cx="1600200" cy="446405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319405">
              <a:lnSpc>
                <a:spcPct val="100000"/>
              </a:lnSpc>
              <a:spcBef>
                <a:spcPts val="315"/>
              </a:spcBef>
            </a:pPr>
            <a:r>
              <a:rPr sz="2400" spc="-5" dirty="0">
                <a:latin typeface="Times New Roman"/>
                <a:cs typeface="Times New Roman"/>
              </a:rPr>
              <a:t>Flächen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916087" y="3595573"/>
            <a:ext cx="1981200" cy="668655"/>
          </a:xfrm>
          <a:custGeom>
            <a:avLst/>
            <a:gdLst/>
            <a:ahLst/>
            <a:cxnLst/>
            <a:rect l="l" t="t" r="r" b="b"/>
            <a:pathLst>
              <a:path w="1981200" h="668654">
                <a:moveTo>
                  <a:pt x="990600" y="0"/>
                </a:moveTo>
                <a:lnTo>
                  <a:pt x="0" y="334175"/>
                </a:lnTo>
                <a:lnTo>
                  <a:pt x="990600" y="668337"/>
                </a:lnTo>
                <a:lnTo>
                  <a:pt x="1981200" y="334175"/>
                </a:lnTo>
                <a:lnTo>
                  <a:pt x="990600" y="0"/>
                </a:lnTo>
                <a:close/>
              </a:path>
            </a:pathLst>
          </a:custGeom>
          <a:solidFill>
            <a:srgbClr val="73F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16087" y="3595573"/>
            <a:ext cx="1981200" cy="668655"/>
          </a:xfrm>
          <a:custGeom>
            <a:avLst/>
            <a:gdLst/>
            <a:ahLst/>
            <a:cxnLst/>
            <a:rect l="l" t="t" r="r" b="b"/>
            <a:pathLst>
              <a:path w="1981200" h="668654">
                <a:moveTo>
                  <a:pt x="0" y="334168"/>
                </a:moveTo>
                <a:lnTo>
                  <a:pt x="990599" y="0"/>
                </a:lnTo>
                <a:lnTo>
                  <a:pt x="1981198" y="334168"/>
                </a:lnTo>
                <a:lnTo>
                  <a:pt x="990599" y="668336"/>
                </a:lnTo>
                <a:lnTo>
                  <a:pt x="0" y="334168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274227" y="3764635"/>
            <a:ext cx="125285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Times New Roman"/>
                <a:cs typeface="Times New Roman"/>
              </a:rPr>
              <a:t>Begrenzung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44687" y="4644910"/>
            <a:ext cx="1600200" cy="446405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357505">
              <a:lnSpc>
                <a:spcPct val="100000"/>
              </a:lnSpc>
              <a:spcBef>
                <a:spcPts val="315"/>
              </a:spcBef>
            </a:pPr>
            <a:r>
              <a:rPr sz="2400" spc="-5" dirty="0">
                <a:latin typeface="Times New Roman"/>
                <a:cs typeface="Times New Roman"/>
              </a:rPr>
              <a:t>Kanten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068487" y="5349760"/>
            <a:ext cx="1676400" cy="668655"/>
          </a:xfrm>
          <a:custGeom>
            <a:avLst/>
            <a:gdLst/>
            <a:ahLst/>
            <a:cxnLst/>
            <a:rect l="l" t="t" r="r" b="b"/>
            <a:pathLst>
              <a:path w="1676400" h="668654">
                <a:moveTo>
                  <a:pt x="838200" y="0"/>
                </a:moveTo>
                <a:lnTo>
                  <a:pt x="0" y="334162"/>
                </a:lnTo>
                <a:lnTo>
                  <a:pt x="838200" y="668337"/>
                </a:lnTo>
                <a:lnTo>
                  <a:pt x="1676400" y="334162"/>
                </a:lnTo>
                <a:lnTo>
                  <a:pt x="838200" y="0"/>
                </a:lnTo>
                <a:close/>
              </a:path>
            </a:pathLst>
          </a:custGeom>
          <a:solidFill>
            <a:srgbClr val="73F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068487" y="5349760"/>
            <a:ext cx="1676400" cy="668655"/>
          </a:xfrm>
          <a:custGeom>
            <a:avLst/>
            <a:gdLst/>
            <a:ahLst/>
            <a:cxnLst/>
            <a:rect l="l" t="t" r="r" b="b"/>
            <a:pathLst>
              <a:path w="1676400" h="668654">
                <a:moveTo>
                  <a:pt x="0" y="334168"/>
                </a:moveTo>
                <a:lnTo>
                  <a:pt x="838199" y="0"/>
                </a:lnTo>
                <a:lnTo>
                  <a:pt x="1676398" y="334168"/>
                </a:lnTo>
                <a:lnTo>
                  <a:pt x="838199" y="668337"/>
                </a:lnTo>
                <a:lnTo>
                  <a:pt x="0" y="334168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388527" y="5518836"/>
            <a:ext cx="10274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Times New Roman"/>
                <a:cs typeface="Times New Roman"/>
              </a:rPr>
              <a:t>StartEnde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144687" y="6314959"/>
            <a:ext cx="1600200" cy="444500"/>
          </a:xfrm>
          <a:custGeom>
            <a:avLst/>
            <a:gdLst/>
            <a:ahLst/>
            <a:cxnLst/>
            <a:rect l="l" t="t" r="r" b="b"/>
            <a:pathLst>
              <a:path w="1600200" h="444500">
                <a:moveTo>
                  <a:pt x="0" y="0"/>
                </a:moveTo>
                <a:lnTo>
                  <a:pt x="1600200" y="0"/>
                </a:lnTo>
                <a:lnTo>
                  <a:pt x="1600200" y="444499"/>
                </a:lnTo>
                <a:lnTo>
                  <a:pt x="0" y="444499"/>
                </a:lnTo>
                <a:lnTo>
                  <a:pt x="0" y="0"/>
                </a:lnTo>
                <a:close/>
              </a:path>
            </a:pathLst>
          </a:custGeom>
          <a:solidFill>
            <a:srgbClr val="FFD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144687" y="6314959"/>
            <a:ext cx="1600200" cy="444500"/>
          </a:xfrm>
          <a:custGeom>
            <a:avLst/>
            <a:gdLst/>
            <a:ahLst/>
            <a:cxnLst/>
            <a:rect l="l" t="t" r="r" b="b"/>
            <a:pathLst>
              <a:path w="1600200" h="444500">
                <a:moveTo>
                  <a:pt x="0" y="0"/>
                </a:moveTo>
                <a:lnTo>
                  <a:pt x="1600198" y="0"/>
                </a:lnTo>
                <a:lnTo>
                  <a:pt x="1600198" y="444499"/>
                </a:lnTo>
                <a:lnTo>
                  <a:pt x="0" y="444499"/>
                </a:lnTo>
                <a:lnTo>
                  <a:pt x="0" y="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811686" y="1263535"/>
            <a:ext cx="1752600" cy="440055"/>
          </a:xfrm>
          <a:custGeom>
            <a:avLst/>
            <a:gdLst/>
            <a:ahLst/>
            <a:cxnLst/>
            <a:rect l="l" t="t" r="r" b="b"/>
            <a:pathLst>
              <a:path w="1752600" h="440055">
                <a:moveTo>
                  <a:pt x="876300" y="0"/>
                </a:moveTo>
                <a:lnTo>
                  <a:pt x="804429" y="728"/>
                </a:lnTo>
                <a:lnTo>
                  <a:pt x="734158" y="2877"/>
                </a:lnTo>
                <a:lnTo>
                  <a:pt x="665713" y="6389"/>
                </a:lnTo>
                <a:lnTo>
                  <a:pt x="599319" y="11209"/>
                </a:lnTo>
                <a:lnTo>
                  <a:pt x="535202" y="17278"/>
                </a:lnTo>
                <a:lnTo>
                  <a:pt x="473587" y="24541"/>
                </a:lnTo>
                <a:lnTo>
                  <a:pt x="414700" y="32941"/>
                </a:lnTo>
                <a:lnTo>
                  <a:pt x="358766" y="42422"/>
                </a:lnTo>
                <a:lnTo>
                  <a:pt x="306011" y="52926"/>
                </a:lnTo>
                <a:lnTo>
                  <a:pt x="256660" y="64398"/>
                </a:lnTo>
                <a:lnTo>
                  <a:pt x="210939" y="76781"/>
                </a:lnTo>
                <a:lnTo>
                  <a:pt x="169073" y="90018"/>
                </a:lnTo>
                <a:lnTo>
                  <a:pt x="131288" y="104052"/>
                </a:lnTo>
                <a:lnTo>
                  <a:pt x="68863" y="134288"/>
                </a:lnTo>
                <a:lnTo>
                  <a:pt x="25467" y="167035"/>
                </a:lnTo>
                <a:lnTo>
                  <a:pt x="2904" y="201841"/>
                </a:lnTo>
                <a:lnTo>
                  <a:pt x="0" y="219875"/>
                </a:lnTo>
                <a:lnTo>
                  <a:pt x="2904" y="237906"/>
                </a:lnTo>
                <a:lnTo>
                  <a:pt x="25467" y="272709"/>
                </a:lnTo>
                <a:lnTo>
                  <a:pt x="68863" y="305454"/>
                </a:lnTo>
                <a:lnTo>
                  <a:pt x="131288" y="335688"/>
                </a:lnTo>
                <a:lnTo>
                  <a:pt x="169073" y="349722"/>
                </a:lnTo>
                <a:lnTo>
                  <a:pt x="210939" y="362958"/>
                </a:lnTo>
                <a:lnTo>
                  <a:pt x="256660" y="375340"/>
                </a:lnTo>
                <a:lnTo>
                  <a:pt x="306011" y="386812"/>
                </a:lnTo>
                <a:lnTo>
                  <a:pt x="358766" y="397316"/>
                </a:lnTo>
                <a:lnTo>
                  <a:pt x="414700" y="406796"/>
                </a:lnTo>
                <a:lnTo>
                  <a:pt x="473587" y="415196"/>
                </a:lnTo>
                <a:lnTo>
                  <a:pt x="535202" y="422459"/>
                </a:lnTo>
                <a:lnTo>
                  <a:pt x="599319" y="428528"/>
                </a:lnTo>
                <a:lnTo>
                  <a:pt x="665713" y="433347"/>
                </a:lnTo>
                <a:lnTo>
                  <a:pt x="734158" y="436859"/>
                </a:lnTo>
                <a:lnTo>
                  <a:pt x="804429" y="439008"/>
                </a:lnTo>
                <a:lnTo>
                  <a:pt x="876300" y="439737"/>
                </a:lnTo>
                <a:lnTo>
                  <a:pt x="948169" y="439008"/>
                </a:lnTo>
                <a:lnTo>
                  <a:pt x="1018438" y="436859"/>
                </a:lnTo>
                <a:lnTo>
                  <a:pt x="1086882" y="433347"/>
                </a:lnTo>
                <a:lnTo>
                  <a:pt x="1153275" y="428528"/>
                </a:lnTo>
                <a:lnTo>
                  <a:pt x="1217392" y="422459"/>
                </a:lnTo>
                <a:lnTo>
                  <a:pt x="1279006" y="415196"/>
                </a:lnTo>
                <a:lnTo>
                  <a:pt x="1337893" y="406796"/>
                </a:lnTo>
                <a:lnTo>
                  <a:pt x="1393827" y="397316"/>
                </a:lnTo>
                <a:lnTo>
                  <a:pt x="1446583" y="386812"/>
                </a:lnTo>
                <a:lnTo>
                  <a:pt x="1495934" y="375340"/>
                </a:lnTo>
                <a:lnTo>
                  <a:pt x="1541656" y="362958"/>
                </a:lnTo>
                <a:lnTo>
                  <a:pt x="1583522" y="349722"/>
                </a:lnTo>
                <a:lnTo>
                  <a:pt x="1621308" y="335688"/>
                </a:lnTo>
                <a:lnTo>
                  <a:pt x="1683734" y="305454"/>
                </a:lnTo>
                <a:lnTo>
                  <a:pt x="1727131" y="272709"/>
                </a:lnTo>
                <a:lnTo>
                  <a:pt x="1749695" y="237906"/>
                </a:lnTo>
                <a:lnTo>
                  <a:pt x="1752600" y="219875"/>
                </a:lnTo>
                <a:lnTo>
                  <a:pt x="1749695" y="201841"/>
                </a:lnTo>
                <a:lnTo>
                  <a:pt x="1727131" y="167035"/>
                </a:lnTo>
                <a:lnTo>
                  <a:pt x="1683734" y="134288"/>
                </a:lnTo>
                <a:lnTo>
                  <a:pt x="1621308" y="104052"/>
                </a:lnTo>
                <a:lnTo>
                  <a:pt x="1583522" y="90018"/>
                </a:lnTo>
                <a:lnTo>
                  <a:pt x="1541656" y="76781"/>
                </a:lnTo>
                <a:lnTo>
                  <a:pt x="1495934" y="64398"/>
                </a:lnTo>
                <a:lnTo>
                  <a:pt x="1446583" y="52926"/>
                </a:lnTo>
                <a:lnTo>
                  <a:pt x="1393827" y="42422"/>
                </a:lnTo>
                <a:lnTo>
                  <a:pt x="1337893" y="32941"/>
                </a:lnTo>
                <a:lnTo>
                  <a:pt x="1279006" y="24541"/>
                </a:lnTo>
                <a:lnTo>
                  <a:pt x="1217392" y="17278"/>
                </a:lnTo>
                <a:lnTo>
                  <a:pt x="1153275" y="11209"/>
                </a:lnTo>
                <a:lnTo>
                  <a:pt x="1086882" y="6389"/>
                </a:lnTo>
                <a:lnTo>
                  <a:pt x="1018438" y="2877"/>
                </a:lnTo>
                <a:lnTo>
                  <a:pt x="948169" y="728"/>
                </a:lnTo>
                <a:lnTo>
                  <a:pt x="876300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811686" y="1263536"/>
            <a:ext cx="1752600" cy="440055"/>
          </a:xfrm>
          <a:custGeom>
            <a:avLst/>
            <a:gdLst/>
            <a:ahLst/>
            <a:cxnLst/>
            <a:rect l="l" t="t" r="r" b="b"/>
            <a:pathLst>
              <a:path w="1752600" h="440055">
                <a:moveTo>
                  <a:pt x="0" y="219868"/>
                </a:moveTo>
                <a:lnTo>
                  <a:pt x="25467" y="167031"/>
                </a:lnTo>
                <a:lnTo>
                  <a:pt x="68863" y="134285"/>
                </a:lnTo>
                <a:lnTo>
                  <a:pt x="131289" y="104051"/>
                </a:lnTo>
                <a:lnTo>
                  <a:pt x="169074" y="90017"/>
                </a:lnTo>
                <a:lnTo>
                  <a:pt x="210940" y="76780"/>
                </a:lnTo>
                <a:lnTo>
                  <a:pt x="256661" y="64398"/>
                </a:lnTo>
                <a:lnTo>
                  <a:pt x="306012" y="52926"/>
                </a:lnTo>
                <a:lnTo>
                  <a:pt x="358768" y="42421"/>
                </a:lnTo>
                <a:lnTo>
                  <a:pt x="414702" y="32941"/>
                </a:lnTo>
                <a:lnTo>
                  <a:pt x="473589" y="24541"/>
                </a:lnTo>
                <a:lnTo>
                  <a:pt x="535203" y="17278"/>
                </a:lnTo>
                <a:lnTo>
                  <a:pt x="599320" y="11209"/>
                </a:lnTo>
                <a:lnTo>
                  <a:pt x="665714" y="6389"/>
                </a:lnTo>
                <a:lnTo>
                  <a:pt x="734159" y="2877"/>
                </a:lnTo>
                <a:lnTo>
                  <a:pt x="804429" y="728"/>
                </a:lnTo>
                <a:lnTo>
                  <a:pt x="876299" y="0"/>
                </a:lnTo>
                <a:lnTo>
                  <a:pt x="948170" y="728"/>
                </a:lnTo>
                <a:lnTo>
                  <a:pt x="1018440" y="2877"/>
                </a:lnTo>
                <a:lnTo>
                  <a:pt x="1086885" y="6389"/>
                </a:lnTo>
                <a:lnTo>
                  <a:pt x="1153279" y="11209"/>
                </a:lnTo>
                <a:lnTo>
                  <a:pt x="1217396" y="17278"/>
                </a:lnTo>
                <a:lnTo>
                  <a:pt x="1279010" y="24541"/>
                </a:lnTo>
                <a:lnTo>
                  <a:pt x="1337897" y="32941"/>
                </a:lnTo>
                <a:lnTo>
                  <a:pt x="1393831" y="42421"/>
                </a:lnTo>
                <a:lnTo>
                  <a:pt x="1446586" y="52926"/>
                </a:lnTo>
                <a:lnTo>
                  <a:pt x="1495937" y="64398"/>
                </a:lnTo>
                <a:lnTo>
                  <a:pt x="1541658" y="76780"/>
                </a:lnTo>
                <a:lnTo>
                  <a:pt x="1583524" y="90017"/>
                </a:lnTo>
                <a:lnTo>
                  <a:pt x="1621309" y="104051"/>
                </a:lnTo>
                <a:lnTo>
                  <a:pt x="1683735" y="134285"/>
                </a:lnTo>
                <a:lnTo>
                  <a:pt x="1727131" y="167031"/>
                </a:lnTo>
                <a:lnTo>
                  <a:pt x="1749694" y="201835"/>
                </a:lnTo>
                <a:lnTo>
                  <a:pt x="1752598" y="219868"/>
                </a:lnTo>
                <a:lnTo>
                  <a:pt x="1749694" y="237901"/>
                </a:lnTo>
                <a:lnTo>
                  <a:pt x="1727131" y="272705"/>
                </a:lnTo>
                <a:lnTo>
                  <a:pt x="1683735" y="305451"/>
                </a:lnTo>
                <a:lnTo>
                  <a:pt x="1621309" y="335686"/>
                </a:lnTo>
                <a:lnTo>
                  <a:pt x="1583524" y="349720"/>
                </a:lnTo>
                <a:lnTo>
                  <a:pt x="1541658" y="362957"/>
                </a:lnTo>
                <a:lnTo>
                  <a:pt x="1495937" y="375339"/>
                </a:lnTo>
                <a:lnTo>
                  <a:pt x="1446586" y="386811"/>
                </a:lnTo>
                <a:lnTo>
                  <a:pt x="1393831" y="397315"/>
                </a:lnTo>
                <a:lnTo>
                  <a:pt x="1337897" y="406796"/>
                </a:lnTo>
                <a:lnTo>
                  <a:pt x="1279010" y="415196"/>
                </a:lnTo>
                <a:lnTo>
                  <a:pt x="1217396" y="422459"/>
                </a:lnTo>
                <a:lnTo>
                  <a:pt x="1153279" y="428528"/>
                </a:lnTo>
                <a:lnTo>
                  <a:pt x="1086885" y="433347"/>
                </a:lnTo>
                <a:lnTo>
                  <a:pt x="1018440" y="436859"/>
                </a:lnTo>
                <a:lnTo>
                  <a:pt x="948170" y="439008"/>
                </a:lnTo>
                <a:lnTo>
                  <a:pt x="876299" y="439737"/>
                </a:lnTo>
                <a:lnTo>
                  <a:pt x="804429" y="439008"/>
                </a:lnTo>
                <a:lnTo>
                  <a:pt x="734159" y="436859"/>
                </a:lnTo>
                <a:lnTo>
                  <a:pt x="665714" y="433347"/>
                </a:lnTo>
                <a:lnTo>
                  <a:pt x="599320" y="428528"/>
                </a:lnTo>
                <a:lnTo>
                  <a:pt x="535203" y="422459"/>
                </a:lnTo>
                <a:lnTo>
                  <a:pt x="473589" y="415196"/>
                </a:lnTo>
                <a:lnTo>
                  <a:pt x="414702" y="406796"/>
                </a:lnTo>
                <a:lnTo>
                  <a:pt x="358768" y="397315"/>
                </a:lnTo>
                <a:lnTo>
                  <a:pt x="306012" y="386811"/>
                </a:lnTo>
                <a:lnTo>
                  <a:pt x="256661" y="375339"/>
                </a:lnTo>
                <a:lnTo>
                  <a:pt x="210940" y="362957"/>
                </a:lnTo>
                <a:lnTo>
                  <a:pt x="169074" y="349720"/>
                </a:lnTo>
                <a:lnTo>
                  <a:pt x="131289" y="335686"/>
                </a:lnTo>
                <a:lnTo>
                  <a:pt x="68863" y="305451"/>
                </a:lnTo>
                <a:lnTo>
                  <a:pt x="25467" y="272705"/>
                </a:lnTo>
                <a:lnTo>
                  <a:pt x="2904" y="237901"/>
                </a:lnTo>
                <a:lnTo>
                  <a:pt x="0" y="219868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144687" y="1263536"/>
            <a:ext cx="1601813" cy="409085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39369" rIns="0" bIns="0" rtlCol="0">
            <a:spAutoFit/>
          </a:bodyPr>
          <a:lstStyle/>
          <a:p>
            <a:pPr marL="255904">
              <a:lnSpc>
                <a:spcPct val="100000"/>
              </a:lnSpc>
              <a:spcBef>
                <a:spcPts val="309"/>
              </a:spcBef>
              <a:tabLst>
                <a:tab pos="3103880" algn="l"/>
              </a:tabLst>
            </a:pPr>
            <a:r>
              <a:rPr sz="2400" dirty="0">
                <a:latin typeface="Times New Roman"/>
                <a:cs typeface="Times New Roman"/>
              </a:rPr>
              <a:t>Po</a:t>
            </a:r>
            <a:r>
              <a:rPr sz="2400" spc="-5" dirty="0">
                <a:latin typeface="Times New Roman"/>
                <a:cs typeface="Times New Roman"/>
              </a:rPr>
              <a:t>l</a:t>
            </a:r>
            <a:r>
              <a:rPr sz="2400" dirty="0">
                <a:latin typeface="Times New Roman"/>
                <a:cs typeface="Times New Roman"/>
              </a:rPr>
              <a:t>y</a:t>
            </a:r>
            <a:r>
              <a:rPr sz="2400" spc="-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d</a:t>
            </a:r>
            <a:r>
              <a:rPr sz="2400" spc="-5" dirty="0">
                <a:latin typeface="Times New Roman"/>
                <a:cs typeface="Times New Roman"/>
              </a:rPr>
              <a:t>e</a:t>
            </a:r>
            <a:r>
              <a:rPr lang="en-GB" sz="2400" dirty="0">
                <a:latin typeface="Times New Roman"/>
                <a:cs typeface="Times New Roman"/>
              </a:rPr>
              <a:t>r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735486" y="2949460"/>
            <a:ext cx="1752600" cy="438150"/>
          </a:xfrm>
          <a:custGeom>
            <a:avLst/>
            <a:gdLst/>
            <a:ahLst/>
            <a:cxnLst/>
            <a:rect l="l" t="t" r="r" b="b"/>
            <a:pathLst>
              <a:path w="1752600" h="438150">
                <a:moveTo>
                  <a:pt x="876300" y="0"/>
                </a:moveTo>
                <a:lnTo>
                  <a:pt x="804429" y="726"/>
                </a:lnTo>
                <a:lnTo>
                  <a:pt x="734158" y="2867"/>
                </a:lnTo>
                <a:lnTo>
                  <a:pt x="665713" y="6366"/>
                </a:lnTo>
                <a:lnTo>
                  <a:pt x="599319" y="11168"/>
                </a:lnTo>
                <a:lnTo>
                  <a:pt x="535202" y="17215"/>
                </a:lnTo>
                <a:lnTo>
                  <a:pt x="473587" y="24452"/>
                </a:lnTo>
                <a:lnTo>
                  <a:pt x="414700" y="32822"/>
                </a:lnTo>
                <a:lnTo>
                  <a:pt x="358766" y="42268"/>
                </a:lnTo>
                <a:lnTo>
                  <a:pt x="306011" y="52734"/>
                </a:lnTo>
                <a:lnTo>
                  <a:pt x="256660" y="64165"/>
                </a:lnTo>
                <a:lnTo>
                  <a:pt x="210939" y="76502"/>
                </a:lnTo>
                <a:lnTo>
                  <a:pt x="169073" y="89691"/>
                </a:lnTo>
                <a:lnTo>
                  <a:pt x="131288" y="103675"/>
                </a:lnTo>
                <a:lnTo>
                  <a:pt x="68863" y="133800"/>
                </a:lnTo>
                <a:lnTo>
                  <a:pt x="25467" y="166428"/>
                </a:lnTo>
                <a:lnTo>
                  <a:pt x="2904" y="201107"/>
                </a:lnTo>
                <a:lnTo>
                  <a:pt x="0" y="219075"/>
                </a:lnTo>
                <a:lnTo>
                  <a:pt x="2904" y="237042"/>
                </a:lnTo>
                <a:lnTo>
                  <a:pt x="25467" y="271721"/>
                </a:lnTo>
                <a:lnTo>
                  <a:pt x="68863" y="304349"/>
                </a:lnTo>
                <a:lnTo>
                  <a:pt x="131288" y="334474"/>
                </a:lnTo>
                <a:lnTo>
                  <a:pt x="169073" y="348458"/>
                </a:lnTo>
                <a:lnTo>
                  <a:pt x="210939" y="361647"/>
                </a:lnTo>
                <a:lnTo>
                  <a:pt x="256660" y="373984"/>
                </a:lnTo>
                <a:lnTo>
                  <a:pt x="306011" y="385415"/>
                </a:lnTo>
                <a:lnTo>
                  <a:pt x="358766" y="395881"/>
                </a:lnTo>
                <a:lnTo>
                  <a:pt x="414700" y="405327"/>
                </a:lnTo>
                <a:lnTo>
                  <a:pt x="473587" y="413697"/>
                </a:lnTo>
                <a:lnTo>
                  <a:pt x="535202" y="420934"/>
                </a:lnTo>
                <a:lnTo>
                  <a:pt x="599319" y="426981"/>
                </a:lnTo>
                <a:lnTo>
                  <a:pt x="665713" y="431783"/>
                </a:lnTo>
                <a:lnTo>
                  <a:pt x="734158" y="435282"/>
                </a:lnTo>
                <a:lnTo>
                  <a:pt x="804429" y="437423"/>
                </a:lnTo>
                <a:lnTo>
                  <a:pt x="876300" y="438150"/>
                </a:lnTo>
                <a:lnTo>
                  <a:pt x="948169" y="437423"/>
                </a:lnTo>
                <a:lnTo>
                  <a:pt x="1018438" y="435282"/>
                </a:lnTo>
                <a:lnTo>
                  <a:pt x="1086882" y="431783"/>
                </a:lnTo>
                <a:lnTo>
                  <a:pt x="1153275" y="426981"/>
                </a:lnTo>
                <a:lnTo>
                  <a:pt x="1217392" y="420934"/>
                </a:lnTo>
                <a:lnTo>
                  <a:pt x="1279006" y="413697"/>
                </a:lnTo>
                <a:lnTo>
                  <a:pt x="1337893" y="405327"/>
                </a:lnTo>
                <a:lnTo>
                  <a:pt x="1393827" y="395881"/>
                </a:lnTo>
                <a:lnTo>
                  <a:pt x="1446583" y="385415"/>
                </a:lnTo>
                <a:lnTo>
                  <a:pt x="1495934" y="373984"/>
                </a:lnTo>
                <a:lnTo>
                  <a:pt x="1541656" y="361647"/>
                </a:lnTo>
                <a:lnTo>
                  <a:pt x="1583522" y="348458"/>
                </a:lnTo>
                <a:lnTo>
                  <a:pt x="1621308" y="334474"/>
                </a:lnTo>
                <a:lnTo>
                  <a:pt x="1683734" y="304349"/>
                </a:lnTo>
                <a:lnTo>
                  <a:pt x="1727131" y="271721"/>
                </a:lnTo>
                <a:lnTo>
                  <a:pt x="1749695" y="237042"/>
                </a:lnTo>
                <a:lnTo>
                  <a:pt x="1752600" y="219075"/>
                </a:lnTo>
                <a:lnTo>
                  <a:pt x="1749695" y="201107"/>
                </a:lnTo>
                <a:lnTo>
                  <a:pt x="1727131" y="166428"/>
                </a:lnTo>
                <a:lnTo>
                  <a:pt x="1683734" y="133800"/>
                </a:lnTo>
                <a:lnTo>
                  <a:pt x="1621308" y="103675"/>
                </a:lnTo>
                <a:lnTo>
                  <a:pt x="1583522" y="89691"/>
                </a:lnTo>
                <a:lnTo>
                  <a:pt x="1541656" y="76502"/>
                </a:lnTo>
                <a:lnTo>
                  <a:pt x="1495934" y="64165"/>
                </a:lnTo>
                <a:lnTo>
                  <a:pt x="1446583" y="52734"/>
                </a:lnTo>
                <a:lnTo>
                  <a:pt x="1393827" y="42268"/>
                </a:lnTo>
                <a:lnTo>
                  <a:pt x="1337893" y="32822"/>
                </a:lnTo>
                <a:lnTo>
                  <a:pt x="1279006" y="24452"/>
                </a:lnTo>
                <a:lnTo>
                  <a:pt x="1217392" y="17215"/>
                </a:lnTo>
                <a:lnTo>
                  <a:pt x="1153275" y="11168"/>
                </a:lnTo>
                <a:lnTo>
                  <a:pt x="1086882" y="6366"/>
                </a:lnTo>
                <a:lnTo>
                  <a:pt x="1018438" y="2867"/>
                </a:lnTo>
                <a:lnTo>
                  <a:pt x="948169" y="726"/>
                </a:lnTo>
                <a:lnTo>
                  <a:pt x="876300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735486" y="2949460"/>
            <a:ext cx="1752600" cy="438150"/>
          </a:xfrm>
          <a:custGeom>
            <a:avLst/>
            <a:gdLst/>
            <a:ahLst/>
            <a:cxnLst/>
            <a:rect l="l" t="t" r="r" b="b"/>
            <a:pathLst>
              <a:path w="1752600" h="438150">
                <a:moveTo>
                  <a:pt x="0" y="219074"/>
                </a:moveTo>
                <a:lnTo>
                  <a:pt x="25467" y="166428"/>
                </a:lnTo>
                <a:lnTo>
                  <a:pt x="68863" y="133800"/>
                </a:lnTo>
                <a:lnTo>
                  <a:pt x="131289" y="103675"/>
                </a:lnTo>
                <a:lnTo>
                  <a:pt x="169074" y="89692"/>
                </a:lnTo>
                <a:lnTo>
                  <a:pt x="210940" y="76503"/>
                </a:lnTo>
                <a:lnTo>
                  <a:pt x="256661" y="64165"/>
                </a:lnTo>
                <a:lnTo>
                  <a:pt x="306012" y="52735"/>
                </a:lnTo>
                <a:lnTo>
                  <a:pt x="358768" y="42268"/>
                </a:lnTo>
                <a:lnTo>
                  <a:pt x="414702" y="32822"/>
                </a:lnTo>
                <a:lnTo>
                  <a:pt x="473589" y="24452"/>
                </a:lnTo>
                <a:lnTo>
                  <a:pt x="535203" y="17215"/>
                </a:lnTo>
                <a:lnTo>
                  <a:pt x="599320" y="11168"/>
                </a:lnTo>
                <a:lnTo>
                  <a:pt x="665714" y="6366"/>
                </a:lnTo>
                <a:lnTo>
                  <a:pt x="734159" y="2867"/>
                </a:lnTo>
                <a:lnTo>
                  <a:pt x="804429" y="726"/>
                </a:lnTo>
                <a:lnTo>
                  <a:pt x="876299" y="0"/>
                </a:lnTo>
                <a:lnTo>
                  <a:pt x="948170" y="726"/>
                </a:lnTo>
                <a:lnTo>
                  <a:pt x="1018440" y="2867"/>
                </a:lnTo>
                <a:lnTo>
                  <a:pt x="1086885" y="6366"/>
                </a:lnTo>
                <a:lnTo>
                  <a:pt x="1153279" y="11168"/>
                </a:lnTo>
                <a:lnTo>
                  <a:pt x="1217396" y="17215"/>
                </a:lnTo>
                <a:lnTo>
                  <a:pt x="1279010" y="24452"/>
                </a:lnTo>
                <a:lnTo>
                  <a:pt x="1337897" y="32822"/>
                </a:lnTo>
                <a:lnTo>
                  <a:pt x="1393831" y="42268"/>
                </a:lnTo>
                <a:lnTo>
                  <a:pt x="1446587" y="52735"/>
                </a:lnTo>
                <a:lnTo>
                  <a:pt x="1495937" y="64165"/>
                </a:lnTo>
                <a:lnTo>
                  <a:pt x="1541659" y="76503"/>
                </a:lnTo>
                <a:lnTo>
                  <a:pt x="1583524" y="89692"/>
                </a:lnTo>
                <a:lnTo>
                  <a:pt x="1621309" y="103675"/>
                </a:lnTo>
                <a:lnTo>
                  <a:pt x="1683735" y="133800"/>
                </a:lnTo>
                <a:lnTo>
                  <a:pt x="1727131" y="166428"/>
                </a:lnTo>
                <a:lnTo>
                  <a:pt x="1749694" y="201107"/>
                </a:lnTo>
                <a:lnTo>
                  <a:pt x="1752598" y="219074"/>
                </a:lnTo>
                <a:lnTo>
                  <a:pt x="1749694" y="237042"/>
                </a:lnTo>
                <a:lnTo>
                  <a:pt x="1727131" y="271720"/>
                </a:lnTo>
                <a:lnTo>
                  <a:pt x="1683735" y="304348"/>
                </a:lnTo>
                <a:lnTo>
                  <a:pt x="1621309" y="334474"/>
                </a:lnTo>
                <a:lnTo>
                  <a:pt x="1583524" y="348457"/>
                </a:lnTo>
                <a:lnTo>
                  <a:pt x="1541659" y="361646"/>
                </a:lnTo>
                <a:lnTo>
                  <a:pt x="1495937" y="373984"/>
                </a:lnTo>
                <a:lnTo>
                  <a:pt x="1446587" y="385414"/>
                </a:lnTo>
                <a:lnTo>
                  <a:pt x="1393831" y="395880"/>
                </a:lnTo>
                <a:lnTo>
                  <a:pt x="1337897" y="405327"/>
                </a:lnTo>
                <a:lnTo>
                  <a:pt x="1279010" y="413696"/>
                </a:lnTo>
                <a:lnTo>
                  <a:pt x="1217396" y="420933"/>
                </a:lnTo>
                <a:lnTo>
                  <a:pt x="1153279" y="426980"/>
                </a:lnTo>
                <a:lnTo>
                  <a:pt x="1086885" y="431782"/>
                </a:lnTo>
                <a:lnTo>
                  <a:pt x="1018440" y="435282"/>
                </a:lnTo>
                <a:lnTo>
                  <a:pt x="948170" y="437423"/>
                </a:lnTo>
                <a:lnTo>
                  <a:pt x="876299" y="438149"/>
                </a:lnTo>
                <a:lnTo>
                  <a:pt x="804429" y="437423"/>
                </a:lnTo>
                <a:lnTo>
                  <a:pt x="734159" y="435282"/>
                </a:lnTo>
                <a:lnTo>
                  <a:pt x="665714" y="431782"/>
                </a:lnTo>
                <a:lnTo>
                  <a:pt x="599320" y="426980"/>
                </a:lnTo>
                <a:lnTo>
                  <a:pt x="535203" y="420933"/>
                </a:lnTo>
                <a:lnTo>
                  <a:pt x="473589" y="413696"/>
                </a:lnTo>
                <a:lnTo>
                  <a:pt x="414702" y="405327"/>
                </a:lnTo>
                <a:lnTo>
                  <a:pt x="358768" y="395880"/>
                </a:lnTo>
                <a:lnTo>
                  <a:pt x="306012" y="385414"/>
                </a:lnTo>
                <a:lnTo>
                  <a:pt x="256661" y="373984"/>
                </a:lnTo>
                <a:lnTo>
                  <a:pt x="210940" y="361646"/>
                </a:lnTo>
                <a:lnTo>
                  <a:pt x="169074" y="348457"/>
                </a:lnTo>
                <a:lnTo>
                  <a:pt x="131289" y="334474"/>
                </a:lnTo>
                <a:lnTo>
                  <a:pt x="68863" y="304348"/>
                </a:lnTo>
                <a:lnTo>
                  <a:pt x="25467" y="271720"/>
                </a:lnTo>
                <a:lnTo>
                  <a:pt x="2904" y="237042"/>
                </a:lnTo>
                <a:lnTo>
                  <a:pt x="0" y="219074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956581" y="2972955"/>
            <a:ext cx="13119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FlächenID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659286" y="4709998"/>
            <a:ext cx="1752600" cy="440055"/>
          </a:xfrm>
          <a:custGeom>
            <a:avLst/>
            <a:gdLst/>
            <a:ahLst/>
            <a:cxnLst/>
            <a:rect l="l" t="t" r="r" b="b"/>
            <a:pathLst>
              <a:path w="1752600" h="440054">
                <a:moveTo>
                  <a:pt x="876300" y="0"/>
                </a:moveTo>
                <a:lnTo>
                  <a:pt x="804429" y="728"/>
                </a:lnTo>
                <a:lnTo>
                  <a:pt x="734158" y="2877"/>
                </a:lnTo>
                <a:lnTo>
                  <a:pt x="665713" y="6389"/>
                </a:lnTo>
                <a:lnTo>
                  <a:pt x="599319" y="11208"/>
                </a:lnTo>
                <a:lnTo>
                  <a:pt x="535202" y="17278"/>
                </a:lnTo>
                <a:lnTo>
                  <a:pt x="473587" y="24541"/>
                </a:lnTo>
                <a:lnTo>
                  <a:pt x="414700" y="32940"/>
                </a:lnTo>
                <a:lnTo>
                  <a:pt x="358766" y="42421"/>
                </a:lnTo>
                <a:lnTo>
                  <a:pt x="306011" y="52925"/>
                </a:lnTo>
                <a:lnTo>
                  <a:pt x="256660" y="64396"/>
                </a:lnTo>
                <a:lnTo>
                  <a:pt x="210939" y="76779"/>
                </a:lnTo>
                <a:lnTo>
                  <a:pt x="169073" y="90015"/>
                </a:lnTo>
                <a:lnTo>
                  <a:pt x="131288" y="104049"/>
                </a:lnTo>
                <a:lnTo>
                  <a:pt x="68863" y="134282"/>
                </a:lnTo>
                <a:lnTo>
                  <a:pt x="25467" y="167027"/>
                </a:lnTo>
                <a:lnTo>
                  <a:pt x="2904" y="201830"/>
                </a:lnTo>
                <a:lnTo>
                  <a:pt x="0" y="219862"/>
                </a:lnTo>
                <a:lnTo>
                  <a:pt x="2904" y="237896"/>
                </a:lnTo>
                <a:lnTo>
                  <a:pt x="25467" y="272702"/>
                </a:lnTo>
                <a:lnTo>
                  <a:pt x="68863" y="305449"/>
                </a:lnTo>
                <a:lnTo>
                  <a:pt x="131288" y="335684"/>
                </a:lnTo>
                <a:lnTo>
                  <a:pt x="169073" y="349719"/>
                </a:lnTo>
                <a:lnTo>
                  <a:pt x="210939" y="362956"/>
                </a:lnTo>
                <a:lnTo>
                  <a:pt x="256660" y="375338"/>
                </a:lnTo>
                <a:lnTo>
                  <a:pt x="306011" y="386810"/>
                </a:lnTo>
                <a:lnTo>
                  <a:pt x="358766" y="397315"/>
                </a:lnTo>
                <a:lnTo>
                  <a:pt x="414700" y="406796"/>
                </a:lnTo>
                <a:lnTo>
                  <a:pt x="473587" y="415196"/>
                </a:lnTo>
                <a:lnTo>
                  <a:pt x="535202" y="422459"/>
                </a:lnTo>
                <a:lnTo>
                  <a:pt x="599319" y="428528"/>
                </a:lnTo>
                <a:lnTo>
                  <a:pt x="665713" y="433347"/>
                </a:lnTo>
                <a:lnTo>
                  <a:pt x="734158" y="436859"/>
                </a:lnTo>
                <a:lnTo>
                  <a:pt x="804429" y="439008"/>
                </a:lnTo>
                <a:lnTo>
                  <a:pt x="876300" y="439737"/>
                </a:lnTo>
                <a:lnTo>
                  <a:pt x="948169" y="439008"/>
                </a:lnTo>
                <a:lnTo>
                  <a:pt x="1018438" y="436859"/>
                </a:lnTo>
                <a:lnTo>
                  <a:pt x="1086882" y="433347"/>
                </a:lnTo>
                <a:lnTo>
                  <a:pt x="1153275" y="428528"/>
                </a:lnTo>
                <a:lnTo>
                  <a:pt x="1217392" y="422459"/>
                </a:lnTo>
                <a:lnTo>
                  <a:pt x="1279006" y="415196"/>
                </a:lnTo>
                <a:lnTo>
                  <a:pt x="1337893" y="406796"/>
                </a:lnTo>
                <a:lnTo>
                  <a:pt x="1393827" y="397315"/>
                </a:lnTo>
                <a:lnTo>
                  <a:pt x="1446583" y="386810"/>
                </a:lnTo>
                <a:lnTo>
                  <a:pt x="1495934" y="375338"/>
                </a:lnTo>
                <a:lnTo>
                  <a:pt x="1541656" y="362956"/>
                </a:lnTo>
                <a:lnTo>
                  <a:pt x="1583522" y="349719"/>
                </a:lnTo>
                <a:lnTo>
                  <a:pt x="1621308" y="335684"/>
                </a:lnTo>
                <a:lnTo>
                  <a:pt x="1683734" y="305449"/>
                </a:lnTo>
                <a:lnTo>
                  <a:pt x="1727131" y="272702"/>
                </a:lnTo>
                <a:lnTo>
                  <a:pt x="1749695" y="237896"/>
                </a:lnTo>
                <a:lnTo>
                  <a:pt x="1752600" y="219862"/>
                </a:lnTo>
                <a:lnTo>
                  <a:pt x="1749695" y="201830"/>
                </a:lnTo>
                <a:lnTo>
                  <a:pt x="1727131" y="167027"/>
                </a:lnTo>
                <a:lnTo>
                  <a:pt x="1683734" y="134282"/>
                </a:lnTo>
                <a:lnTo>
                  <a:pt x="1621308" y="104049"/>
                </a:lnTo>
                <a:lnTo>
                  <a:pt x="1583522" y="90015"/>
                </a:lnTo>
                <a:lnTo>
                  <a:pt x="1541656" y="76779"/>
                </a:lnTo>
                <a:lnTo>
                  <a:pt x="1495934" y="64396"/>
                </a:lnTo>
                <a:lnTo>
                  <a:pt x="1446583" y="52925"/>
                </a:lnTo>
                <a:lnTo>
                  <a:pt x="1393827" y="42421"/>
                </a:lnTo>
                <a:lnTo>
                  <a:pt x="1337893" y="32940"/>
                </a:lnTo>
                <a:lnTo>
                  <a:pt x="1279006" y="24541"/>
                </a:lnTo>
                <a:lnTo>
                  <a:pt x="1217392" y="17278"/>
                </a:lnTo>
                <a:lnTo>
                  <a:pt x="1153275" y="11208"/>
                </a:lnTo>
                <a:lnTo>
                  <a:pt x="1086882" y="6389"/>
                </a:lnTo>
                <a:lnTo>
                  <a:pt x="1018438" y="2877"/>
                </a:lnTo>
                <a:lnTo>
                  <a:pt x="948169" y="728"/>
                </a:lnTo>
                <a:lnTo>
                  <a:pt x="876300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659286" y="4709998"/>
            <a:ext cx="1752600" cy="440055"/>
          </a:xfrm>
          <a:custGeom>
            <a:avLst/>
            <a:gdLst/>
            <a:ahLst/>
            <a:cxnLst/>
            <a:rect l="l" t="t" r="r" b="b"/>
            <a:pathLst>
              <a:path w="1752600" h="440054">
                <a:moveTo>
                  <a:pt x="0" y="219868"/>
                </a:moveTo>
                <a:lnTo>
                  <a:pt x="25467" y="167031"/>
                </a:lnTo>
                <a:lnTo>
                  <a:pt x="68863" y="134285"/>
                </a:lnTo>
                <a:lnTo>
                  <a:pt x="131289" y="104051"/>
                </a:lnTo>
                <a:lnTo>
                  <a:pt x="169074" y="90017"/>
                </a:lnTo>
                <a:lnTo>
                  <a:pt x="210940" y="76780"/>
                </a:lnTo>
                <a:lnTo>
                  <a:pt x="256661" y="64398"/>
                </a:lnTo>
                <a:lnTo>
                  <a:pt x="306012" y="52926"/>
                </a:lnTo>
                <a:lnTo>
                  <a:pt x="358768" y="42421"/>
                </a:lnTo>
                <a:lnTo>
                  <a:pt x="414702" y="32941"/>
                </a:lnTo>
                <a:lnTo>
                  <a:pt x="473589" y="24541"/>
                </a:lnTo>
                <a:lnTo>
                  <a:pt x="535203" y="17278"/>
                </a:lnTo>
                <a:lnTo>
                  <a:pt x="599320" y="11209"/>
                </a:lnTo>
                <a:lnTo>
                  <a:pt x="665714" y="6389"/>
                </a:lnTo>
                <a:lnTo>
                  <a:pt x="734159" y="2877"/>
                </a:lnTo>
                <a:lnTo>
                  <a:pt x="804429" y="728"/>
                </a:lnTo>
                <a:lnTo>
                  <a:pt x="876299" y="0"/>
                </a:lnTo>
                <a:lnTo>
                  <a:pt x="948170" y="728"/>
                </a:lnTo>
                <a:lnTo>
                  <a:pt x="1018440" y="2877"/>
                </a:lnTo>
                <a:lnTo>
                  <a:pt x="1086885" y="6389"/>
                </a:lnTo>
                <a:lnTo>
                  <a:pt x="1153279" y="11209"/>
                </a:lnTo>
                <a:lnTo>
                  <a:pt x="1217396" y="17278"/>
                </a:lnTo>
                <a:lnTo>
                  <a:pt x="1279010" y="24541"/>
                </a:lnTo>
                <a:lnTo>
                  <a:pt x="1337897" y="32941"/>
                </a:lnTo>
                <a:lnTo>
                  <a:pt x="1393831" y="42421"/>
                </a:lnTo>
                <a:lnTo>
                  <a:pt x="1446587" y="52926"/>
                </a:lnTo>
                <a:lnTo>
                  <a:pt x="1495937" y="64398"/>
                </a:lnTo>
                <a:lnTo>
                  <a:pt x="1541659" y="76780"/>
                </a:lnTo>
                <a:lnTo>
                  <a:pt x="1583524" y="90017"/>
                </a:lnTo>
                <a:lnTo>
                  <a:pt x="1621309" y="104051"/>
                </a:lnTo>
                <a:lnTo>
                  <a:pt x="1683735" y="134285"/>
                </a:lnTo>
                <a:lnTo>
                  <a:pt x="1727131" y="167031"/>
                </a:lnTo>
                <a:lnTo>
                  <a:pt x="1749694" y="201836"/>
                </a:lnTo>
                <a:lnTo>
                  <a:pt x="1752598" y="219868"/>
                </a:lnTo>
                <a:lnTo>
                  <a:pt x="1749694" y="237901"/>
                </a:lnTo>
                <a:lnTo>
                  <a:pt x="1727131" y="272705"/>
                </a:lnTo>
                <a:lnTo>
                  <a:pt x="1683735" y="305451"/>
                </a:lnTo>
                <a:lnTo>
                  <a:pt x="1621309" y="335686"/>
                </a:lnTo>
                <a:lnTo>
                  <a:pt x="1583524" y="349720"/>
                </a:lnTo>
                <a:lnTo>
                  <a:pt x="1541659" y="362956"/>
                </a:lnTo>
                <a:lnTo>
                  <a:pt x="1495937" y="375339"/>
                </a:lnTo>
                <a:lnTo>
                  <a:pt x="1446587" y="386811"/>
                </a:lnTo>
                <a:lnTo>
                  <a:pt x="1393831" y="397315"/>
                </a:lnTo>
                <a:lnTo>
                  <a:pt x="1337897" y="406796"/>
                </a:lnTo>
                <a:lnTo>
                  <a:pt x="1279010" y="415196"/>
                </a:lnTo>
                <a:lnTo>
                  <a:pt x="1217396" y="422459"/>
                </a:lnTo>
                <a:lnTo>
                  <a:pt x="1153279" y="428528"/>
                </a:lnTo>
                <a:lnTo>
                  <a:pt x="1086885" y="433347"/>
                </a:lnTo>
                <a:lnTo>
                  <a:pt x="1018440" y="436859"/>
                </a:lnTo>
                <a:lnTo>
                  <a:pt x="948170" y="439008"/>
                </a:lnTo>
                <a:lnTo>
                  <a:pt x="876299" y="439737"/>
                </a:lnTo>
                <a:lnTo>
                  <a:pt x="804429" y="439008"/>
                </a:lnTo>
                <a:lnTo>
                  <a:pt x="734159" y="436859"/>
                </a:lnTo>
                <a:lnTo>
                  <a:pt x="665714" y="433347"/>
                </a:lnTo>
                <a:lnTo>
                  <a:pt x="599320" y="428528"/>
                </a:lnTo>
                <a:lnTo>
                  <a:pt x="535203" y="422459"/>
                </a:lnTo>
                <a:lnTo>
                  <a:pt x="473589" y="415196"/>
                </a:lnTo>
                <a:lnTo>
                  <a:pt x="414702" y="406796"/>
                </a:lnTo>
                <a:lnTo>
                  <a:pt x="358768" y="397315"/>
                </a:lnTo>
                <a:lnTo>
                  <a:pt x="306012" y="386811"/>
                </a:lnTo>
                <a:lnTo>
                  <a:pt x="256661" y="375339"/>
                </a:lnTo>
                <a:lnTo>
                  <a:pt x="210940" y="362956"/>
                </a:lnTo>
                <a:lnTo>
                  <a:pt x="169074" y="349720"/>
                </a:lnTo>
                <a:lnTo>
                  <a:pt x="131289" y="335686"/>
                </a:lnTo>
                <a:lnTo>
                  <a:pt x="68863" y="305451"/>
                </a:lnTo>
                <a:lnTo>
                  <a:pt x="25467" y="272705"/>
                </a:lnTo>
                <a:lnTo>
                  <a:pt x="2904" y="237901"/>
                </a:lnTo>
                <a:lnTo>
                  <a:pt x="0" y="219868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4918481" y="4734280"/>
            <a:ext cx="12274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KantenID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659286" y="5548198"/>
            <a:ext cx="1752600" cy="440055"/>
          </a:xfrm>
          <a:custGeom>
            <a:avLst/>
            <a:gdLst/>
            <a:ahLst/>
            <a:cxnLst/>
            <a:rect l="l" t="t" r="r" b="b"/>
            <a:pathLst>
              <a:path w="1752600" h="440054">
                <a:moveTo>
                  <a:pt x="876300" y="0"/>
                </a:moveTo>
                <a:lnTo>
                  <a:pt x="804429" y="728"/>
                </a:lnTo>
                <a:lnTo>
                  <a:pt x="734158" y="2877"/>
                </a:lnTo>
                <a:lnTo>
                  <a:pt x="665713" y="6389"/>
                </a:lnTo>
                <a:lnTo>
                  <a:pt x="599319" y="11208"/>
                </a:lnTo>
                <a:lnTo>
                  <a:pt x="535202" y="17278"/>
                </a:lnTo>
                <a:lnTo>
                  <a:pt x="473587" y="24541"/>
                </a:lnTo>
                <a:lnTo>
                  <a:pt x="414700" y="32940"/>
                </a:lnTo>
                <a:lnTo>
                  <a:pt x="358766" y="42421"/>
                </a:lnTo>
                <a:lnTo>
                  <a:pt x="306011" y="52925"/>
                </a:lnTo>
                <a:lnTo>
                  <a:pt x="256660" y="64396"/>
                </a:lnTo>
                <a:lnTo>
                  <a:pt x="210939" y="76779"/>
                </a:lnTo>
                <a:lnTo>
                  <a:pt x="169073" y="90015"/>
                </a:lnTo>
                <a:lnTo>
                  <a:pt x="131288" y="104049"/>
                </a:lnTo>
                <a:lnTo>
                  <a:pt x="68863" y="134282"/>
                </a:lnTo>
                <a:lnTo>
                  <a:pt x="25467" y="167027"/>
                </a:lnTo>
                <a:lnTo>
                  <a:pt x="2904" y="201830"/>
                </a:lnTo>
                <a:lnTo>
                  <a:pt x="0" y="219862"/>
                </a:lnTo>
                <a:lnTo>
                  <a:pt x="2904" y="237896"/>
                </a:lnTo>
                <a:lnTo>
                  <a:pt x="25467" y="272702"/>
                </a:lnTo>
                <a:lnTo>
                  <a:pt x="68863" y="305449"/>
                </a:lnTo>
                <a:lnTo>
                  <a:pt x="131288" y="335684"/>
                </a:lnTo>
                <a:lnTo>
                  <a:pt x="169073" y="349719"/>
                </a:lnTo>
                <a:lnTo>
                  <a:pt x="210939" y="362956"/>
                </a:lnTo>
                <a:lnTo>
                  <a:pt x="256660" y="375338"/>
                </a:lnTo>
                <a:lnTo>
                  <a:pt x="306011" y="386810"/>
                </a:lnTo>
                <a:lnTo>
                  <a:pt x="358766" y="397315"/>
                </a:lnTo>
                <a:lnTo>
                  <a:pt x="414700" y="406796"/>
                </a:lnTo>
                <a:lnTo>
                  <a:pt x="473587" y="415196"/>
                </a:lnTo>
                <a:lnTo>
                  <a:pt x="535202" y="422459"/>
                </a:lnTo>
                <a:lnTo>
                  <a:pt x="599319" y="428528"/>
                </a:lnTo>
                <a:lnTo>
                  <a:pt x="665713" y="433347"/>
                </a:lnTo>
                <a:lnTo>
                  <a:pt x="734158" y="436859"/>
                </a:lnTo>
                <a:lnTo>
                  <a:pt x="804429" y="439008"/>
                </a:lnTo>
                <a:lnTo>
                  <a:pt x="876300" y="439737"/>
                </a:lnTo>
                <a:lnTo>
                  <a:pt x="948169" y="439008"/>
                </a:lnTo>
                <a:lnTo>
                  <a:pt x="1018438" y="436859"/>
                </a:lnTo>
                <a:lnTo>
                  <a:pt x="1086882" y="433347"/>
                </a:lnTo>
                <a:lnTo>
                  <a:pt x="1153275" y="428528"/>
                </a:lnTo>
                <a:lnTo>
                  <a:pt x="1217392" y="422459"/>
                </a:lnTo>
                <a:lnTo>
                  <a:pt x="1279006" y="415196"/>
                </a:lnTo>
                <a:lnTo>
                  <a:pt x="1337893" y="406796"/>
                </a:lnTo>
                <a:lnTo>
                  <a:pt x="1393827" y="397315"/>
                </a:lnTo>
                <a:lnTo>
                  <a:pt x="1446583" y="386810"/>
                </a:lnTo>
                <a:lnTo>
                  <a:pt x="1495934" y="375338"/>
                </a:lnTo>
                <a:lnTo>
                  <a:pt x="1541656" y="362956"/>
                </a:lnTo>
                <a:lnTo>
                  <a:pt x="1583522" y="349719"/>
                </a:lnTo>
                <a:lnTo>
                  <a:pt x="1621308" y="335684"/>
                </a:lnTo>
                <a:lnTo>
                  <a:pt x="1683734" y="305449"/>
                </a:lnTo>
                <a:lnTo>
                  <a:pt x="1727131" y="272702"/>
                </a:lnTo>
                <a:lnTo>
                  <a:pt x="1749695" y="237896"/>
                </a:lnTo>
                <a:lnTo>
                  <a:pt x="1752600" y="219862"/>
                </a:lnTo>
                <a:lnTo>
                  <a:pt x="1749695" y="201830"/>
                </a:lnTo>
                <a:lnTo>
                  <a:pt x="1727131" y="167027"/>
                </a:lnTo>
                <a:lnTo>
                  <a:pt x="1683734" y="134282"/>
                </a:lnTo>
                <a:lnTo>
                  <a:pt x="1621308" y="104049"/>
                </a:lnTo>
                <a:lnTo>
                  <a:pt x="1583522" y="90015"/>
                </a:lnTo>
                <a:lnTo>
                  <a:pt x="1541656" y="76779"/>
                </a:lnTo>
                <a:lnTo>
                  <a:pt x="1495934" y="64396"/>
                </a:lnTo>
                <a:lnTo>
                  <a:pt x="1446583" y="52925"/>
                </a:lnTo>
                <a:lnTo>
                  <a:pt x="1393827" y="42421"/>
                </a:lnTo>
                <a:lnTo>
                  <a:pt x="1337893" y="32940"/>
                </a:lnTo>
                <a:lnTo>
                  <a:pt x="1279006" y="24541"/>
                </a:lnTo>
                <a:lnTo>
                  <a:pt x="1217392" y="17278"/>
                </a:lnTo>
                <a:lnTo>
                  <a:pt x="1153275" y="11208"/>
                </a:lnTo>
                <a:lnTo>
                  <a:pt x="1086882" y="6389"/>
                </a:lnTo>
                <a:lnTo>
                  <a:pt x="1018438" y="2877"/>
                </a:lnTo>
                <a:lnTo>
                  <a:pt x="948169" y="728"/>
                </a:lnTo>
                <a:lnTo>
                  <a:pt x="876300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659286" y="5548198"/>
            <a:ext cx="1752600" cy="440055"/>
          </a:xfrm>
          <a:custGeom>
            <a:avLst/>
            <a:gdLst/>
            <a:ahLst/>
            <a:cxnLst/>
            <a:rect l="l" t="t" r="r" b="b"/>
            <a:pathLst>
              <a:path w="1752600" h="440054">
                <a:moveTo>
                  <a:pt x="0" y="219868"/>
                </a:moveTo>
                <a:lnTo>
                  <a:pt x="25467" y="167031"/>
                </a:lnTo>
                <a:lnTo>
                  <a:pt x="68863" y="134285"/>
                </a:lnTo>
                <a:lnTo>
                  <a:pt x="131289" y="104051"/>
                </a:lnTo>
                <a:lnTo>
                  <a:pt x="169074" y="90017"/>
                </a:lnTo>
                <a:lnTo>
                  <a:pt x="210940" y="76780"/>
                </a:lnTo>
                <a:lnTo>
                  <a:pt x="256661" y="64398"/>
                </a:lnTo>
                <a:lnTo>
                  <a:pt x="306012" y="52926"/>
                </a:lnTo>
                <a:lnTo>
                  <a:pt x="358768" y="42421"/>
                </a:lnTo>
                <a:lnTo>
                  <a:pt x="414702" y="32941"/>
                </a:lnTo>
                <a:lnTo>
                  <a:pt x="473589" y="24541"/>
                </a:lnTo>
                <a:lnTo>
                  <a:pt x="535203" y="17278"/>
                </a:lnTo>
                <a:lnTo>
                  <a:pt x="599320" y="11209"/>
                </a:lnTo>
                <a:lnTo>
                  <a:pt x="665714" y="6389"/>
                </a:lnTo>
                <a:lnTo>
                  <a:pt x="734159" y="2877"/>
                </a:lnTo>
                <a:lnTo>
                  <a:pt x="804429" y="728"/>
                </a:lnTo>
                <a:lnTo>
                  <a:pt x="876299" y="0"/>
                </a:lnTo>
                <a:lnTo>
                  <a:pt x="948170" y="728"/>
                </a:lnTo>
                <a:lnTo>
                  <a:pt x="1018440" y="2877"/>
                </a:lnTo>
                <a:lnTo>
                  <a:pt x="1086885" y="6389"/>
                </a:lnTo>
                <a:lnTo>
                  <a:pt x="1153279" y="11209"/>
                </a:lnTo>
                <a:lnTo>
                  <a:pt x="1217396" y="17278"/>
                </a:lnTo>
                <a:lnTo>
                  <a:pt x="1279010" y="24541"/>
                </a:lnTo>
                <a:lnTo>
                  <a:pt x="1337897" y="32941"/>
                </a:lnTo>
                <a:lnTo>
                  <a:pt x="1393831" y="42421"/>
                </a:lnTo>
                <a:lnTo>
                  <a:pt x="1446587" y="52926"/>
                </a:lnTo>
                <a:lnTo>
                  <a:pt x="1495937" y="64398"/>
                </a:lnTo>
                <a:lnTo>
                  <a:pt x="1541659" y="76780"/>
                </a:lnTo>
                <a:lnTo>
                  <a:pt x="1583524" y="90017"/>
                </a:lnTo>
                <a:lnTo>
                  <a:pt x="1621309" y="104051"/>
                </a:lnTo>
                <a:lnTo>
                  <a:pt x="1683735" y="134285"/>
                </a:lnTo>
                <a:lnTo>
                  <a:pt x="1727131" y="167031"/>
                </a:lnTo>
                <a:lnTo>
                  <a:pt x="1749694" y="201836"/>
                </a:lnTo>
                <a:lnTo>
                  <a:pt x="1752598" y="219868"/>
                </a:lnTo>
                <a:lnTo>
                  <a:pt x="1749694" y="237901"/>
                </a:lnTo>
                <a:lnTo>
                  <a:pt x="1727131" y="272705"/>
                </a:lnTo>
                <a:lnTo>
                  <a:pt x="1683735" y="305451"/>
                </a:lnTo>
                <a:lnTo>
                  <a:pt x="1621309" y="335686"/>
                </a:lnTo>
                <a:lnTo>
                  <a:pt x="1583524" y="349720"/>
                </a:lnTo>
                <a:lnTo>
                  <a:pt x="1541659" y="362956"/>
                </a:lnTo>
                <a:lnTo>
                  <a:pt x="1495937" y="375339"/>
                </a:lnTo>
                <a:lnTo>
                  <a:pt x="1446587" y="386811"/>
                </a:lnTo>
                <a:lnTo>
                  <a:pt x="1393831" y="397315"/>
                </a:lnTo>
                <a:lnTo>
                  <a:pt x="1337897" y="406796"/>
                </a:lnTo>
                <a:lnTo>
                  <a:pt x="1279010" y="415196"/>
                </a:lnTo>
                <a:lnTo>
                  <a:pt x="1217396" y="422459"/>
                </a:lnTo>
                <a:lnTo>
                  <a:pt x="1153279" y="428528"/>
                </a:lnTo>
                <a:lnTo>
                  <a:pt x="1086885" y="433347"/>
                </a:lnTo>
                <a:lnTo>
                  <a:pt x="1018440" y="436859"/>
                </a:lnTo>
                <a:lnTo>
                  <a:pt x="948170" y="439008"/>
                </a:lnTo>
                <a:lnTo>
                  <a:pt x="876299" y="439737"/>
                </a:lnTo>
                <a:lnTo>
                  <a:pt x="804429" y="439008"/>
                </a:lnTo>
                <a:lnTo>
                  <a:pt x="734159" y="436859"/>
                </a:lnTo>
                <a:lnTo>
                  <a:pt x="665714" y="433347"/>
                </a:lnTo>
                <a:lnTo>
                  <a:pt x="599320" y="428528"/>
                </a:lnTo>
                <a:lnTo>
                  <a:pt x="535203" y="422459"/>
                </a:lnTo>
                <a:lnTo>
                  <a:pt x="473589" y="415196"/>
                </a:lnTo>
                <a:lnTo>
                  <a:pt x="414702" y="406796"/>
                </a:lnTo>
                <a:lnTo>
                  <a:pt x="358768" y="397315"/>
                </a:lnTo>
                <a:lnTo>
                  <a:pt x="306012" y="386811"/>
                </a:lnTo>
                <a:lnTo>
                  <a:pt x="256661" y="375339"/>
                </a:lnTo>
                <a:lnTo>
                  <a:pt x="210940" y="362956"/>
                </a:lnTo>
                <a:lnTo>
                  <a:pt x="169074" y="349720"/>
                </a:lnTo>
                <a:lnTo>
                  <a:pt x="131289" y="335686"/>
                </a:lnTo>
                <a:lnTo>
                  <a:pt x="68863" y="305451"/>
                </a:lnTo>
                <a:lnTo>
                  <a:pt x="25467" y="272705"/>
                </a:lnTo>
                <a:lnTo>
                  <a:pt x="2904" y="237901"/>
                </a:lnTo>
                <a:lnTo>
                  <a:pt x="0" y="219868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659286" y="6081598"/>
            <a:ext cx="1752600" cy="440055"/>
          </a:xfrm>
          <a:custGeom>
            <a:avLst/>
            <a:gdLst/>
            <a:ahLst/>
            <a:cxnLst/>
            <a:rect l="l" t="t" r="r" b="b"/>
            <a:pathLst>
              <a:path w="1752600" h="440054">
                <a:moveTo>
                  <a:pt x="876300" y="0"/>
                </a:moveTo>
                <a:lnTo>
                  <a:pt x="804429" y="728"/>
                </a:lnTo>
                <a:lnTo>
                  <a:pt x="734158" y="2877"/>
                </a:lnTo>
                <a:lnTo>
                  <a:pt x="665713" y="6389"/>
                </a:lnTo>
                <a:lnTo>
                  <a:pt x="599319" y="11208"/>
                </a:lnTo>
                <a:lnTo>
                  <a:pt x="535202" y="17278"/>
                </a:lnTo>
                <a:lnTo>
                  <a:pt x="473587" y="24541"/>
                </a:lnTo>
                <a:lnTo>
                  <a:pt x="414700" y="32941"/>
                </a:lnTo>
                <a:lnTo>
                  <a:pt x="358766" y="42421"/>
                </a:lnTo>
                <a:lnTo>
                  <a:pt x="306011" y="52926"/>
                </a:lnTo>
                <a:lnTo>
                  <a:pt x="256660" y="64397"/>
                </a:lnTo>
                <a:lnTo>
                  <a:pt x="210939" y="76780"/>
                </a:lnTo>
                <a:lnTo>
                  <a:pt x="169073" y="90016"/>
                </a:lnTo>
                <a:lnTo>
                  <a:pt x="131288" y="104050"/>
                </a:lnTo>
                <a:lnTo>
                  <a:pt x="68863" y="134285"/>
                </a:lnTo>
                <a:lnTo>
                  <a:pt x="25467" y="167031"/>
                </a:lnTo>
                <a:lnTo>
                  <a:pt x="2904" y="201835"/>
                </a:lnTo>
                <a:lnTo>
                  <a:pt x="0" y="219868"/>
                </a:lnTo>
                <a:lnTo>
                  <a:pt x="2904" y="237901"/>
                </a:lnTo>
                <a:lnTo>
                  <a:pt x="25467" y="272705"/>
                </a:lnTo>
                <a:lnTo>
                  <a:pt x="68863" y="305451"/>
                </a:lnTo>
                <a:lnTo>
                  <a:pt x="131288" y="335686"/>
                </a:lnTo>
                <a:lnTo>
                  <a:pt x="169073" y="349720"/>
                </a:lnTo>
                <a:lnTo>
                  <a:pt x="210939" y="362956"/>
                </a:lnTo>
                <a:lnTo>
                  <a:pt x="256660" y="375339"/>
                </a:lnTo>
                <a:lnTo>
                  <a:pt x="306011" y="386811"/>
                </a:lnTo>
                <a:lnTo>
                  <a:pt x="358766" y="397315"/>
                </a:lnTo>
                <a:lnTo>
                  <a:pt x="414700" y="406796"/>
                </a:lnTo>
                <a:lnTo>
                  <a:pt x="473587" y="415196"/>
                </a:lnTo>
                <a:lnTo>
                  <a:pt x="535202" y="422459"/>
                </a:lnTo>
                <a:lnTo>
                  <a:pt x="599319" y="428528"/>
                </a:lnTo>
                <a:lnTo>
                  <a:pt x="665713" y="433347"/>
                </a:lnTo>
                <a:lnTo>
                  <a:pt x="734158" y="436859"/>
                </a:lnTo>
                <a:lnTo>
                  <a:pt x="804429" y="439008"/>
                </a:lnTo>
                <a:lnTo>
                  <a:pt x="876300" y="439737"/>
                </a:lnTo>
                <a:lnTo>
                  <a:pt x="948169" y="439008"/>
                </a:lnTo>
                <a:lnTo>
                  <a:pt x="1018438" y="436859"/>
                </a:lnTo>
                <a:lnTo>
                  <a:pt x="1086882" y="433347"/>
                </a:lnTo>
                <a:lnTo>
                  <a:pt x="1153275" y="428528"/>
                </a:lnTo>
                <a:lnTo>
                  <a:pt x="1217392" y="422459"/>
                </a:lnTo>
                <a:lnTo>
                  <a:pt x="1279006" y="415196"/>
                </a:lnTo>
                <a:lnTo>
                  <a:pt x="1337893" y="406796"/>
                </a:lnTo>
                <a:lnTo>
                  <a:pt x="1393827" y="397315"/>
                </a:lnTo>
                <a:lnTo>
                  <a:pt x="1446583" y="386811"/>
                </a:lnTo>
                <a:lnTo>
                  <a:pt x="1495934" y="375339"/>
                </a:lnTo>
                <a:lnTo>
                  <a:pt x="1541656" y="362956"/>
                </a:lnTo>
                <a:lnTo>
                  <a:pt x="1583522" y="349720"/>
                </a:lnTo>
                <a:lnTo>
                  <a:pt x="1621308" y="335686"/>
                </a:lnTo>
                <a:lnTo>
                  <a:pt x="1683734" y="305451"/>
                </a:lnTo>
                <a:lnTo>
                  <a:pt x="1727131" y="272705"/>
                </a:lnTo>
                <a:lnTo>
                  <a:pt x="1749695" y="237901"/>
                </a:lnTo>
                <a:lnTo>
                  <a:pt x="1752600" y="219868"/>
                </a:lnTo>
                <a:lnTo>
                  <a:pt x="1749695" y="201835"/>
                </a:lnTo>
                <a:lnTo>
                  <a:pt x="1727131" y="167031"/>
                </a:lnTo>
                <a:lnTo>
                  <a:pt x="1683734" y="134285"/>
                </a:lnTo>
                <a:lnTo>
                  <a:pt x="1621308" y="104050"/>
                </a:lnTo>
                <a:lnTo>
                  <a:pt x="1583522" y="90016"/>
                </a:lnTo>
                <a:lnTo>
                  <a:pt x="1541656" y="76780"/>
                </a:lnTo>
                <a:lnTo>
                  <a:pt x="1495934" y="64397"/>
                </a:lnTo>
                <a:lnTo>
                  <a:pt x="1446583" y="52926"/>
                </a:lnTo>
                <a:lnTo>
                  <a:pt x="1393827" y="42421"/>
                </a:lnTo>
                <a:lnTo>
                  <a:pt x="1337893" y="32941"/>
                </a:lnTo>
                <a:lnTo>
                  <a:pt x="1279006" y="24541"/>
                </a:lnTo>
                <a:lnTo>
                  <a:pt x="1217392" y="17278"/>
                </a:lnTo>
                <a:lnTo>
                  <a:pt x="1153275" y="11208"/>
                </a:lnTo>
                <a:lnTo>
                  <a:pt x="1086882" y="6389"/>
                </a:lnTo>
                <a:lnTo>
                  <a:pt x="1018438" y="2877"/>
                </a:lnTo>
                <a:lnTo>
                  <a:pt x="948169" y="728"/>
                </a:lnTo>
                <a:lnTo>
                  <a:pt x="876300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659286" y="6081598"/>
            <a:ext cx="1752600" cy="440055"/>
          </a:xfrm>
          <a:custGeom>
            <a:avLst/>
            <a:gdLst/>
            <a:ahLst/>
            <a:cxnLst/>
            <a:rect l="l" t="t" r="r" b="b"/>
            <a:pathLst>
              <a:path w="1752600" h="440054">
                <a:moveTo>
                  <a:pt x="0" y="219868"/>
                </a:moveTo>
                <a:lnTo>
                  <a:pt x="25467" y="167031"/>
                </a:lnTo>
                <a:lnTo>
                  <a:pt x="68863" y="134285"/>
                </a:lnTo>
                <a:lnTo>
                  <a:pt x="131289" y="104051"/>
                </a:lnTo>
                <a:lnTo>
                  <a:pt x="169074" y="90017"/>
                </a:lnTo>
                <a:lnTo>
                  <a:pt x="210940" y="76780"/>
                </a:lnTo>
                <a:lnTo>
                  <a:pt x="256661" y="64398"/>
                </a:lnTo>
                <a:lnTo>
                  <a:pt x="306012" y="52926"/>
                </a:lnTo>
                <a:lnTo>
                  <a:pt x="358768" y="42421"/>
                </a:lnTo>
                <a:lnTo>
                  <a:pt x="414702" y="32941"/>
                </a:lnTo>
                <a:lnTo>
                  <a:pt x="473589" y="24541"/>
                </a:lnTo>
                <a:lnTo>
                  <a:pt x="535203" y="17278"/>
                </a:lnTo>
                <a:lnTo>
                  <a:pt x="599320" y="11209"/>
                </a:lnTo>
                <a:lnTo>
                  <a:pt x="665714" y="6389"/>
                </a:lnTo>
                <a:lnTo>
                  <a:pt x="734159" y="2877"/>
                </a:lnTo>
                <a:lnTo>
                  <a:pt x="804429" y="728"/>
                </a:lnTo>
                <a:lnTo>
                  <a:pt x="876299" y="0"/>
                </a:lnTo>
                <a:lnTo>
                  <a:pt x="948170" y="728"/>
                </a:lnTo>
                <a:lnTo>
                  <a:pt x="1018440" y="2877"/>
                </a:lnTo>
                <a:lnTo>
                  <a:pt x="1086885" y="6389"/>
                </a:lnTo>
                <a:lnTo>
                  <a:pt x="1153279" y="11209"/>
                </a:lnTo>
                <a:lnTo>
                  <a:pt x="1217396" y="17278"/>
                </a:lnTo>
                <a:lnTo>
                  <a:pt x="1279010" y="24541"/>
                </a:lnTo>
                <a:lnTo>
                  <a:pt x="1337897" y="32941"/>
                </a:lnTo>
                <a:lnTo>
                  <a:pt x="1393831" y="42421"/>
                </a:lnTo>
                <a:lnTo>
                  <a:pt x="1446587" y="52926"/>
                </a:lnTo>
                <a:lnTo>
                  <a:pt x="1495937" y="64398"/>
                </a:lnTo>
                <a:lnTo>
                  <a:pt x="1541659" y="76780"/>
                </a:lnTo>
                <a:lnTo>
                  <a:pt x="1583524" y="90017"/>
                </a:lnTo>
                <a:lnTo>
                  <a:pt x="1621309" y="104051"/>
                </a:lnTo>
                <a:lnTo>
                  <a:pt x="1683735" y="134285"/>
                </a:lnTo>
                <a:lnTo>
                  <a:pt x="1727131" y="167031"/>
                </a:lnTo>
                <a:lnTo>
                  <a:pt x="1749694" y="201836"/>
                </a:lnTo>
                <a:lnTo>
                  <a:pt x="1752598" y="219868"/>
                </a:lnTo>
                <a:lnTo>
                  <a:pt x="1749694" y="237901"/>
                </a:lnTo>
                <a:lnTo>
                  <a:pt x="1727131" y="272705"/>
                </a:lnTo>
                <a:lnTo>
                  <a:pt x="1683735" y="305451"/>
                </a:lnTo>
                <a:lnTo>
                  <a:pt x="1621309" y="335686"/>
                </a:lnTo>
                <a:lnTo>
                  <a:pt x="1583524" y="349720"/>
                </a:lnTo>
                <a:lnTo>
                  <a:pt x="1541659" y="362957"/>
                </a:lnTo>
                <a:lnTo>
                  <a:pt x="1495937" y="375339"/>
                </a:lnTo>
                <a:lnTo>
                  <a:pt x="1446587" y="386811"/>
                </a:lnTo>
                <a:lnTo>
                  <a:pt x="1393831" y="397315"/>
                </a:lnTo>
                <a:lnTo>
                  <a:pt x="1337897" y="406796"/>
                </a:lnTo>
                <a:lnTo>
                  <a:pt x="1279010" y="415196"/>
                </a:lnTo>
                <a:lnTo>
                  <a:pt x="1217396" y="422459"/>
                </a:lnTo>
                <a:lnTo>
                  <a:pt x="1153279" y="428528"/>
                </a:lnTo>
                <a:lnTo>
                  <a:pt x="1086885" y="433347"/>
                </a:lnTo>
                <a:lnTo>
                  <a:pt x="1018440" y="436859"/>
                </a:lnTo>
                <a:lnTo>
                  <a:pt x="948170" y="439008"/>
                </a:lnTo>
                <a:lnTo>
                  <a:pt x="876299" y="439737"/>
                </a:lnTo>
                <a:lnTo>
                  <a:pt x="804429" y="439008"/>
                </a:lnTo>
                <a:lnTo>
                  <a:pt x="734159" y="436859"/>
                </a:lnTo>
                <a:lnTo>
                  <a:pt x="665714" y="433347"/>
                </a:lnTo>
                <a:lnTo>
                  <a:pt x="599320" y="428528"/>
                </a:lnTo>
                <a:lnTo>
                  <a:pt x="535203" y="422459"/>
                </a:lnTo>
                <a:lnTo>
                  <a:pt x="473589" y="415196"/>
                </a:lnTo>
                <a:lnTo>
                  <a:pt x="414702" y="406796"/>
                </a:lnTo>
                <a:lnTo>
                  <a:pt x="358768" y="397315"/>
                </a:lnTo>
                <a:lnTo>
                  <a:pt x="306012" y="386811"/>
                </a:lnTo>
                <a:lnTo>
                  <a:pt x="256661" y="375339"/>
                </a:lnTo>
                <a:lnTo>
                  <a:pt x="210940" y="362957"/>
                </a:lnTo>
                <a:lnTo>
                  <a:pt x="169074" y="349720"/>
                </a:lnTo>
                <a:lnTo>
                  <a:pt x="131289" y="335686"/>
                </a:lnTo>
                <a:lnTo>
                  <a:pt x="68863" y="305451"/>
                </a:lnTo>
                <a:lnTo>
                  <a:pt x="25467" y="272705"/>
                </a:lnTo>
                <a:lnTo>
                  <a:pt x="2904" y="237901"/>
                </a:lnTo>
                <a:lnTo>
                  <a:pt x="0" y="219868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5401081" y="5404840"/>
            <a:ext cx="212090" cy="109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 marR="5080" indent="-12700">
              <a:lnSpc>
                <a:spcPct val="1458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X  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659286" y="6597534"/>
            <a:ext cx="1752600" cy="440055"/>
          </a:xfrm>
          <a:custGeom>
            <a:avLst/>
            <a:gdLst/>
            <a:ahLst/>
            <a:cxnLst/>
            <a:rect l="l" t="t" r="r" b="b"/>
            <a:pathLst>
              <a:path w="1752600" h="440054">
                <a:moveTo>
                  <a:pt x="876300" y="0"/>
                </a:moveTo>
                <a:lnTo>
                  <a:pt x="804429" y="728"/>
                </a:lnTo>
                <a:lnTo>
                  <a:pt x="734158" y="2877"/>
                </a:lnTo>
                <a:lnTo>
                  <a:pt x="665713" y="6389"/>
                </a:lnTo>
                <a:lnTo>
                  <a:pt x="599319" y="11209"/>
                </a:lnTo>
                <a:lnTo>
                  <a:pt x="535202" y="17278"/>
                </a:lnTo>
                <a:lnTo>
                  <a:pt x="473587" y="24541"/>
                </a:lnTo>
                <a:lnTo>
                  <a:pt x="414700" y="32941"/>
                </a:lnTo>
                <a:lnTo>
                  <a:pt x="358766" y="42422"/>
                </a:lnTo>
                <a:lnTo>
                  <a:pt x="306011" y="52926"/>
                </a:lnTo>
                <a:lnTo>
                  <a:pt x="256660" y="64398"/>
                </a:lnTo>
                <a:lnTo>
                  <a:pt x="210939" y="76780"/>
                </a:lnTo>
                <a:lnTo>
                  <a:pt x="169073" y="90017"/>
                </a:lnTo>
                <a:lnTo>
                  <a:pt x="131288" y="104051"/>
                </a:lnTo>
                <a:lnTo>
                  <a:pt x="68863" y="134286"/>
                </a:lnTo>
                <a:lnTo>
                  <a:pt x="25467" y="167031"/>
                </a:lnTo>
                <a:lnTo>
                  <a:pt x="2904" y="201836"/>
                </a:lnTo>
                <a:lnTo>
                  <a:pt x="0" y="219868"/>
                </a:lnTo>
                <a:lnTo>
                  <a:pt x="2904" y="237901"/>
                </a:lnTo>
                <a:lnTo>
                  <a:pt x="25467" y="272706"/>
                </a:lnTo>
                <a:lnTo>
                  <a:pt x="68863" y="305452"/>
                </a:lnTo>
                <a:lnTo>
                  <a:pt x="131288" y="335686"/>
                </a:lnTo>
                <a:lnTo>
                  <a:pt x="169073" y="349721"/>
                </a:lnTo>
                <a:lnTo>
                  <a:pt x="210939" y="362957"/>
                </a:lnTo>
                <a:lnTo>
                  <a:pt x="256660" y="375340"/>
                </a:lnTo>
                <a:lnTo>
                  <a:pt x="306011" y="386812"/>
                </a:lnTo>
                <a:lnTo>
                  <a:pt x="358766" y="397316"/>
                </a:lnTo>
                <a:lnTo>
                  <a:pt x="414700" y="406797"/>
                </a:lnTo>
                <a:lnTo>
                  <a:pt x="473587" y="415197"/>
                </a:lnTo>
                <a:lnTo>
                  <a:pt x="535202" y="422460"/>
                </a:lnTo>
                <a:lnTo>
                  <a:pt x="599319" y="428529"/>
                </a:lnTo>
                <a:lnTo>
                  <a:pt x="665713" y="433348"/>
                </a:lnTo>
                <a:lnTo>
                  <a:pt x="734158" y="436861"/>
                </a:lnTo>
                <a:lnTo>
                  <a:pt x="804429" y="439009"/>
                </a:lnTo>
                <a:lnTo>
                  <a:pt x="876300" y="439738"/>
                </a:lnTo>
                <a:lnTo>
                  <a:pt x="948169" y="439009"/>
                </a:lnTo>
                <a:lnTo>
                  <a:pt x="1018438" y="436861"/>
                </a:lnTo>
                <a:lnTo>
                  <a:pt x="1086882" y="433348"/>
                </a:lnTo>
                <a:lnTo>
                  <a:pt x="1153275" y="428529"/>
                </a:lnTo>
                <a:lnTo>
                  <a:pt x="1217392" y="422460"/>
                </a:lnTo>
                <a:lnTo>
                  <a:pt x="1279006" y="415197"/>
                </a:lnTo>
                <a:lnTo>
                  <a:pt x="1337893" y="406797"/>
                </a:lnTo>
                <a:lnTo>
                  <a:pt x="1393827" y="397316"/>
                </a:lnTo>
                <a:lnTo>
                  <a:pt x="1446583" y="386812"/>
                </a:lnTo>
                <a:lnTo>
                  <a:pt x="1495934" y="375340"/>
                </a:lnTo>
                <a:lnTo>
                  <a:pt x="1541656" y="362957"/>
                </a:lnTo>
                <a:lnTo>
                  <a:pt x="1583522" y="349721"/>
                </a:lnTo>
                <a:lnTo>
                  <a:pt x="1621308" y="335686"/>
                </a:lnTo>
                <a:lnTo>
                  <a:pt x="1683734" y="305452"/>
                </a:lnTo>
                <a:lnTo>
                  <a:pt x="1727131" y="272706"/>
                </a:lnTo>
                <a:lnTo>
                  <a:pt x="1749695" y="237901"/>
                </a:lnTo>
                <a:lnTo>
                  <a:pt x="1752600" y="219868"/>
                </a:lnTo>
                <a:lnTo>
                  <a:pt x="1749695" y="201836"/>
                </a:lnTo>
                <a:lnTo>
                  <a:pt x="1727131" y="167031"/>
                </a:lnTo>
                <a:lnTo>
                  <a:pt x="1683734" y="134286"/>
                </a:lnTo>
                <a:lnTo>
                  <a:pt x="1621308" y="104051"/>
                </a:lnTo>
                <a:lnTo>
                  <a:pt x="1583522" y="90017"/>
                </a:lnTo>
                <a:lnTo>
                  <a:pt x="1541656" y="76780"/>
                </a:lnTo>
                <a:lnTo>
                  <a:pt x="1495934" y="64398"/>
                </a:lnTo>
                <a:lnTo>
                  <a:pt x="1446583" y="52926"/>
                </a:lnTo>
                <a:lnTo>
                  <a:pt x="1393827" y="42422"/>
                </a:lnTo>
                <a:lnTo>
                  <a:pt x="1337893" y="32941"/>
                </a:lnTo>
                <a:lnTo>
                  <a:pt x="1279006" y="24541"/>
                </a:lnTo>
                <a:lnTo>
                  <a:pt x="1217392" y="17278"/>
                </a:lnTo>
                <a:lnTo>
                  <a:pt x="1153275" y="11209"/>
                </a:lnTo>
                <a:lnTo>
                  <a:pt x="1086882" y="6389"/>
                </a:lnTo>
                <a:lnTo>
                  <a:pt x="1018438" y="2877"/>
                </a:lnTo>
                <a:lnTo>
                  <a:pt x="948169" y="728"/>
                </a:lnTo>
                <a:lnTo>
                  <a:pt x="876300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659286" y="6597534"/>
            <a:ext cx="1752600" cy="440055"/>
          </a:xfrm>
          <a:custGeom>
            <a:avLst/>
            <a:gdLst/>
            <a:ahLst/>
            <a:cxnLst/>
            <a:rect l="l" t="t" r="r" b="b"/>
            <a:pathLst>
              <a:path w="1752600" h="440054">
                <a:moveTo>
                  <a:pt x="0" y="219868"/>
                </a:moveTo>
                <a:lnTo>
                  <a:pt x="25467" y="167031"/>
                </a:lnTo>
                <a:lnTo>
                  <a:pt x="68863" y="134285"/>
                </a:lnTo>
                <a:lnTo>
                  <a:pt x="131289" y="104051"/>
                </a:lnTo>
                <a:lnTo>
                  <a:pt x="169074" y="90017"/>
                </a:lnTo>
                <a:lnTo>
                  <a:pt x="210940" y="76780"/>
                </a:lnTo>
                <a:lnTo>
                  <a:pt x="256661" y="64398"/>
                </a:lnTo>
                <a:lnTo>
                  <a:pt x="306012" y="52926"/>
                </a:lnTo>
                <a:lnTo>
                  <a:pt x="358768" y="42421"/>
                </a:lnTo>
                <a:lnTo>
                  <a:pt x="414702" y="32941"/>
                </a:lnTo>
                <a:lnTo>
                  <a:pt x="473589" y="24541"/>
                </a:lnTo>
                <a:lnTo>
                  <a:pt x="535203" y="17278"/>
                </a:lnTo>
                <a:lnTo>
                  <a:pt x="599320" y="11209"/>
                </a:lnTo>
                <a:lnTo>
                  <a:pt x="665714" y="6389"/>
                </a:lnTo>
                <a:lnTo>
                  <a:pt x="734159" y="2877"/>
                </a:lnTo>
                <a:lnTo>
                  <a:pt x="804429" y="728"/>
                </a:lnTo>
                <a:lnTo>
                  <a:pt x="876299" y="0"/>
                </a:lnTo>
                <a:lnTo>
                  <a:pt x="948170" y="728"/>
                </a:lnTo>
                <a:lnTo>
                  <a:pt x="1018440" y="2877"/>
                </a:lnTo>
                <a:lnTo>
                  <a:pt x="1086885" y="6389"/>
                </a:lnTo>
                <a:lnTo>
                  <a:pt x="1153279" y="11209"/>
                </a:lnTo>
                <a:lnTo>
                  <a:pt x="1217396" y="17278"/>
                </a:lnTo>
                <a:lnTo>
                  <a:pt x="1279010" y="24541"/>
                </a:lnTo>
                <a:lnTo>
                  <a:pt x="1337897" y="32941"/>
                </a:lnTo>
                <a:lnTo>
                  <a:pt x="1393831" y="42421"/>
                </a:lnTo>
                <a:lnTo>
                  <a:pt x="1446587" y="52926"/>
                </a:lnTo>
                <a:lnTo>
                  <a:pt x="1495937" y="64398"/>
                </a:lnTo>
                <a:lnTo>
                  <a:pt x="1541659" y="76780"/>
                </a:lnTo>
                <a:lnTo>
                  <a:pt x="1583524" y="90017"/>
                </a:lnTo>
                <a:lnTo>
                  <a:pt x="1621309" y="104051"/>
                </a:lnTo>
                <a:lnTo>
                  <a:pt x="1683735" y="134285"/>
                </a:lnTo>
                <a:lnTo>
                  <a:pt x="1727131" y="167031"/>
                </a:lnTo>
                <a:lnTo>
                  <a:pt x="1749694" y="201836"/>
                </a:lnTo>
                <a:lnTo>
                  <a:pt x="1752598" y="219868"/>
                </a:lnTo>
                <a:lnTo>
                  <a:pt x="1749694" y="237901"/>
                </a:lnTo>
                <a:lnTo>
                  <a:pt x="1727131" y="272705"/>
                </a:lnTo>
                <a:lnTo>
                  <a:pt x="1683735" y="305451"/>
                </a:lnTo>
                <a:lnTo>
                  <a:pt x="1621309" y="335686"/>
                </a:lnTo>
                <a:lnTo>
                  <a:pt x="1583524" y="349720"/>
                </a:lnTo>
                <a:lnTo>
                  <a:pt x="1541659" y="362956"/>
                </a:lnTo>
                <a:lnTo>
                  <a:pt x="1495937" y="375339"/>
                </a:lnTo>
                <a:lnTo>
                  <a:pt x="1446587" y="386811"/>
                </a:lnTo>
                <a:lnTo>
                  <a:pt x="1393831" y="397315"/>
                </a:lnTo>
                <a:lnTo>
                  <a:pt x="1337897" y="406796"/>
                </a:lnTo>
                <a:lnTo>
                  <a:pt x="1279010" y="415196"/>
                </a:lnTo>
                <a:lnTo>
                  <a:pt x="1217396" y="422459"/>
                </a:lnTo>
                <a:lnTo>
                  <a:pt x="1153279" y="428528"/>
                </a:lnTo>
                <a:lnTo>
                  <a:pt x="1086885" y="433347"/>
                </a:lnTo>
                <a:lnTo>
                  <a:pt x="1018440" y="436859"/>
                </a:lnTo>
                <a:lnTo>
                  <a:pt x="948170" y="439008"/>
                </a:lnTo>
                <a:lnTo>
                  <a:pt x="876299" y="439737"/>
                </a:lnTo>
                <a:lnTo>
                  <a:pt x="804429" y="439008"/>
                </a:lnTo>
                <a:lnTo>
                  <a:pt x="734159" y="436859"/>
                </a:lnTo>
                <a:lnTo>
                  <a:pt x="665714" y="433347"/>
                </a:lnTo>
                <a:lnTo>
                  <a:pt x="599320" y="428528"/>
                </a:lnTo>
                <a:lnTo>
                  <a:pt x="535203" y="422459"/>
                </a:lnTo>
                <a:lnTo>
                  <a:pt x="473589" y="415196"/>
                </a:lnTo>
                <a:lnTo>
                  <a:pt x="414702" y="406796"/>
                </a:lnTo>
                <a:lnTo>
                  <a:pt x="358768" y="397315"/>
                </a:lnTo>
                <a:lnTo>
                  <a:pt x="306012" y="386811"/>
                </a:lnTo>
                <a:lnTo>
                  <a:pt x="256661" y="375339"/>
                </a:lnTo>
                <a:lnTo>
                  <a:pt x="210940" y="362956"/>
                </a:lnTo>
                <a:lnTo>
                  <a:pt x="169074" y="349720"/>
                </a:lnTo>
                <a:lnTo>
                  <a:pt x="131289" y="335686"/>
                </a:lnTo>
                <a:lnTo>
                  <a:pt x="68863" y="305451"/>
                </a:lnTo>
                <a:lnTo>
                  <a:pt x="25467" y="272705"/>
                </a:lnTo>
                <a:lnTo>
                  <a:pt x="2904" y="237901"/>
                </a:lnTo>
                <a:lnTo>
                  <a:pt x="0" y="219868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906687" y="1720735"/>
            <a:ext cx="0" cy="228600"/>
          </a:xfrm>
          <a:custGeom>
            <a:avLst/>
            <a:gdLst/>
            <a:ahLst/>
            <a:cxnLst/>
            <a:rect l="l" t="t" r="r" b="b"/>
            <a:pathLst>
              <a:path h="228600">
                <a:moveTo>
                  <a:pt x="0" y="228599"/>
                </a:moveTo>
                <a:lnTo>
                  <a:pt x="0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906687" y="2635135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0"/>
                </a:moveTo>
                <a:lnTo>
                  <a:pt x="0" y="30479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906687" y="3397136"/>
            <a:ext cx="0" cy="228600"/>
          </a:xfrm>
          <a:custGeom>
            <a:avLst/>
            <a:gdLst/>
            <a:ahLst/>
            <a:cxnLst/>
            <a:rect l="l" t="t" r="r" b="b"/>
            <a:pathLst>
              <a:path h="228600">
                <a:moveTo>
                  <a:pt x="0" y="228599"/>
                </a:moveTo>
                <a:lnTo>
                  <a:pt x="0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906687" y="4311535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0"/>
                </a:moveTo>
                <a:lnTo>
                  <a:pt x="0" y="30479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906687" y="5073536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304799"/>
                </a:moveTo>
                <a:lnTo>
                  <a:pt x="0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906687" y="5987935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0"/>
                </a:moveTo>
                <a:lnTo>
                  <a:pt x="0" y="30479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744886" y="4921135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0" y="0"/>
                </a:moveTo>
                <a:lnTo>
                  <a:pt x="914399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744886" y="3168535"/>
            <a:ext cx="990600" cy="0"/>
          </a:xfrm>
          <a:custGeom>
            <a:avLst/>
            <a:gdLst/>
            <a:ahLst/>
            <a:cxnLst/>
            <a:rect l="l" t="t" r="r" b="b"/>
            <a:pathLst>
              <a:path w="990600">
                <a:moveTo>
                  <a:pt x="0" y="0"/>
                </a:moveTo>
                <a:lnTo>
                  <a:pt x="990599" y="1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744886" y="1492136"/>
            <a:ext cx="1066800" cy="0"/>
          </a:xfrm>
          <a:custGeom>
            <a:avLst/>
            <a:gdLst/>
            <a:ahLst/>
            <a:cxnLst/>
            <a:rect l="l" t="t" r="r" b="b"/>
            <a:pathLst>
              <a:path w="1066800">
                <a:moveTo>
                  <a:pt x="0" y="0"/>
                </a:moveTo>
                <a:lnTo>
                  <a:pt x="1066799" y="1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2683802" y="1677555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604427" y="2591955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528227" y="3353955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528227" y="4268355"/>
            <a:ext cx="27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528227" y="5106555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528227" y="5944755"/>
            <a:ext cx="27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3744887" y="5768860"/>
            <a:ext cx="914400" cy="768350"/>
          </a:xfrm>
          <a:custGeom>
            <a:avLst/>
            <a:gdLst/>
            <a:ahLst/>
            <a:cxnLst/>
            <a:rect l="l" t="t" r="r" b="b"/>
            <a:pathLst>
              <a:path w="914400" h="768350">
                <a:moveTo>
                  <a:pt x="914399" y="0"/>
                </a:moveTo>
                <a:lnTo>
                  <a:pt x="0" y="76834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744887" y="6302259"/>
            <a:ext cx="914400" cy="234950"/>
          </a:xfrm>
          <a:custGeom>
            <a:avLst/>
            <a:gdLst/>
            <a:ahLst/>
            <a:cxnLst/>
            <a:rect l="l" t="t" r="r" b="b"/>
            <a:pathLst>
              <a:path w="914400" h="234950">
                <a:moveTo>
                  <a:pt x="914399" y="0"/>
                </a:moveTo>
                <a:lnTo>
                  <a:pt x="0" y="23494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3744887" y="6537209"/>
            <a:ext cx="914400" cy="281305"/>
          </a:xfrm>
          <a:custGeom>
            <a:avLst/>
            <a:gdLst/>
            <a:ahLst/>
            <a:cxnLst/>
            <a:rect l="l" t="t" r="r" b="b"/>
            <a:pathLst>
              <a:path w="914400" h="281304">
                <a:moveTo>
                  <a:pt x="914399" y="280987"/>
                </a:moveTo>
                <a:lnTo>
                  <a:pt x="0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6869086" y="3854335"/>
            <a:ext cx="2590800" cy="2743200"/>
          </a:xfrm>
          <a:custGeom>
            <a:avLst/>
            <a:gdLst/>
            <a:ahLst/>
            <a:cxnLst/>
            <a:rect l="l" t="t" r="r" b="b"/>
            <a:pathLst>
              <a:path w="2590800" h="2743200">
                <a:moveTo>
                  <a:pt x="1295400" y="0"/>
                </a:moveTo>
                <a:lnTo>
                  <a:pt x="0" y="2743198"/>
                </a:lnTo>
                <a:lnTo>
                  <a:pt x="2590800" y="2743198"/>
                </a:lnTo>
                <a:lnTo>
                  <a:pt x="12954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6869086" y="3854335"/>
            <a:ext cx="2590800" cy="2743200"/>
          </a:xfrm>
          <a:custGeom>
            <a:avLst/>
            <a:gdLst/>
            <a:ahLst/>
            <a:cxnLst/>
            <a:rect l="l" t="t" r="r" b="b"/>
            <a:pathLst>
              <a:path w="2590800" h="2743200">
                <a:moveTo>
                  <a:pt x="0" y="2743197"/>
                </a:moveTo>
                <a:lnTo>
                  <a:pt x="1295399" y="0"/>
                </a:lnTo>
                <a:lnTo>
                  <a:pt x="2590798" y="2743197"/>
                </a:lnTo>
                <a:lnTo>
                  <a:pt x="0" y="2743197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8164486" y="3930535"/>
            <a:ext cx="0" cy="2057400"/>
          </a:xfrm>
          <a:custGeom>
            <a:avLst/>
            <a:gdLst/>
            <a:ahLst/>
            <a:cxnLst/>
            <a:rect l="l" t="t" r="r" b="b"/>
            <a:pathLst>
              <a:path h="2057400">
                <a:moveTo>
                  <a:pt x="0" y="0"/>
                </a:moveTo>
                <a:lnTo>
                  <a:pt x="0" y="2057398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6869086" y="5987935"/>
            <a:ext cx="2590800" cy="609600"/>
          </a:xfrm>
          <a:custGeom>
            <a:avLst/>
            <a:gdLst/>
            <a:ahLst/>
            <a:cxnLst/>
            <a:rect l="l" t="t" r="r" b="b"/>
            <a:pathLst>
              <a:path w="2590800" h="609600">
                <a:moveTo>
                  <a:pt x="1295400" y="0"/>
                </a:moveTo>
                <a:lnTo>
                  <a:pt x="0" y="609598"/>
                </a:lnTo>
                <a:lnTo>
                  <a:pt x="2590800" y="609598"/>
                </a:lnTo>
                <a:lnTo>
                  <a:pt x="12954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6869086" y="5987935"/>
            <a:ext cx="2590800" cy="609600"/>
          </a:xfrm>
          <a:custGeom>
            <a:avLst/>
            <a:gdLst/>
            <a:ahLst/>
            <a:cxnLst/>
            <a:rect l="l" t="t" r="r" b="b"/>
            <a:pathLst>
              <a:path w="2590800" h="609600">
                <a:moveTo>
                  <a:pt x="0" y="609599"/>
                </a:moveTo>
                <a:lnTo>
                  <a:pt x="1295399" y="0"/>
                </a:lnTo>
                <a:lnTo>
                  <a:pt x="2590798" y="609599"/>
                </a:lnTo>
                <a:lnTo>
                  <a:pt x="0" y="60959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3088614" y="1699780"/>
            <a:ext cx="685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(4,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*)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3142589" y="2499880"/>
            <a:ext cx="609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(1,1)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207677" y="3331730"/>
            <a:ext cx="685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(3,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*)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3104489" y="4176280"/>
            <a:ext cx="685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(2,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3104489" y="5085918"/>
            <a:ext cx="685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(2,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3104489" y="5846330"/>
            <a:ext cx="685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(3,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*)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9326536" y="1263535"/>
            <a:ext cx="590550" cy="2362200"/>
          </a:xfrm>
          <a:custGeom>
            <a:avLst/>
            <a:gdLst/>
            <a:ahLst/>
            <a:cxnLst/>
            <a:rect l="l" t="t" r="r" b="b"/>
            <a:pathLst>
              <a:path w="590550" h="2362200">
                <a:moveTo>
                  <a:pt x="590550" y="0"/>
                </a:moveTo>
                <a:lnTo>
                  <a:pt x="0" y="590550"/>
                </a:lnTo>
                <a:lnTo>
                  <a:pt x="0" y="2362200"/>
                </a:lnTo>
                <a:lnTo>
                  <a:pt x="590550" y="1771650"/>
                </a:lnTo>
                <a:lnTo>
                  <a:pt x="590550" y="0"/>
                </a:lnTo>
                <a:close/>
              </a:path>
            </a:pathLst>
          </a:custGeom>
          <a:solidFill>
            <a:srgbClr val="D86F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7554886" y="1263535"/>
            <a:ext cx="2362200" cy="590550"/>
          </a:xfrm>
          <a:custGeom>
            <a:avLst/>
            <a:gdLst/>
            <a:ahLst/>
            <a:cxnLst/>
            <a:rect l="l" t="t" r="r" b="b"/>
            <a:pathLst>
              <a:path w="2362200" h="590550">
                <a:moveTo>
                  <a:pt x="2362200" y="0"/>
                </a:moveTo>
                <a:lnTo>
                  <a:pt x="590550" y="0"/>
                </a:lnTo>
                <a:lnTo>
                  <a:pt x="0" y="590550"/>
                </a:lnTo>
                <a:lnTo>
                  <a:pt x="1771650" y="590550"/>
                </a:lnTo>
                <a:lnTo>
                  <a:pt x="2362200" y="0"/>
                </a:lnTo>
                <a:close/>
              </a:path>
            </a:pathLst>
          </a:custGeom>
          <a:solidFill>
            <a:srgbClr val="FF9E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7554886" y="1263536"/>
            <a:ext cx="2362200" cy="2362200"/>
          </a:xfrm>
          <a:custGeom>
            <a:avLst/>
            <a:gdLst/>
            <a:ahLst/>
            <a:cxnLst/>
            <a:rect l="l" t="t" r="r" b="b"/>
            <a:pathLst>
              <a:path w="2362200" h="2362200">
                <a:moveTo>
                  <a:pt x="0" y="590549"/>
                </a:moveTo>
                <a:lnTo>
                  <a:pt x="590549" y="0"/>
                </a:lnTo>
                <a:lnTo>
                  <a:pt x="2362198" y="0"/>
                </a:lnTo>
                <a:lnTo>
                  <a:pt x="2362198" y="1771648"/>
                </a:lnTo>
                <a:lnTo>
                  <a:pt x="1771648" y="2362197"/>
                </a:lnTo>
                <a:lnTo>
                  <a:pt x="0" y="2362197"/>
                </a:lnTo>
                <a:lnTo>
                  <a:pt x="0" y="59054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7554886" y="1263536"/>
            <a:ext cx="2362200" cy="590550"/>
          </a:xfrm>
          <a:custGeom>
            <a:avLst/>
            <a:gdLst/>
            <a:ahLst/>
            <a:cxnLst/>
            <a:rect l="l" t="t" r="r" b="b"/>
            <a:pathLst>
              <a:path w="2362200" h="590550">
                <a:moveTo>
                  <a:pt x="0" y="590549"/>
                </a:moveTo>
                <a:lnTo>
                  <a:pt x="1771648" y="590549"/>
                </a:lnTo>
                <a:lnTo>
                  <a:pt x="2362198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9326536" y="1854085"/>
            <a:ext cx="0" cy="1771650"/>
          </a:xfrm>
          <a:custGeom>
            <a:avLst/>
            <a:gdLst/>
            <a:ahLst/>
            <a:cxnLst/>
            <a:rect l="l" t="t" r="r" b="b"/>
            <a:pathLst>
              <a:path h="1771650">
                <a:moveTo>
                  <a:pt x="0" y="0"/>
                </a:moveTo>
                <a:lnTo>
                  <a:pt x="0" y="1771648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/>
          <p:nvPr/>
        </p:nvSpPr>
        <p:spPr>
          <a:xfrm>
            <a:off x="7554886" y="1854085"/>
            <a:ext cx="1768475" cy="1771650"/>
          </a:xfrm>
          <a:prstGeom prst="rect">
            <a:avLst/>
          </a:prstGeom>
          <a:solidFill>
            <a:srgbClr val="FF85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 marL="382905" marR="368300">
              <a:lnSpc>
                <a:spcPts val="2600"/>
              </a:lnSpc>
              <a:spcBef>
                <a:spcPts val="1695"/>
              </a:spcBef>
            </a:pPr>
            <a:r>
              <a:rPr sz="2200" dirty="0">
                <a:latin typeface="Times New Roman"/>
                <a:cs typeface="Times New Roman"/>
              </a:rPr>
              <a:t>B</a:t>
            </a:r>
            <a:r>
              <a:rPr sz="2200" spc="-5" dirty="0">
                <a:latin typeface="Times New Roman"/>
                <a:cs typeface="Times New Roman"/>
              </a:rPr>
              <a:t>ei</a:t>
            </a:r>
            <a:r>
              <a:rPr sz="2200" dirty="0">
                <a:latin typeface="Times New Roman"/>
                <a:cs typeface="Times New Roman"/>
              </a:rPr>
              <a:t>sp</a:t>
            </a:r>
            <a:r>
              <a:rPr sz="2200" spc="-5" dirty="0">
                <a:latin typeface="Times New Roman"/>
                <a:cs typeface="Times New Roman"/>
              </a:rPr>
              <a:t>iel</a:t>
            </a:r>
            <a:r>
              <a:rPr sz="2200" dirty="0">
                <a:latin typeface="Times New Roman"/>
                <a:cs typeface="Times New Roman"/>
              </a:rPr>
              <a:t>-  </a:t>
            </a:r>
            <a:r>
              <a:rPr sz="2200" spc="-5" dirty="0">
                <a:latin typeface="Times New Roman"/>
                <a:cs typeface="Times New Roman"/>
              </a:rPr>
              <a:t>Polyeder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2502827" y="6374818"/>
            <a:ext cx="872490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20"/>
              </a:lnSpc>
            </a:pPr>
            <a:r>
              <a:rPr sz="2400" dirty="0">
                <a:latin typeface="Times New Roman"/>
                <a:cs typeface="Times New Roman"/>
              </a:rPr>
              <a:t>Punk</a:t>
            </a:r>
            <a:r>
              <a:rPr sz="2400" spc="-5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5413781" y="6655011"/>
            <a:ext cx="194945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20"/>
              </a:lnSpc>
            </a:pPr>
            <a:r>
              <a:rPr sz="2400" i="1" dirty="0">
                <a:latin typeface="Times New Roman"/>
                <a:cs typeface="Times New Roman"/>
              </a:rPr>
              <a:t>Z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5187859" y="1194653"/>
            <a:ext cx="107324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heavy" dirty="0" err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Po</a:t>
            </a:r>
            <a:r>
              <a:rPr lang="en-US" sz="2400" u="heavy" spc="-5" dirty="0" err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</a:t>
            </a:r>
            <a:r>
              <a:rPr lang="en-US" sz="2400" u="heavy" dirty="0" err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yID</a:t>
            </a:r>
            <a:endParaRPr lang="en-US" sz="2400" dirty="0">
              <a:latin typeface="Times New Roman"/>
              <a:cs typeface="Times New Roman"/>
            </a:endParaRP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dirty="0"/>
              <a:t>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021486" y="6216535"/>
            <a:ext cx="2516214" cy="384721"/>
          </a:xfrm>
          <a:prstGeom prst="rect">
            <a:avLst/>
          </a:prstGeom>
          <a:solidFill>
            <a:srgbClr val="A9ADFF"/>
          </a:solidFill>
        </p:spPr>
        <p:txBody>
          <a:bodyPr vert="horz" wrap="square" lIns="0" tIns="4572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60"/>
              </a:spcBef>
            </a:pPr>
            <a:r>
              <a:rPr sz="2200" spc="-1175" dirty="0">
                <a:latin typeface="Wingdings"/>
                <a:cs typeface="Wingdings"/>
              </a:rPr>
              <a:t>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lang="de-DE" sz="2200" spc="-25" dirty="0">
                <a:latin typeface="Times New Roman"/>
                <a:cs typeface="Times New Roman"/>
              </a:rPr>
              <a:t>  </a:t>
            </a:r>
            <a:r>
              <a:rPr sz="2200" spc="-5" dirty="0" err="1">
                <a:latin typeface="Times New Roman"/>
                <a:cs typeface="Times New Roman"/>
              </a:rPr>
              <a:t>Nächste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Seite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0A12A853-5FA8-3402-5816-25C4E4D11CDF}"/>
              </a:ext>
            </a:extLst>
          </p:cNvPr>
          <p:cNvSpPr txBox="1">
            <a:spLocks/>
          </p:cNvSpPr>
          <p:nvPr/>
        </p:nvSpPr>
        <p:spPr>
          <a:xfrm>
            <a:off x="1309714" y="575898"/>
            <a:ext cx="6551586" cy="828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4604">
              <a:lnSpc>
                <a:spcPct val="100000"/>
              </a:lnSpc>
              <a:spcBef>
                <a:spcPts val="100"/>
              </a:spcBef>
            </a:pPr>
            <a:r>
              <a:rPr lang="en-GB" spc="-5" dirty="0" err="1"/>
              <a:t>Universitätsschema</a:t>
            </a:r>
            <a:r>
              <a:rPr lang="en-GB" spc="-5" dirty="0"/>
              <a:t> </a:t>
            </a:r>
            <a:r>
              <a:rPr lang="en-GB" dirty="0" err="1"/>
              <a:t>mit</a:t>
            </a:r>
            <a:r>
              <a:rPr lang="en-GB" dirty="0"/>
              <a:t>  </a:t>
            </a:r>
            <a:r>
              <a:rPr lang="en-GB" dirty="0" err="1"/>
              <a:t>Gene</a:t>
            </a:r>
            <a:r>
              <a:rPr lang="en-GB" spc="-5" dirty="0" err="1"/>
              <a:t>r</a:t>
            </a:r>
            <a:r>
              <a:rPr lang="en-GB" dirty="0" err="1"/>
              <a:t>ali</a:t>
            </a:r>
            <a:r>
              <a:rPr lang="en-GB" spc="-5" dirty="0" err="1"/>
              <a:t>s</a:t>
            </a:r>
            <a:r>
              <a:rPr lang="en-GB" dirty="0" err="1"/>
              <a:t>ie</a:t>
            </a:r>
            <a:r>
              <a:rPr lang="en-GB" spc="-5" dirty="0" err="1"/>
              <a:t>r</a:t>
            </a:r>
            <a:r>
              <a:rPr lang="en-GB" dirty="0" err="1"/>
              <a:t>ung</a:t>
            </a:r>
            <a:r>
              <a:rPr lang="en-GB" dirty="0"/>
              <a:t> und (min, max)-  </a:t>
            </a:r>
            <a:r>
              <a:rPr lang="en-GB" spc="-5" dirty="0" err="1"/>
              <a:t>Markierung</a:t>
            </a:r>
            <a:endParaRPr lang="en-GB" spc="-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73287" y="1796935"/>
            <a:ext cx="1532255" cy="377825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 marL="154305">
              <a:lnSpc>
                <a:spcPct val="100000"/>
              </a:lnSpc>
              <a:spcBef>
                <a:spcPts val="45"/>
              </a:spcBef>
            </a:pPr>
            <a:r>
              <a:rPr sz="2400" spc="-5" dirty="0">
                <a:latin typeface="Times New Roman"/>
                <a:cs typeface="Times New Roman"/>
              </a:rPr>
              <a:t>Studenten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3083" y="1187335"/>
            <a:ext cx="1322705" cy="452755"/>
          </a:xfrm>
          <a:custGeom>
            <a:avLst/>
            <a:gdLst/>
            <a:ahLst/>
            <a:cxnLst/>
            <a:rect l="l" t="t" r="r" b="b"/>
            <a:pathLst>
              <a:path w="1322705" h="452755">
                <a:moveTo>
                  <a:pt x="661191" y="0"/>
                </a:moveTo>
                <a:lnTo>
                  <a:pt x="593588" y="1167"/>
                </a:lnTo>
                <a:lnTo>
                  <a:pt x="527938" y="4596"/>
                </a:lnTo>
                <a:lnTo>
                  <a:pt x="464573" y="10170"/>
                </a:lnTo>
                <a:lnTo>
                  <a:pt x="403826" y="17777"/>
                </a:lnTo>
                <a:lnTo>
                  <a:pt x="346028" y="27303"/>
                </a:lnTo>
                <a:lnTo>
                  <a:pt x="291513" y="38635"/>
                </a:lnTo>
                <a:lnTo>
                  <a:pt x="240612" y="51658"/>
                </a:lnTo>
                <a:lnTo>
                  <a:pt x="193658" y="66259"/>
                </a:lnTo>
                <a:lnTo>
                  <a:pt x="150984" y="82324"/>
                </a:lnTo>
                <a:lnTo>
                  <a:pt x="112921" y="99739"/>
                </a:lnTo>
                <a:lnTo>
                  <a:pt x="51959" y="138167"/>
                </a:lnTo>
                <a:lnTo>
                  <a:pt x="13433" y="180632"/>
                </a:lnTo>
                <a:lnTo>
                  <a:pt x="0" y="226225"/>
                </a:lnTo>
                <a:lnTo>
                  <a:pt x="3413" y="249353"/>
                </a:lnTo>
                <a:lnTo>
                  <a:pt x="29725" y="293492"/>
                </a:lnTo>
                <a:lnTo>
                  <a:pt x="79802" y="334049"/>
                </a:lnTo>
                <a:lnTo>
                  <a:pt x="150984" y="370115"/>
                </a:lnTo>
                <a:lnTo>
                  <a:pt x="193658" y="386180"/>
                </a:lnTo>
                <a:lnTo>
                  <a:pt x="240612" y="400780"/>
                </a:lnTo>
                <a:lnTo>
                  <a:pt x="291513" y="413802"/>
                </a:lnTo>
                <a:lnTo>
                  <a:pt x="346028" y="425134"/>
                </a:lnTo>
                <a:lnTo>
                  <a:pt x="403826" y="434660"/>
                </a:lnTo>
                <a:lnTo>
                  <a:pt x="464573" y="442267"/>
                </a:lnTo>
                <a:lnTo>
                  <a:pt x="527938" y="447841"/>
                </a:lnTo>
                <a:lnTo>
                  <a:pt x="593588" y="451269"/>
                </a:lnTo>
                <a:lnTo>
                  <a:pt x="661191" y="452437"/>
                </a:lnTo>
                <a:lnTo>
                  <a:pt x="728795" y="451269"/>
                </a:lnTo>
                <a:lnTo>
                  <a:pt x="794447" y="447841"/>
                </a:lnTo>
                <a:lnTo>
                  <a:pt x="857813" y="442267"/>
                </a:lnTo>
                <a:lnTo>
                  <a:pt x="918562" y="434660"/>
                </a:lnTo>
                <a:lnTo>
                  <a:pt x="976360" y="425134"/>
                </a:lnTo>
                <a:lnTo>
                  <a:pt x="1030876" y="413802"/>
                </a:lnTo>
                <a:lnTo>
                  <a:pt x="1081777" y="400780"/>
                </a:lnTo>
                <a:lnTo>
                  <a:pt x="1128732" y="386180"/>
                </a:lnTo>
                <a:lnTo>
                  <a:pt x="1171406" y="370115"/>
                </a:lnTo>
                <a:lnTo>
                  <a:pt x="1209470" y="352700"/>
                </a:lnTo>
                <a:lnTo>
                  <a:pt x="1270431" y="314275"/>
                </a:lnTo>
                <a:lnTo>
                  <a:pt x="1308958" y="271813"/>
                </a:lnTo>
                <a:lnTo>
                  <a:pt x="1322391" y="226225"/>
                </a:lnTo>
                <a:lnTo>
                  <a:pt x="1318977" y="203094"/>
                </a:lnTo>
                <a:lnTo>
                  <a:pt x="1292665" y="158951"/>
                </a:lnTo>
                <a:lnTo>
                  <a:pt x="1242589" y="118391"/>
                </a:lnTo>
                <a:lnTo>
                  <a:pt x="1171406" y="82324"/>
                </a:lnTo>
                <a:lnTo>
                  <a:pt x="1128732" y="66259"/>
                </a:lnTo>
                <a:lnTo>
                  <a:pt x="1081777" y="51658"/>
                </a:lnTo>
                <a:lnTo>
                  <a:pt x="1030876" y="38635"/>
                </a:lnTo>
                <a:lnTo>
                  <a:pt x="976360" y="27303"/>
                </a:lnTo>
                <a:lnTo>
                  <a:pt x="918562" y="17777"/>
                </a:lnTo>
                <a:lnTo>
                  <a:pt x="857813" y="10170"/>
                </a:lnTo>
                <a:lnTo>
                  <a:pt x="794447" y="4596"/>
                </a:lnTo>
                <a:lnTo>
                  <a:pt x="728795" y="1167"/>
                </a:lnTo>
                <a:lnTo>
                  <a:pt x="661191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3083" y="1187335"/>
            <a:ext cx="1322705" cy="452755"/>
          </a:xfrm>
          <a:custGeom>
            <a:avLst/>
            <a:gdLst/>
            <a:ahLst/>
            <a:cxnLst/>
            <a:rect l="l" t="t" r="r" b="b"/>
            <a:pathLst>
              <a:path w="1322705" h="452755">
                <a:moveTo>
                  <a:pt x="0" y="226218"/>
                </a:moveTo>
                <a:lnTo>
                  <a:pt x="13433" y="180627"/>
                </a:lnTo>
                <a:lnTo>
                  <a:pt x="51959" y="138164"/>
                </a:lnTo>
                <a:lnTo>
                  <a:pt x="112921" y="99737"/>
                </a:lnTo>
                <a:lnTo>
                  <a:pt x="150984" y="82322"/>
                </a:lnTo>
                <a:lnTo>
                  <a:pt x="193659" y="66257"/>
                </a:lnTo>
                <a:lnTo>
                  <a:pt x="240613" y="51657"/>
                </a:lnTo>
                <a:lnTo>
                  <a:pt x="291514" y="38634"/>
                </a:lnTo>
                <a:lnTo>
                  <a:pt x="346029" y="27303"/>
                </a:lnTo>
                <a:lnTo>
                  <a:pt x="403827" y="17777"/>
                </a:lnTo>
                <a:lnTo>
                  <a:pt x="464574" y="10170"/>
                </a:lnTo>
                <a:lnTo>
                  <a:pt x="527940" y="4595"/>
                </a:lnTo>
                <a:lnTo>
                  <a:pt x="593590" y="1167"/>
                </a:lnTo>
                <a:lnTo>
                  <a:pt x="661193" y="0"/>
                </a:lnTo>
                <a:lnTo>
                  <a:pt x="728796" y="1167"/>
                </a:lnTo>
                <a:lnTo>
                  <a:pt x="794446" y="4595"/>
                </a:lnTo>
                <a:lnTo>
                  <a:pt x="857811" y="10170"/>
                </a:lnTo>
                <a:lnTo>
                  <a:pt x="918559" y="17777"/>
                </a:lnTo>
                <a:lnTo>
                  <a:pt x="976357" y="27303"/>
                </a:lnTo>
                <a:lnTo>
                  <a:pt x="1030873" y="38634"/>
                </a:lnTo>
                <a:lnTo>
                  <a:pt x="1081774" y="51657"/>
                </a:lnTo>
                <a:lnTo>
                  <a:pt x="1128728" y="66257"/>
                </a:lnTo>
                <a:lnTo>
                  <a:pt x="1171403" y="82322"/>
                </a:lnTo>
                <a:lnTo>
                  <a:pt x="1209466" y="99737"/>
                </a:lnTo>
                <a:lnTo>
                  <a:pt x="1270428" y="138164"/>
                </a:lnTo>
                <a:lnTo>
                  <a:pt x="1308955" y="180627"/>
                </a:lnTo>
                <a:lnTo>
                  <a:pt x="1322389" y="226218"/>
                </a:lnTo>
                <a:lnTo>
                  <a:pt x="1318975" y="249348"/>
                </a:lnTo>
                <a:lnTo>
                  <a:pt x="1292662" y="293488"/>
                </a:lnTo>
                <a:lnTo>
                  <a:pt x="1242585" y="334047"/>
                </a:lnTo>
                <a:lnTo>
                  <a:pt x="1171403" y="370114"/>
                </a:lnTo>
                <a:lnTo>
                  <a:pt x="1128728" y="386179"/>
                </a:lnTo>
                <a:lnTo>
                  <a:pt x="1081774" y="400779"/>
                </a:lnTo>
                <a:lnTo>
                  <a:pt x="1030873" y="413802"/>
                </a:lnTo>
                <a:lnTo>
                  <a:pt x="976357" y="425133"/>
                </a:lnTo>
                <a:lnTo>
                  <a:pt x="918559" y="434659"/>
                </a:lnTo>
                <a:lnTo>
                  <a:pt x="857811" y="442266"/>
                </a:lnTo>
                <a:lnTo>
                  <a:pt x="794446" y="447841"/>
                </a:lnTo>
                <a:lnTo>
                  <a:pt x="728796" y="451269"/>
                </a:lnTo>
                <a:lnTo>
                  <a:pt x="661193" y="452437"/>
                </a:lnTo>
                <a:lnTo>
                  <a:pt x="593590" y="451269"/>
                </a:lnTo>
                <a:lnTo>
                  <a:pt x="527940" y="447841"/>
                </a:lnTo>
                <a:lnTo>
                  <a:pt x="464574" y="442266"/>
                </a:lnTo>
                <a:lnTo>
                  <a:pt x="403827" y="434659"/>
                </a:lnTo>
                <a:lnTo>
                  <a:pt x="346029" y="425133"/>
                </a:lnTo>
                <a:lnTo>
                  <a:pt x="291514" y="413802"/>
                </a:lnTo>
                <a:lnTo>
                  <a:pt x="240613" y="400779"/>
                </a:lnTo>
                <a:lnTo>
                  <a:pt x="193659" y="386179"/>
                </a:lnTo>
                <a:lnTo>
                  <a:pt x="150984" y="370114"/>
                </a:lnTo>
                <a:lnTo>
                  <a:pt x="112921" y="352699"/>
                </a:lnTo>
                <a:lnTo>
                  <a:pt x="51959" y="314272"/>
                </a:lnTo>
                <a:lnTo>
                  <a:pt x="13433" y="271809"/>
                </a:lnTo>
                <a:lnTo>
                  <a:pt x="0" y="226218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69283" y="1217980"/>
            <a:ext cx="939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at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rNr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3083" y="2558935"/>
            <a:ext cx="1322705" cy="454025"/>
          </a:xfrm>
          <a:custGeom>
            <a:avLst/>
            <a:gdLst/>
            <a:ahLst/>
            <a:cxnLst/>
            <a:rect l="l" t="t" r="r" b="b"/>
            <a:pathLst>
              <a:path w="1322705" h="454025">
                <a:moveTo>
                  <a:pt x="661191" y="0"/>
                </a:moveTo>
                <a:lnTo>
                  <a:pt x="593588" y="1172"/>
                </a:lnTo>
                <a:lnTo>
                  <a:pt x="527938" y="4612"/>
                </a:lnTo>
                <a:lnTo>
                  <a:pt x="464573" y="10206"/>
                </a:lnTo>
                <a:lnTo>
                  <a:pt x="403826" y="17839"/>
                </a:lnTo>
                <a:lnTo>
                  <a:pt x="346028" y="27399"/>
                </a:lnTo>
                <a:lnTo>
                  <a:pt x="291513" y="38770"/>
                </a:lnTo>
                <a:lnTo>
                  <a:pt x="240612" y="51838"/>
                </a:lnTo>
                <a:lnTo>
                  <a:pt x="193658" y="66490"/>
                </a:lnTo>
                <a:lnTo>
                  <a:pt x="150984" y="82611"/>
                </a:lnTo>
                <a:lnTo>
                  <a:pt x="112921" y="100088"/>
                </a:lnTo>
                <a:lnTo>
                  <a:pt x="51959" y="138649"/>
                </a:lnTo>
                <a:lnTo>
                  <a:pt x="13433" y="181261"/>
                </a:lnTo>
                <a:lnTo>
                  <a:pt x="0" y="227012"/>
                </a:lnTo>
                <a:lnTo>
                  <a:pt x="3413" y="250223"/>
                </a:lnTo>
                <a:lnTo>
                  <a:pt x="29725" y="294518"/>
                </a:lnTo>
                <a:lnTo>
                  <a:pt x="79802" y="335219"/>
                </a:lnTo>
                <a:lnTo>
                  <a:pt x="150984" y="371413"/>
                </a:lnTo>
                <a:lnTo>
                  <a:pt x="193658" y="387534"/>
                </a:lnTo>
                <a:lnTo>
                  <a:pt x="240612" y="402186"/>
                </a:lnTo>
                <a:lnTo>
                  <a:pt x="291513" y="415254"/>
                </a:lnTo>
                <a:lnTo>
                  <a:pt x="346028" y="426625"/>
                </a:lnTo>
                <a:lnTo>
                  <a:pt x="403826" y="436185"/>
                </a:lnTo>
                <a:lnTo>
                  <a:pt x="464573" y="443818"/>
                </a:lnTo>
                <a:lnTo>
                  <a:pt x="527938" y="449412"/>
                </a:lnTo>
                <a:lnTo>
                  <a:pt x="593588" y="452852"/>
                </a:lnTo>
                <a:lnTo>
                  <a:pt x="661191" y="454025"/>
                </a:lnTo>
                <a:lnTo>
                  <a:pt x="728795" y="452852"/>
                </a:lnTo>
                <a:lnTo>
                  <a:pt x="794447" y="449412"/>
                </a:lnTo>
                <a:lnTo>
                  <a:pt x="857813" y="443818"/>
                </a:lnTo>
                <a:lnTo>
                  <a:pt x="918562" y="436185"/>
                </a:lnTo>
                <a:lnTo>
                  <a:pt x="976360" y="426625"/>
                </a:lnTo>
                <a:lnTo>
                  <a:pt x="1030876" y="415254"/>
                </a:lnTo>
                <a:lnTo>
                  <a:pt x="1081777" y="402186"/>
                </a:lnTo>
                <a:lnTo>
                  <a:pt x="1128732" y="387534"/>
                </a:lnTo>
                <a:lnTo>
                  <a:pt x="1171406" y="371413"/>
                </a:lnTo>
                <a:lnTo>
                  <a:pt x="1209470" y="353936"/>
                </a:lnTo>
                <a:lnTo>
                  <a:pt x="1270431" y="315375"/>
                </a:lnTo>
                <a:lnTo>
                  <a:pt x="1308958" y="272763"/>
                </a:lnTo>
                <a:lnTo>
                  <a:pt x="1322391" y="227012"/>
                </a:lnTo>
                <a:lnTo>
                  <a:pt x="1318977" y="203801"/>
                </a:lnTo>
                <a:lnTo>
                  <a:pt x="1292665" y="159506"/>
                </a:lnTo>
                <a:lnTo>
                  <a:pt x="1242589" y="118805"/>
                </a:lnTo>
                <a:lnTo>
                  <a:pt x="1171406" y="82611"/>
                </a:lnTo>
                <a:lnTo>
                  <a:pt x="1128732" y="66490"/>
                </a:lnTo>
                <a:lnTo>
                  <a:pt x="1081777" y="51838"/>
                </a:lnTo>
                <a:lnTo>
                  <a:pt x="1030876" y="38770"/>
                </a:lnTo>
                <a:lnTo>
                  <a:pt x="976360" y="27399"/>
                </a:lnTo>
                <a:lnTo>
                  <a:pt x="918562" y="17839"/>
                </a:lnTo>
                <a:lnTo>
                  <a:pt x="857813" y="10206"/>
                </a:lnTo>
                <a:lnTo>
                  <a:pt x="794447" y="4612"/>
                </a:lnTo>
                <a:lnTo>
                  <a:pt x="728795" y="1172"/>
                </a:lnTo>
                <a:lnTo>
                  <a:pt x="661191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73083" y="2558935"/>
            <a:ext cx="1322705" cy="454025"/>
          </a:xfrm>
          <a:custGeom>
            <a:avLst/>
            <a:gdLst/>
            <a:ahLst/>
            <a:cxnLst/>
            <a:rect l="l" t="t" r="r" b="b"/>
            <a:pathLst>
              <a:path w="1322705" h="454025">
                <a:moveTo>
                  <a:pt x="0" y="227012"/>
                </a:moveTo>
                <a:lnTo>
                  <a:pt x="13433" y="181261"/>
                </a:lnTo>
                <a:lnTo>
                  <a:pt x="51959" y="138649"/>
                </a:lnTo>
                <a:lnTo>
                  <a:pt x="112921" y="100087"/>
                </a:lnTo>
                <a:lnTo>
                  <a:pt x="150984" y="82611"/>
                </a:lnTo>
                <a:lnTo>
                  <a:pt x="193659" y="66490"/>
                </a:lnTo>
                <a:lnTo>
                  <a:pt x="240613" y="51838"/>
                </a:lnTo>
                <a:lnTo>
                  <a:pt x="291514" y="38770"/>
                </a:lnTo>
                <a:lnTo>
                  <a:pt x="346029" y="27399"/>
                </a:lnTo>
                <a:lnTo>
                  <a:pt x="403827" y="17839"/>
                </a:lnTo>
                <a:lnTo>
                  <a:pt x="464574" y="10206"/>
                </a:lnTo>
                <a:lnTo>
                  <a:pt x="527940" y="4612"/>
                </a:lnTo>
                <a:lnTo>
                  <a:pt x="593590" y="1172"/>
                </a:lnTo>
                <a:lnTo>
                  <a:pt x="661193" y="0"/>
                </a:lnTo>
                <a:lnTo>
                  <a:pt x="728796" y="1172"/>
                </a:lnTo>
                <a:lnTo>
                  <a:pt x="794446" y="4612"/>
                </a:lnTo>
                <a:lnTo>
                  <a:pt x="857811" y="10206"/>
                </a:lnTo>
                <a:lnTo>
                  <a:pt x="918559" y="17839"/>
                </a:lnTo>
                <a:lnTo>
                  <a:pt x="976357" y="27399"/>
                </a:lnTo>
                <a:lnTo>
                  <a:pt x="1030873" y="38770"/>
                </a:lnTo>
                <a:lnTo>
                  <a:pt x="1081774" y="51838"/>
                </a:lnTo>
                <a:lnTo>
                  <a:pt x="1128728" y="66490"/>
                </a:lnTo>
                <a:lnTo>
                  <a:pt x="1171403" y="82611"/>
                </a:lnTo>
                <a:lnTo>
                  <a:pt x="1209466" y="100087"/>
                </a:lnTo>
                <a:lnTo>
                  <a:pt x="1270428" y="138649"/>
                </a:lnTo>
                <a:lnTo>
                  <a:pt x="1308955" y="181261"/>
                </a:lnTo>
                <a:lnTo>
                  <a:pt x="1322389" y="227012"/>
                </a:lnTo>
                <a:lnTo>
                  <a:pt x="1318975" y="250223"/>
                </a:lnTo>
                <a:lnTo>
                  <a:pt x="1292662" y="294519"/>
                </a:lnTo>
                <a:lnTo>
                  <a:pt x="1242585" y="335220"/>
                </a:lnTo>
                <a:lnTo>
                  <a:pt x="1171403" y="371414"/>
                </a:lnTo>
                <a:lnTo>
                  <a:pt x="1128728" y="387535"/>
                </a:lnTo>
                <a:lnTo>
                  <a:pt x="1081774" y="402186"/>
                </a:lnTo>
                <a:lnTo>
                  <a:pt x="1030873" y="415255"/>
                </a:lnTo>
                <a:lnTo>
                  <a:pt x="976357" y="426626"/>
                </a:lnTo>
                <a:lnTo>
                  <a:pt x="918559" y="436185"/>
                </a:lnTo>
                <a:lnTo>
                  <a:pt x="857811" y="443819"/>
                </a:lnTo>
                <a:lnTo>
                  <a:pt x="794446" y="449413"/>
                </a:lnTo>
                <a:lnTo>
                  <a:pt x="728796" y="452853"/>
                </a:lnTo>
                <a:lnTo>
                  <a:pt x="661193" y="454025"/>
                </a:lnTo>
                <a:lnTo>
                  <a:pt x="593590" y="452853"/>
                </a:lnTo>
                <a:lnTo>
                  <a:pt x="527940" y="449413"/>
                </a:lnTo>
                <a:lnTo>
                  <a:pt x="464574" y="443819"/>
                </a:lnTo>
                <a:lnTo>
                  <a:pt x="403827" y="436185"/>
                </a:lnTo>
                <a:lnTo>
                  <a:pt x="346029" y="426626"/>
                </a:lnTo>
                <a:lnTo>
                  <a:pt x="291514" y="415255"/>
                </a:lnTo>
                <a:lnTo>
                  <a:pt x="240613" y="402186"/>
                </a:lnTo>
                <a:lnTo>
                  <a:pt x="193659" y="387535"/>
                </a:lnTo>
                <a:lnTo>
                  <a:pt x="150984" y="371414"/>
                </a:lnTo>
                <a:lnTo>
                  <a:pt x="112921" y="353937"/>
                </a:lnTo>
                <a:lnTo>
                  <a:pt x="51959" y="315376"/>
                </a:lnTo>
                <a:lnTo>
                  <a:pt x="13433" y="272763"/>
                </a:lnTo>
                <a:lnTo>
                  <a:pt x="0" y="227012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67683" y="2590368"/>
            <a:ext cx="1143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Semester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73083" y="1873135"/>
            <a:ext cx="1322705" cy="454025"/>
          </a:xfrm>
          <a:custGeom>
            <a:avLst/>
            <a:gdLst/>
            <a:ahLst/>
            <a:cxnLst/>
            <a:rect l="l" t="t" r="r" b="b"/>
            <a:pathLst>
              <a:path w="1322705" h="454025">
                <a:moveTo>
                  <a:pt x="661191" y="0"/>
                </a:moveTo>
                <a:lnTo>
                  <a:pt x="593588" y="1172"/>
                </a:lnTo>
                <a:lnTo>
                  <a:pt x="527938" y="4612"/>
                </a:lnTo>
                <a:lnTo>
                  <a:pt x="464573" y="10206"/>
                </a:lnTo>
                <a:lnTo>
                  <a:pt x="403826" y="17839"/>
                </a:lnTo>
                <a:lnTo>
                  <a:pt x="346028" y="27399"/>
                </a:lnTo>
                <a:lnTo>
                  <a:pt x="291513" y="38770"/>
                </a:lnTo>
                <a:lnTo>
                  <a:pt x="240612" y="51838"/>
                </a:lnTo>
                <a:lnTo>
                  <a:pt x="193658" y="66490"/>
                </a:lnTo>
                <a:lnTo>
                  <a:pt x="150984" y="82611"/>
                </a:lnTo>
                <a:lnTo>
                  <a:pt x="112921" y="100088"/>
                </a:lnTo>
                <a:lnTo>
                  <a:pt x="51959" y="138649"/>
                </a:lnTo>
                <a:lnTo>
                  <a:pt x="13433" y="181261"/>
                </a:lnTo>
                <a:lnTo>
                  <a:pt x="0" y="227012"/>
                </a:lnTo>
                <a:lnTo>
                  <a:pt x="3413" y="250223"/>
                </a:lnTo>
                <a:lnTo>
                  <a:pt x="29725" y="294518"/>
                </a:lnTo>
                <a:lnTo>
                  <a:pt x="79802" y="335219"/>
                </a:lnTo>
                <a:lnTo>
                  <a:pt x="150984" y="371413"/>
                </a:lnTo>
                <a:lnTo>
                  <a:pt x="193658" y="387534"/>
                </a:lnTo>
                <a:lnTo>
                  <a:pt x="240612" y="402186"/>
                </a:lnTo>
                <a:lnTo>
                  <a:pt x="291513" y="415254"/>
                </a:lnTo>
                <a:lnTo>
                  <a:pt x="346028" y="426625"/>
                </a:lnTo>
                <a:lnTo>
                  <a:pt x="403826" y="436185"/>
                </a:lnTo>
                <a:lnTo>
                  <a:pt x="464573" y="443818"/>
                </a:lnTo>
                <a:lnTo>
                  <a:pt x="527938" y="449412"/>
                </a:lnTo>
                <a:lnTo>
                  <a:pt x="593588" y="452852"/>
                </a:lnTo>
                <a:lnTo>
                  <a:pt x="661191" y="454025"/>
                </a:lnTo>
                <a:lnTo>
                  <a:pt x="728795" y="452852"/>
                </a:lnTo>
                <a:lnTo>
                  <a:pt x="794447" y="449412"/>
                </a:lnTo>
                <a:lnTo>
                  <a:pt x="857813" y="443818"/>
                </a:lnTo>
                <a:lnTo>
                  <a:pt x="918562" y="436185"/>
                </a:lnTo>
                <a:lnTo>
                  <a:pt x="976360" y="426625"/>
                </a:lnTo>
                <a:lnTo>
                  <a:pt x="1030876" y="415254"/>
                </a:lnTo>
                <a:lnTo>
                  <a:pt x="1081777" y="402186"/>
                </a:lnTo>
                <a:lnTo>
                  <a:pt x="1128732" y="387534"/>
                </a:lnTo>
                <a:lnTo>
                  <a:pt x="1171406" y="371413"/>
                </a:lnTo>
                <a:lnTo>
                  <a:pt x="1209470" y="353936"/>
                </a:lnTo>
                <a:lnTo>
                  <a:pt x="1270431" y="315375"/>
                </a:lnTo>
                <a:lnTo>
                  <a:pt x="1308958" y="272763"/>
                </a:lnTo>
                <a:lnTo>
                  <a:pt x="1322391" y="227012"/>
                </a:lnTo>
                <a:lnTo>
                  <a:pt x="1318977" y="203801"/>
                </a:lnTo>
                <a:lnTo>
                  <a:pt x="1292665" y="159506"/>
                </a:lnTo>
                <a:lnTo>
                  <a:pt x="1242589" y="118805"/>
                </a:lnTo>
                <a:lnTo>
                  <a:pt x="1171406" y="82611"/>
                </a:lnTo>
                <a:lnTo>
                  <a:pt x="1128732" y="66490"/>
                </a:lnTo>
                <a:lnTo>
                  <a:pt x="1081777" y="51838"/>
                </a:lnTo>
                <a:lnTo>
                  <a:pt x="1030876" y="38770"/>
                </a:lnTo>
                <a:lnTo>
                  <a:pt x="976360" y="27399"/>
                </a:lnTo>
                <a:lnTo>
                  <a:pt x="918562" y="17839"/>
                </a:lnTo>
                <a:lnTo>
                  <a:pt x="857813" y="10206"/>
                </a:lnTo>
                <a:lnTo>
                  <a:pt x="794447" y="4612"/>
                </a:lnTo>
                <a:lnTo>
                  <a:pt x="728795" y="1172"/>
                </a:lnTo>
                <a:lnTo>
                  <a:pt x="661191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73083" y="1873135"/>
            <a:ext cx="1322705" cy="454025"/>
          </a:xfrm>
          <a:custGeom>
            <a:avLst/>
            <a:gdLst/>
            <a:ahLst/>
            <a:cxnLst/>
            <a:rect l="l" t="t" r="r" b="b"/>
            <a:pathLst>
              <a:path w="1322705" h="454025">
                <a:moveTo>
                  <a:pt x="0" y="227012"/>
                </a:moveTo>
                <a:lnTo>
                  <a:pt x="13433" y="181261"/>
                </a:lnTo>
                <a:lnTo>
                  <a:pt x="51959" y="138649"/>
                </a:lnTo>
                <a:lnTo>
                  <a:pt x="112921" y="100087"/>
                </a:lnTo>
                <a:lnTo>
                  <a:pt x="150984" y="82611"/>
                </a:lnTo>
                <a:lnTo>
                  <a:pt x="193659" y="66490"/>
                </a:lnTo>
                <a:lnTo>
                  <a:pt x="240613" y="51838"/>
                </a:lnTo>
                <a:lnTo>
                  <a:pt x="291514" y="38770"/>
                </a:lnTo>
                <a:lnTo>
                  <a:pt x="346029" y="27399"/>
                </a:lnTo>
                <a:lnTo>
                  <a:pt x="403827" y="17839"/>
                </a:lnTo>
                <a:lnTo>
                  <a:pt x="464574" y="10206"/>
                </a:lnTo>
                <a:lnTo>
                  <a:pt x="527940" y="4612"/>
                </a:lnTo>
                <a:lnTo>
                  <a:pt x="593590" y="1172"/>
                </a:lnTo>
                <a:lnTo>
                  <a:pt x="661193" y="0"/>
                </a:lnTo>
                <a:lnTo>
                  <a:pt x="728796" y="1172"/>
                </a:lnTo>
                <a:lnTo>
                  <a:pt x="794446" y="4612"/>
                </a:lnTo>
                <a:lnTo>
                  <a:pt x="857811" y="10206"/>
                </a:lnTo>
                <a:lnTo>
                  <a:pt x="918559" y="17839"/>
                </a:lnTo>
                <a:lnTo>
                  <a:pt x="976357" y="27399"/>
                </a:lnTo>
                <a:lnTo>
                  <a:pt x="1030873" y="38770"/>
                </a:lnTo>
                <a:lnTo>
                  <a:pt x="1081774" y="51838"/>
                </a:lnTo>
                <a:lnTo>
                  <a:pt x="1128728" y="66490"/>
                </a:lnTo>
                <a:lnTo>
                  <a:pt x="1171403" y="82611"/>
                </a:lnTo>
                <a:lnTo>
                  <a:pt x="1209466" y="100087"/>
                </a:lnTo>
                <a:lnTo>
                  <a:pt x="1270428" y="138649"/>
                </a:lnTo>
                <a:lnTo>
                  <a:pt x="1308955" y="181261"/>
                </a:lnTo>
                <a:lnTo>
                  <a:pt x="1322389" y="227012"/>
                </a:lnTo>
                <a:lnTo>
                  <a:pt x="1318975" y="250223"/>
                </a:lnTo>
                <a:lnTo>
                  <a:pt x="1292662" y="294519"/>
                </a:lnTo>
                <a:lnTo>
                  <a:pt x="1242585" y="335220"/>
                </a:lnTo>
                <a:lnTo>
                  <a:pt x="1171403" y="371414"/>
                </a:lnTo>
                <a:lnTo>
                  <a:pt x="1128728" y="387535"/>
                </a:lnTo>
                <a:lnTo>
                  <a:pt x="1081774" y="402187"/>
                </a:lnTo>
                <a:lnTo>
                  <a:pt x="1030873" y="415255"/>
                </a:lnTo>
                <a:lnTo>
                  <a:pt x="976357" y="426626"/>
                </a:lnTo>
                <a:lnTo>
                  <a:pt x="918559" y="436185"/>
                </a:lnTo>
                <a:lnTo>
                  <a:pt x="857811" y="443819"/>
                </a:lnTo>
                <a:lnTo>
                  <a:pt x="794446" y="449413"/>
                </a:lnTo>
                <a:lnTo>
                  <a:pt x="728796" y="452853"/>
                </a:lnTo>
                <a:lnTo>
                  <a:pt x="661193" y="454025"/>
                </a:lnTo>
                <a:lnTo>
                  <a:pt x="593590" y="452853"/>
                </a:lnTo>
                <a:lnTo>
                  <a:pt x="527940" y="449413"/>
                </a:lnTo>
                <a:lnTo>
                  <a:pt x="464574" y="443819"/>
                </a:lnTo>
                <a:lnTo>
                  <a:pt x="403827" y="436185"/>
                </a:lnTo>
                <a:lnTo>
                  <a:pt x="346029" y="426626"/>
                </a:lnTo>
                <a:lnTo>
                  <a:pt x="291514" y="415255"/>
                </a:lnTo>
                <a:lnTo>
                  <a:pt x="240613" y="402187"/>
                </a:lnTo>
                <a:lnTo>
                  <a:pt x="193659" y="387535"/>
                </a:lnTo>
                <a:lnTo>
                  <a:pt x="150984" y="371414"/>
                </a:lnTo>
                <a:lnTo>
                  <a:pt x="112921" y="353937"/>
                </a:lnTo>
                <a:lnTo>
                  <a:pt x="51959" y="315376"/>
                </a:lnTo>
                <a:lnTo>
                  <a:pt x="13433" y="272763"/>
                </a:lnTo>
                <a:lnTo>
                  <a:pt x="0" y="227012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058183" y="1904568"/>
            <a:ext cx="7531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Name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506886" y="1644535"/>
            <a:ext cx="1114425" cy="601980"/>
          </a:xfrm>
          <a:custGeom>
            <a:avLst/>
            <a:gdLst/>
            <a:ahLst/>
            <a:cxnLst/>
            <a:rect l="l" t="t" r="r" b="b"/>
            <a:pathLst>
              <a:path w="1114425" h="601980">
                <a:moveTo>
                  <a:pt x="557212" y="0"/>
                </a:moveTo>
                <a:lnTo>
                  <a:pt x="0" y="300837"/>
                </a:lnTo>
                <a:lnTo>
                  <a:pt x="557212" y="601662"/>
                </a:lnTo>
                <a:lnTo>
                  <a:pt x="1114425" y="300837"/>
                </a:lnTo>
                <a:lnTo>
                  <a:pt x="557212" y="0"/>
                </a:lnTo>
                <a:close/>
              </a:path>
            </a:pathLst>
          </a:custGeom>
          <a:solidFill>
            <a:srgbClr val="73F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506886" y="1644535"/>
            <a:ext cx="1114425" cy="601980"/>
          </a:xfrm>
          <a:custGeom>
            <a:avLst/>
            <a:gdLst/>
            <a:ahLst/>
            <a:cxnLst/>
            <a:rect l="l" t="t" r="r" b="b"/>
            <a:pathLst>
              <a:path w="1114425" h="601980">
                <a:moveTo>
                  <a:pt x="0" y="300831"/>
                </a:moveTo>
                <a:lnTo>
                  <a:pt x="557212" y="0"/>
                </a:lnTo>
                <a:lnTo>
                  <a:pt x="1114429" y="300831"/>
                </a:lnTo>
                <a:lnTo>
                  <a:pt x="557212" y="601662"/>
                </a:lnTo>
                <a:lnTo>
                  <a:pt x="0" y="300831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107086" y="1720735"/>
            <a:ext cx="1675130" cy="377825"/>
          </a:xfrm>
          <a:custGeom>
            <a:avLst/>
            <a:gdLst/>
            <a:ahLst/>
            <a:cxnLst/>
            <a:rect l="l" t="t" r="r" b="b"/>
            <a:pathLst>
              <a:path w="1675129" h="377825">
                <a:moveTo>
                  <a:pt x="0" y="0"/>
                </a:moveTo>
                <a:lnTo>
                  <a:pt x="1674812" y="0"/>
                </a:lnTo>
                <a:lnTo>
                  <a:pt x="1674812" y="377825"/>
                </a:lnTo>
                <a:lnTo>
                  <a:pt x="0" y="377825"/>
                </a:lnTo>
                <a:lnTo>
                  <a:pt x="0" y="0"/>
                </a:lnTo>
                <a:close/>
              </a:path>
            </a:pathLst>
          </a:custGeom>
          <a:solidFill>
            <a:srgbClr val="FFD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107086" y="1720735"/>
            <a:ext cx="1675130" cy="377825"/>
          </a:xfrm>
          <a:prstGeom prst="rect">
            <a:avLst/>
          </a:prstGeom>
          <a:ln w="6349">
            <a:solidFill>
              <a:srgbClr val="000000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 marL="78740">
              <a:lnSpc>
                <a:spcPct val="100000"/>
              </a:lnSpc>
              <a:spcBef>
                <a:spcPts val="45"/>
              </a:spcBef>
            </a:pPr>
            <a:r>
              <a:rPr sz="2400" spc="-30" dirty="0">
                <a:latin typeface="Times New Roman"/>
                <a:cs typeface="Times New Roman"/>
              </a:rPr>
              <a:t>Vorlesungen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878486" y="349135"/>
            <a:ext cx="1908175" cy="701675"/>
          </a:xfrm>
          <a:custGeom>
            <a:avLst/>
            <a:gdLst/>
            <a:ahLst/>
            <a:cxnLst/>
            <a:rect l="l" t="t" r="r" b="b"/>
            <a:pathLst>
              <a:path w="1908175" h="701675">
                <a:moveTo>
                  <a:pt x="954087" y="0"/>
                </a:moveTo>
                <a:lnTo>
                  <a:pt x="0" y="350837"/>
                </a:lnTo>
                <a:lnTo>
                  <a:pt x="954087" y="701675"/>
                </a:lnTo>
                <a:lnTo>
                  <a:pt x="1908175" y="350837"/>
                </a:lnTo>
                <a:lnTo>
                  <a:pt x="954087" y="0"/>
                </a:lnTo>
                <a:close/>
              </a:path>
            </a:pathLst>
          </a:custGeom>
          <a:solidFill>
            <a:srgbClr val="73F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878486" y="349135"/>
            <a:ext cx="1908175" cy="701675"/>
          </a:xfrm>
          <a:custGeom>
            <a:avLst/>
            <a:gdLst/>
            <a:ahLst/>
            <a:cxnLst/>
            <a:rect l="l" t="t" r="r" b="b"/>
            <a:pathLst>
              <a:path w="1908175" h="701675">
                <a:moveTo>
                  <a:pt x="0" y="350837"/>
                </a:moveTo>
                <a:lnTo>
                  <a:pt x="954087" y="0"/>
                </a:lnTo>
                <a:lnTo>
                  <a:pt x="1908168" y="350837"/>
                </a:lnTo>
                <a:lnTo>
                  <a:pt x="954087" y="701674"/>
                </a:lnTo>
                <a:lnTo>
                  <a:pt x="0" y="350837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027864" y="504393"/>
            <a:ext cx="15995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voraussetzen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289899" y="1673110"/>
            <a:ext cx="1322705" cy="450850"/>
          </a:xfrm>
          <a:custGeom>
            <a:avLst/>
            <a:gdLst/>
            <a:ahLst/>
            <a:cxnLst/>
            <a:rect l="l" t="t" r="r" b="b"/>
            <a:pathLst>
              <a:path w="1322704" h="450850">
                <a:moveTo>
                  <a:pt x="661187" y="0"/>
                </a:moveTo>
                <a:lnTo>
                  <a:pt x="593584" y="1163"/>
                </a:lnTo>
                <a:lnTo>
                  <a:pt x="527935" y="4579"/>
                </a:lnTo>
                <a:lnTo>
                  <a:pt x="464570" y="10134"/>
                </a:lnTo>
                <a:lnTo>
                  <a:pt x="403823" y="17715"/>
                </a:lnTo>
                <a:lnTo>
                  <a:pt x="346026" y="27207"/>
                </a:lnTo>
                <a:lnTo>
                  <a:pt x="291511" y="38499"/>
                </a:lnTo>
                <a:lnTo>
                  <a:pt x="240611" y="51476"/>
                </a:lnTo>
                <a:lnTo>
                  <a:pt x="193657" y="66025"/>
                </a:lnTo>
                <a:lnTo>
                  <a:pt x="150983" y="82034"/>
                </a:lnTo>
                <a:lnTo>
                  <a:pt x="112920" y="99388"/>
                </a:lnTo>
                <a:lnTo>
                  <a:pt x="51959" y="137679"/>
                </a:lnTo>
                <a:lnTo>
                  <a:pt x="13433" y="179994"/>
                </a:lnTo>
                <a:lnTo>
                  <a:pt x="0" y="225425"/>
                </a:lnTo>
                <a:lnTo>
                  <a:pt x="3413" y="248473"/>
                </a:lnTo>
                <a:lnTo>
                  <a:pt x="29725" y="292459"/>
                </a:lnTo>
                <a:lnTo>
                  <a:pt x="79801" y="332875"/>
                </a:lnTo>
                <a:lnTo>
                  <a:pt x="150983" y="368815"/>
                </a:lnTo>
                <a:lnTo>
                  <a:pt x="193657" y="384824"/>
                </a:lnTo>
                <a:lnTo>
                  <a:pt x="240611" y="399373"/>
                </a:lnTo>
                <a:lnTo>
                  <a:pt x="291511" y="412350"/>
                </a:lnTo>
                <a:lnTo>
                  <a:pt x="346026" y="423642"/>
                </a:lnTo>
                <a:lnTo>
                  <a:pt x="403823" y="433134"/>
                </a:lnTo>
                <a:lnTo>
                  <a:pt x="464570" y="440715"/>
                </a:lnTo>
                <a:lnTo>
                  <a:pt x="527935" y="446270"/>
                </a:lnTo>
                <a:lnTo>
                  <a:pt x="593584" y="449686"/>
                </a:lnTo>
                <a:lnTo>
                  <a:pt x="661187" y="450850"/>
                </a:lnTo>
                <a:lnTo>
                  <a:pt x="728790" y="449686"/>
                </a:lnTo>
                <a:lnTo>
                  <a:pt x="794440" y="446270"/>
                </a:lnTo>
                <a:lnTo>
                  <a:pt x="857805" y="440715"/>
                </a:lnTo>
                <a:lnTo>
                  <a:pt x="918553" y="433134"/>
                </a:lnTo>
                <a:lnTo>
                  <a:pt x="976351" y="423642"/>
                </a:lnTo>
                <a:lnTo>
                  <a:pt x="1030867" y="412350"/>
                </a:lnTo>
                <a:lnTo>
                  <a:pt x="1081768" y="399373"/>
                </a:lnTo>
                <a:lnTo>
                  <a:pt x="1128723" y="384824"/>
                </a:lnTo>
                <a:lnTo>
                  <a:pt x="1171399" y="368815"/>
                </a:lnTo>
                <a:lnTo>
                  <a:pt x="1209462" y="351461"/>
                </a:lnTo>
                <a:lnTo>
                  <a:pt x="1270426" y="313170"/>
                </a:lnTo>
                <a:lnTo>
                  <a:pt x="1308953" y="270855"/>
                </a:lnTo>
                <a:lnTo>
                  <a:pt x="1322387" y="225425"/>
                </a:lnTo>
                <a:lnTo>
                  <a:pt x="1318973" y="202376"/>
                </a:lnTo>
                <a:lnTo>
                  <a:pt x="1292660" y="158390"/>
                </a:lnTo>
                <a:lnTo>
                  <a:pt x="1242582" y="117974"/>
                </a:lnTo>
                <a:lnTo>
                  <a:pt x="1171399" y="82034"/>
                </a:lnTo>
                <a:lnTo>
                  <a:pt x="1128723" y="66025"/>
                </a:lnTo>
                <a:lnTo>
                  <a:pt x="1081768" y="51476"/>
                </a:lnTo>
                <a:lnTo>
                  <a:pt x="1030867" y="38499"/>
                </a:lnTo>
                <a:lnTo>
                  <a:pt x="976351" y="27207"/>
                </a:lnTo>
                <a:lnTo>
                  <a:pt x="918553" y="17715"/>
                </a:lnTo>
                <a:lnTo>
                  <a:pt x="857805" y="10134"/>
                </a:lnTo>
                <a:lnTo>
                  <a:pt x="794440" y="4579"/>
                </a:lnTo>
                <a:lnTo>
                  <a:pt x="728790" y="1163"/>
                </a:lnTo>
                <a:lnTo>
                  <a:pt x="661187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289899" y="1673110"/>
            <a:ext cx="1322705" cy="450850"/>
          </a:xfrm>
          <a:custGeom>
            <a:avLst/>
            <a:gdLst/>
            <a:ahLst/>
            <a:cxnLst/>
            <a:rect l="l" t="t" r="r" b="b"/>
            <a:pathLst>
              <a:path w="1322704" h="450850">
                <a:moveTo>
                  <a:pt x="0" y="225424"/>
                </a:moveTo>
                <a:lnTo>
                  <a:pt x="13433" y="179993"/>
                </a:lnTo>
                <a:lnTo>
                  <a:pt x="51959" y="137679"/>
                </a:lnTo>
                <a:lnTo>
                  <a:pt x="112921" y="99387"/>
                </a:lnTo>
                <a:lnTo>
                  <a:pt x="150984" y="82033"/>
                </a:lnTo>
                <a:lnTo>
                  <a:pt x="193659" y="66025"/>
                </a:lnTo>
                <a:lnTo>
                  <a:pt x="240613" y="51476"/>
                </a:lnTo>
                <a:lnTo>
                  <a:pt x="291514" y="38498"/>
                </a:lnTo>
                <a:lnTo>
                  <a:pt x="346029" y="27207"/>
                </a:lnTo>
                <a:lnTo>
                  <a:pt x="403827" y="17714"/>
                </a:lnTo>
                <a:lnTo>
                  <a:pt x="464575" y="10134"/>
                </a:lnTo>
                <a:lnTo>
                  <a:pt x="527940" y="4579"/>
                </a:lnTo>
                <a:lnTo>
                  <a:pt x="593590" y="1163"/>
                </a:lnTo>
                <a:lnTo>
                  <a:pt x="661193" y="0"/>
                </a:lnTo>
                <a:lnTo>
                  <a:pt x="728796" y="1163"/>
                </a:lnTo>
                <a:lnTo>
                  <a:pt x="794446" y="4579"/>
                </a:lnTo>
                <a:lnTo>
                  <a:pt x="857812" y="10134"/>
                </a:lnTo>
                <a:lnTo>
                  <a:pt x="918559" y="17714"/>
                </a:lnTo>
                <a:lnTo>
                  <a:pt x="976357" y="27207"/>
                </a:lnTo>
                <a:lnTo>
                  <a:pt x="1030873" y="38498"/>
                </a:lnTo>
                <a:lnTo>
                  <a:pt x="1081774" y="51476"/>
                </a:lnTo>
                <a:lnTo>
                  <a:pt x="1128728" y="66025"/>
                </a:lnTo>
                <a:lnTo>
                  <a:pt x="1171403" y="82033"/>
                </a:lnTo>
                <a:lnTo>
                  <a:pt x="1209466" y="99387"/>
                </a:lnTo>
                <a:lnTo>
                  <a:pt x="1270428" y="137679"/>
                </a:lnTo>
                <a:lnTo>
                  <a:pt x="1308955" y="179993"/>
                </a:lnTo>
                <a:lnTo>
                  <a:pt x="1322389" y="225424"/>
                </a:lnTo>
                <a:lnTo>
                  <a:pt x="1318975" y="248473"/>
                </a:lnTo>
                <a:lnTo>
                  <a:pt x="1292662" y="292459"/>
                </a:lnTo>
                <a:lnTo>
                  <a:pt x="1242585" y="332875"/>
                </a:lnTo>
                <a:lnTo>
                  <a:pt x="1171403" y="368816"/>
                </a:lnTo>
                <a:lnTo>
                  <a:pt x="1128728" y="384824"/>
                </a:lnTo>
                <a:lnTo>
                  <a:pt x="1081774" y="399373"/>
                </a:lnTo>
                <a:lnTo>
                  <a:pt x="1030873" y="412350"/>
                </a:lnTo>
                <a:lnTo>
                  <a:pt x="976357" y="423642"/>
                </a:lnTo>
                <a:lnTo>
                  <a:pt x="918559" y="433134"/>
                </a:lnTo>
                <a:lnTo>
                  <a:pt x="857812" y="440715"/>
                </a:lnTo>
                <a:lnTo>
                  <a:pt x="794446" y="446269"/>
                </a:lnTo>
                <a:lnTo>
                  <a:pt x="728796" y="449685"/>
                </a:lnTo>
                <a:lnTo>
                  <a:pt x="661193" y="450849"/>
                </a:lnTo>
                <a:lnTo>
                  <a:pt x="593590" y="449685"/>
                </a:lnTo>
                <a:lnTo>
                  <a:pt x="527940" y="446269"/>
                </a:lnTo>
                <a:lnTo>
                  <a:pt x="464575" y="440715"/>
                </a:lnTo>
                <a:lnTo>
                  <a:pt x="403827" y="433134"/>
                </a:lnTo>
                <a:lnTo>
                  <a:pt x="346029" y="423642"/>
                </a:lnTo>
                <a:lnTo>
                  <a:pt x="291514" y="412350"/>
                </a:lnTo>
                <a:lnTo>
                  <a:pt x="240613" y="399373"/>
                </a:lnTo>
                <a:lnTo>
                  <a:pt x="193659" y="384824"/>
                </a:lnTo>
                <a:lnTo>
                  <a:pt x="150984" y="368816"/>
                </a:lnTo>
                <a:lnTo>
                  <a:pt x="112921" y="351462"/>
                </a:lnTo>
                <a:lnTo>
                  <a:pt x="51959" y="313170"/>
                </a:lnTo>
                <a:lnTo>
                  <a:pt x="13433" y="270855"/>
                </a:lnTo>
                <a:lnTo>
                  <a:pt x="0" y="225424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289899" y="1066685"/>
            <a:ext cx="1322705" cy="454025"/>
          </a:xfrm>
          <a:custGeom>
            <a:avLst/>
            <a:gdLst/>
            <a:ahLst/>
            <a:cxnLst/>
            <a:rect l="l" t="t" r="r" b="b"/>
            <a:pathLst>
              <a:path w="1322704" h="454025">
                <a:moveTo>
                  <a:pt x="661187" y="0"/>
                </a:moveTo>
                <a:lnTo>
                  <a:pt x="593584" y="1172"/>
                </a:lnTo>
                <a:lnTo>
                  <a:pt x="527935" y="4612"/>
                </a:lnTo>
                <a:lnTo>
                  <a:pt x="464570" y="10206"/>
                </a:lnTo>
                <a:lnTo>
                  <a:pt x="403823" y="17839"/>
                </a:lnTo>
                <a:lnTo>
                  <a:pt x="346026" y="27399"/>
                </a:lnTo>
                <a:lnTo>
                  <a:pt x="291511" y="38770"/>
                </a:lnTo>
                <a:lnTo>
                  <a:pt x="240611" y="51838"/>
                </a:lnTo>
                <a:lnTo>
                  <a:pt x="193657" y="66490"/>
                </a:lnTo>
                <a:lnTo>
                  <a:pt x="150983" y="82611"/>
                </a:lnTo>
                <a:lnTo>
                  <a:pt x="112920" y="100088"/>
                </a:lnTo>
                <a:lnTo>
                  <a:pt x="51959" y="138649"/>
                </a:lnTo>
                <a:lnTo>
                  <a:pt x="13433" y="181261"/>
                </a:lnTo>
                <a:lnTo>
                  <a:pt x="0" y="227012"/>
                </a:lnTo>
                <a:lnTo>
                  <a:pt x="3413" y="250223"/>
                </a:lnTo>
                <a:lnTo>
                  <a:pt x="29725" y="294518"/>
                </a:lnTo>
                <a:lnTo>
                  <a:pt x="79801" y="335219"/>
                </a:lnTo>
                <a:lnTo>
                  <a:pt x="150983" y="371413"/>
                </a:lnTo>
                <a:lnTo>
                  <a:pt x="193657" y="387534"/>
                </a:lnTo>
                <a:lnTo>
                  <a:pt x="240611" y="402186"/>
                </a:lnTo>
                <a:lnTo>
                  <a:pt x="291511" y="415254"/>
                </a:lnTo>
                <a:lnTo>
                  <a:pt x="346026" y="426625"/>
                </a:lnTo>
                <a:lnTo>
                  <a:pt x="403823" y="436185"/>
                </a:lnTo>
                <a:lnTo>
                  <a:pt x="464570" y="443818"/>
                </a:lnTo>
                <a:lnTo>
                  <a:pt x="527935" y="449412"/>
                </a:lnTo>
                <a:lnTo>
                  <a:pt x="593584" y="452852"/>
                </a:lnTo>
                <a:lnTo>
                  <a:pt x="661187" y="454025"/>
                </a:lnTo>
                <a:lnTo>
                  <a:pt x="728790" y="452852"/>
                </a:lnTo>
                <a:lnTo>
                  <a:pt x="794440" y="449412"/>
                </a:lnTo>
                <a:lnTo>
                  <a:pt x="857805" y="443818"/>
                </a:lnTo>
                <a:lnTo>
                  <a:pt x="918553" y="436185"/>
                </a:lnTo>
                <a:lnTo>
                  <a:pt x="976351" y="426625"/>
                </a:lnTo>
                <a:lnTo>
                  <a:pt x="1030867" y="415254"/>
                </a:lnTo>
                <a:lnTo>
                  <a:pt x="1081768" y="402186"/>
                </a:lnTo>
                <a:lnTo>
                  <a:pt x="1128723" y="387534"/>
                </a:lnTo>
                <a:lnTo>
                  <a:pt x="1171399" y="371413"/>
                </a:lnTo>
                <a:lnTo>
                  <a:pt x="1209462" y="353936"/>
                </a:lnTo>
                <a:lnTo>
                  <a:pt x="1270426" y="315375"/>
                </a:lnTo>
                <a:lnTo>
                  <a:pt x="1308953" y="272763"/>
                </a:lnTo>
                <a:lnTo>
                  <a:pt x="1322387" y="227012"/>
                </a:lnTo>
                <a:lnTo>
                  <a:pt x="1318973" y="203801"/>
                </a:lnTo>
                <a:lnTo>
                  <a:pt x="1292660" y="159506"/>
                </a:lnTo>
                <a:lnTo>
                  <a:pt x="1242582" y="118805"/>
                </a:lnTo>
                <a:lnTo>
                  <a:pt x="1171399" y="82611"/>
                </a:lnTo>
                <a:lnTo>
                  <a:pt x="1128723" y="66490"/>
                </a:lnTo>
                <a:lnTo>
                  <a:pt x="1081768" y="51838"/>
                </a:lnTo>
                <a:lnTo>
                  <a:pt x="1030867" y="38770"/>
                </a:lnTo>
                <a:lnTo>
                  <a:pt x="976351" y="27399"/>
                </a:lnTo>
                <a:lnTo>
                  <a:pt x="918553" y="17839"/>
                </a:lnTo>
                <a:lnTo>
                  <a:pt x="857805" y="10206"/>
                </a:lnTo>
                <a:lnTo>
                  <a:pt x="794440" y="4612"/>
                </a:lnTo>
                <a:lnTo>
                  <a:pt x="728790" y="1172"/>
                </a:lnTo>
                <a:lnTo>
                  <a:pt x="661187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289899" y="1066685"/>
            <a:ext cx="1322705" cy="454025"/>
          </a:xfrm>
          <a:custGeom>
            <a:avLst/>
            <a:gdLst/>
            <a:ahLst/>
            <a:cxnLst/>
            <a:rect l="l" t="t" r="r" b="b"/>
            <a:pathLst>
              <a:path w="1322704" h="454025">
                <a:moveTo>
                  <a:pt x="0" y="227012"/>
                </a:moveTo>
                <a:lnTo>
                  <a:pt x="13433" y="181261"/>
                </a:lnTo>
                <a:lnTo>
                  <a:pt x="51959" y="138649"/>
                </a:lnTo>
                <a:lnTo>
                  <a:pt x="112921" y="100087"/>
                </a:lnTo>
                <a:lnTo>
                  <a:pt x="150984" y="82611"/>
                </a:lnTo>
                <a:lnTo>
                  <a:pt x="193659" y="66490"/>
                </a:lnTo>
                <a:lnTo>
                  <a:pt x="240613" y="51838"/>
                </a:lnTo>
                <a:lnTo>
                  <a:pt x="291514" y="38770"/>
                </a:lnTo>
                <a:lnTo>
                  <a:pt x="346029" y="27399"/>
                </a:lnTo>
                <a:lnTo>
                  <a:pt x="403827" y="17839"/>
                </a:lnTo>
                <a:lnTo>
                  <a:pt x="464575" y="10206"/>
                </a:lnTo>
                <a:lnTo>
                  <a:pt x="527940" y="4612"/>
                </a:lnTo>
                <a:lnTo>
                  <a:pt x="593590" y="1172"/>
                </a:lnTo>
                <a:lnTo>
                  <a:pt x="661193" y="0"/>
                </a:lnTo>
                <a:lnTo>
                  <a:pt x="728796" y="1172"/>
                </a:lnTo>
                <a:lnTo>
                  <a:pt x="794446" y="4612"/>
                </a:lnTo>
                <a:lnTo>
                  <a:pt x="857812" y="10206"/>
                </a:lnTo>
                <a:lnTo>
                  <a:pt x="918559" y="17839"/>
                </a:lnTo>
                <a:lnTo>
                  <a:pt x="976357" y="27399"/>
                </a:lnTo>
                <a:lnTo>
                  <a:pt x="1030873" y="38770"/>
                </a:lnTo>
                <a:lnTo>
                  <a:pt x="1081774" y="51838"/>
                </a:lnTo>
                <a:lnTo>
                  <a:pt x="1128728" y="66490"/>
                </a:lnTo>
                <a:lnTo>
                  <a:pt x="1171403" y="82611"/>
                </a:lnTo>
                <a:lnTo>
                  <a:pt x="1209466" y="100087"/>
                </a:lnTo>
                <a:lnTo>
                  <a:pt x="1270428" y="138649"/>
                </a:lnTo>
                <a:lnTo>
                  <a:pt x="1308955" y="181261"/>
                </a:lnTo>
                <a:lnTo>
                  <a:pt x="1322389" y="227012"/>
                </a:lnTo>
                <a:lnTo>
                  <a:pt x="1318975" y="250223"/>
                </a:lnTo>
                <a:lnTo>
                  <a:pt x="1292662" y="294519"/>
                </a:lnTo>
                <a:lnTo>
                  <a:pt x="1242585" y="335220"/>
                </a:lnTo>
                <a:lnTo>
                  <a:pt x="1171403" y="371413"/>
                </a:lnTo>
                <a:lnTo>
                  <a:pt x="1128728" y="387534"/>
                </a:lnTo>
                <a:lnTo>
                  <a:pt x="1081774" y="402186"/>
                </a:lnTo>
                <a:lnTo>
                  <a:pt x="1030873" y="415255"/>
                </a:lnTo>
                <a:lnTo>
                  <a:pt x="976357" y="426626"/>
                </a:lnTo>
                <a:lnTo>
                  <a:pt x="918559" y="436185"/>
                </a:lnTo>
                <a:lnTo>
                  <a:pt x="857812" y="443819"/>
                </a:lnTo>
                <a:lnTo>
                  <a:pt x="794446" y="449413"/>
                </a:lnTo>
                <a:lnTo>
                  <a:pt x="728796" y="452853"/>
                </a:lnTo>
                <a:lnTo>
                  <a:pt x="661193" y="454025"/>
                </a:lnTo>
                <a:lnTo>
                  <a:pt x="593590" y="452853"/>
                </a:lnTo>
                <a:lnTo>
                  <a:pt x="527940" y="449413"/>
                </a:lnTo>
                <a:lnTo>
                  <a:pt x="464575" y="443819"/>
                </a:lnTo>
                <a:lnTo>
                  <a:pt x="403827" y="436185"/>
                </a:lnTo>
                <a:lnTo>
                  <a:pt x="346029" y="426626"/>
                </a:lnTo>
                <a:lnTo>
                  <a:pt x="291514" y="415255"/>
                </a:lnTo>
                <a:lnTo>
                  <a:pt x="240613" y="402186"/>
                </a:lnTo>
                <a:lnTo>
                  <a:pt x="193659" y="387534"/>
                </a:lnTo>
                <a:lnTo>
                  <a:pt x="150984" y="371413"/>
                </a:lnTo>
                <a:lnTo>
                  <a:pt x="112921" y="353937"/>
                </a:lnTo>
                <a:lnTo>
                  <a:pt x="51959" y="315376"/>
                </a:lnTo>
                <a:lnTo>
                  <a:pt x="13433" y="272763"/>
                </a:lnTo>
                <a:lnTo>
                  <a:pt x="0" y="227012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213699" y="2274773"/>
            <a:ext cx="1322705" cy="454025"/>
          </a:xfrm>
          <a:custGeom>
            <a:avLst/>
            <a:gdLst/>
            <a:ahLst/>
            <a:cxnLst/>
            <a:rect l="l" t="t" r="r" b="b"/>
            <a:pathLst>
              <a:path w="1322704" h="454025">
                <a:moveTo>
                  <a:pt x="661187" y="0"/>
                </a:moveTo>
                <a:lnTo>
                  <a:pt x="593584" y="1172"/>
                </a:lnTo>
                <a:lnTo>
                  <a:pt x="527935" y="4612"/>
                </a:lnTo>
                <a:lnTo>
                  <a:pt x="464570" y="10206"/>
                </a:lnTo>
                <a:lnTo>
                  <a:pt x="403823" y="17839"/>
                </a:lnTo>
                <a:lnTo>
                  <a:pt x="346026" y="27399"/>
                </a:lnTo>
                <a:lnTo>
                  <a:pt x="291511" y="38770"/>
                </a:lnTo>
                <a:lnTo>
                  <a:pt x="240611" y="51838"/>
                </a:lnTo>
                <a:lnTo>
                  <a:pt x="193657" y="66490"/>
                </a:lnTo>
                <a:lnTo>
                  <a:pt x="150983" y="82611"/>
                </a:lnTo>
                <a:lnTo>
                  <a:pt x="112920" y="100088"/>
                </a:lnTo>
                <a:lnTo>
                  <a:pt x="51959" y="138649"/>
                </a:lnTo>
                <a:lnTo>
                  <a:pt x="13433" y="181261"/>
                </a:lnTo>
                <a:lnTo>
                  <a:pt x="0" y="227012"/>
                </a:lnTo>
                <a:lnTo>
                  <a:pt x="3413" y="250223"/>
                </a:lnTo>
                <a:lnTo>
                  <a:pt x="29725" y="294518"/>
                </a:lnTo>
                <a:lnTo>
                  <a:pt x="79801" y="335219"/>
                </a:lnTo>
                <a:lnTo>
                  <a:pt x="150983" y="371413"/>
                </a:lnTo>
                <a:lnTo>
                  <a:pt x="193657" y="387534"/>
                </a:lnTo>
                <a:lnTo>
                  <a:pt x="240611" y="402186"/>
                </a:lnTo>
                <a:lnTo>
                  <a:pt x="291511" y="415254"/>
                </a:lnTo>
                <a:lnTo>
                  <a:pt x="346026" y="426625"/>
                </a:lnTo>
                <a:lnTo>
                  <a:pt x="403823" y="436185"/>
                </a:lnTo>
                <a:lnTo>
                  <a:pt x="464570" y="443818"/>
                </a:lnTo>
                <a:lnTo>
                  <a:pt x="527935" y="449412"/>
                </a:lnTo>
                <a:lnTo>
                  <a:pt x="593584" y="452852"/>
                </a:lnTo>
                <a:lnTo>
                  <a:pt x="661187" y="454025"/>
                </a:lnTo>
                <a:lnTo>
                  <a:pt x="728790" y="452852"/>
                </a:lnTo>
                <a:lnTo>
                  <a:pt x="794440" y="449412"/>
                </a:lnTo>
                <a:lnTo>
                  <a:pt x="857805" y="443818"/>
                </a:lnTo>
                <a:lnTo>
                  <a:pt x="918553" y="436185"/>
                </a:lnTo>
                <a:lnTo>
                  <a:pt x="976351" y="426625"/>
                </a:lnTo>
                <a:lnTo>
                  <a:pt x="1030867" y="415254"/>
                </a:lnTo>
                <a:lnTo>
                  <a:pt x="1081768" y="402186"/>
                </a:lnTo>
                <a:lnTo>
                  <a:pt x="1128723" y="387534"/>
                </a:lnTo>
                <a:lnTo>
                  <a:pt x="1171399" y="371413"/>
                </a:lnTo>
                <a:lnTo>
                  <a:pt x="1209462" y="353936"/>
                </a:lnTo>
                <a:lnTo>
                  <a:pt x="1270426" y="315375"/>
                </a:lnTo>
                <a:lnTo>
                  <a:pt x="1308953" y="272763"/>
                </a:lnTo>
                <a:lnTo>
                  <a:pt x="1322387" y="227012"/>
                </a:lnTo>
                <a:lnTo>
                  <a:pt x="1318973" y="203801"/>
                </a:lnTo>
                <a:lnTo>
                  <a:pt x="1292660" y="159506"/>
                </a:lnTo>
                <a:lnTo>
                  <a:pt x="1242582" y="118805"/>
                </a:lnTo>
                <a:lnTo>
                  <a:pt x="1171399" y="82611"/>
                </a:lnTo>
                <a:lnTo>
                  <a:pt x="1128723" y="66490"/>
                </a:lnTo>
                <a:lnTo>
                  <a:pt x="1081768" y="51838"/>
                </a:lnTo>
                <a:lnTo>
                  <a:pt x="1030867" y="38770"/>
                </a:lnTo>
                <a:lnTo>
                  <a:pt x="976351" y="27399"/>
                </a:lnTo>
                <a:lnTo>
                  <a:pt x="918553" y="17839"/>
                </a:lnTo>
                <a:lnTo>
                  <a:pt x="857805" y="10206"/>
                </a:lnTo>
                <a:lnTo>
                  <a:pt x="794440" y="4612"/>
                </a:lnTo>
                <a:lnTo>
                  <a:pt x="728790" y="1172"/>
                </a:lnTo>
                <a:lnTo>
                  <a:pt x="661187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213699" y="2274772"/>
            <a:ext cx="1322705" cy="454025"/>
          </a:xfrm>
          <a:custGeom>
            <a:avLst/>
            <a:gdLst/>
            <a:ahLst/>
            <a:cxnLst/>
            <a:rect l="l" t="t" r="r" b="b"/>
            <a:pathLst>
              <a:path w="1322704" h="454025">
                <a:moveTo>
                  <a:pt x="0" y="227012"/>
                </a:moveTo>
                <a:lnTo>
                  <a:pt x="13433" y="181261"/>
                </a:lnTo>
                <a:lnTo>
                  <a:pt x="51959" y="138649"/>
                </a:lnTo>
                <a:lnTo>
                  <a:pt x="112921" y="100087"/>
                </a:lnTo>
                <a:lnTo>
                  <a:pt x="150984" y="82611"/>
                </a:lnTo>
                <a:lnTo>
                  <a:pt x="193659" y="66490"/>
                </a:lnTo>
                <a:lnTo>
                  <a:pt x="240613" y="51838"/>
                </a:lnTo>
                <a:lnTo>
                  <a:pt x="291514" y="38770"/>
                </a:lnTo>
                <a:lnTo>
                  <a:pt x="346029" y="27399"/>
                </a:lnTo>
                <a:lnTo>
                  <a:pt x="403827" y="17839"/>
                </a:lnTo>
                <a:lnTo>
                  <a:pt x="464575" y="10206"/>
                </a:lnTo>
                <a:lnTo>
                  <a:pt x="527940" y="4612"/>
                </a:lnTo>
                <a:lnTo>
                  <a:pt x="593590" y="1172"/>
                </a:lnTo>
                <a:lnTo>
                  <a:pt x="661193" y="0"/>
                </a:lnTo>
                <a:lnTo>
                  <a:pt x="728796" y="1172"/>
                </a:lnTo>
                <a:lnTo>
                  <a:pt x="794446" y="4612"/>
                </a:lnTo>
                <a:lnTo>
                  <a:pt x="857812" y="10206"/>
                </a:lnTo>
                <a:lnTo>
                  <a:pt x="918559" y="17839"/>
                </a:lnTo>
                <a:lnTo>
                  <a:pt x="976357" y="27399"/>
                </a:lnTo>
                <a:lnTo>
                  <a:pt x="1030873" y="38770"/>
                </a:lnTo>
                <a:lnTo>
                  <a:pt x="1081774" y="51838"/>
                </a:lnTo>
                <a:lnTo>
                  <a:pt x="1128728" y="66490"/>
                </a:lnTo>
                <a:lnTo>
                  <a:pt x="1171403" y="82611"/>
                </a:lnTo>
                <a:lnTo>
                  <a:pt x="1209466" y="100087"/>
                </a:lnTo>
                <a:lnTo>
                  <a:pt x="1270428" y="138649"/>
                </a:lnTo>
                <a:lnTo>
                  <a:pt x="1308955" y="181261"/>
                </a:lnTo>
                <a:lnTo>
                  <a:pt x="1322389" y="227012"/>
                </a:lnTo>
                <a:lnTo>
                  <a:pt x="1318975" y="250223"/>
                </a:lnTo>
                <a:lnTo>
                  <a:pt x="1292662" y="294519"/>
                </a:lnTo>
                <a:lnTo>
                  <a:pt x="1242586" y="335220"/>
                </a:lnTo>
                <a:lnTo>
                  <a:pt x="1171403" y="371413"/>
                </a:lnTo>
                <a:lnTo>
                  <a:pt x="1128728" y="387534"/>
                </a:lnTo>
                <a:lnTo>
                  <a:pt x="1081774" y="402186"/>
                </a:lnTo>
                <a:lnTo>
                  <a:pt x="1030873" y="415255"/>
                </a:lnTo>
                <a:lnTo>
                  <a:pt x="976357" y="426626"/>
                </a:lnTo>
                <a:lnTo>
                  <a:pt x="918559" y="436185"/>
                </a:lnTo>
                <a:lnTo>
                  <a:pt x="857812" y="443819"/>
                </a:lnTo>
                <a:lnTo>
                  <a:pt x="794446" y="449413"/>
                </a:lnTo>
                <a:lnTo>
                  <a:pt x="728796" y="452853"/>
                </a:lnTo>
                <a:lnTo>
                  <a:pt x="661193" y="454025"/>
                </a:lnTo>
                <a:lnTo>
                  <a:pt x="593590" y="452853"/>
                </a:lnTo>
                <a:lnTo>
                  <a:pt x="527940" y="449413"/>
                </a:lnTo>
                <a:lnTo>
                  <a:pt x="464575" y="443819"/>
                </a:lnTo>
                <a:lnTo>
                  <a:pt x="403827" y="436185"/>
                </a:lnTo>
                <a:lnTo>
                  <a:pt x="346029" y="426626"/>
                </a:lnTo>
                <a:lnTo>
                  <a:pt x="291514" y="415255"/>
                </a:lnTo>
                <a:lnTo>
                  <a:pt x="240613" y="402186"/>
                </a:lnTo>
                <a:lnTo>
                  <a:pt x="193659" y="387534"/>
                </a:lnTo>
                <a:lnTo>
                  <a:pt x="150984" y="371413"/>
                </a:lnTo>
                <a:lnTo>
                  <a:pt x="112921" y="353937"/>
                </a:lnTo>
                <a:lnTo>
                  <a:pt x="51959" y="315376"/>
                </a:lnTo>
                <a:lnTo>
                  <a:pt x="13433" y="272763"/>
                </a:lnTo>
                <a:lnTo>
                  <a:pt x="0" y="227012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8511488" y="1098118"/>
            <a:ext cx="866775" cy="1599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u="heavy" spc="-3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V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or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Nr</a:t>
            </a:r>
            <a:endParaRPr sz="2400">
              <a:latin typeface="Times New Roman"/>
              <a:cs typeface="Times New Roman"/>
            </a:endParaRPr>
          </a:p>
          <a:p>
            <a:pPr marL="127000">
              <a:lnSpc>
                <a:spcPct val="100000"/>
              </a:lnSpc>
              <a:spcBef>
                <a:spcPts val="1880"/>
              </a:spcBef>
            </a:pPr>
            <a:r>
              <a:rPr sz="2400" spc="-5" dirty="0">
                <a:latin typeface="Times New Roman"/>
                <a:cs typeface="Times New Roman"/>
              </a:rPr>
              <a:t>SWS</a:t>
            </a:r>
            <a:endParaRPr sz="2400">
              <a:latin typeface="Times New Roman"/>
              <a:cs typeface="Times New Roman"/>
            </a:endParaRPr>
          </a:p>
          <a:p>
            <a:pPr marL="76200">
              <a:lnSpc>
                <a:spcPct val="100000"/>
              </a:lnSpc>
              <a:spcBef>
                <a:spcPts val="1870"/>
              </a:spcBef>
            </a:pPr>
            <a:r>
              <a:rPr sz="2400" spc="-20" dirty="0">
                <a:latin typeface="Times New Roman"/>
                <a:cs typeface="Times New Roman"/>
              </a:rPr>
              <a:t>Titel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098061" y="1104539"/>
            <a:ext cx="7708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Times New Roman"/>
                <a:cs typeface="Times New Roman"/>
              </a:rPr>
              <a:t>Nac</a:t>
            </a:r>
            <a:r>
              <a:rPr sz="3600" spc="-30" baseline="1157" dirty="0">
                <a:latin typeface="Times New Roman"/>
                <a:cs typeface="Times New Roman"/>
              </a:rPr>
              <a:t>h-</a:t>
            </a:r>
            <a:endParaRPr sz="3600" baseline="1157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099585" y="1320439"/>
            <a:ext cx="85534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folge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3600" baseline="1157" dirty="0">
                <a:latin typeface="Times New Roman"/>
                <a:cs typeface="Times New Roman"/>
              </a:rPr>
              <a:t>r</a:t>
            </a:r>
            <a:endParaRPr sz="3600" baseline="1157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901799" y="1573098"/>
            <a:ext cx="471805" cy="412750"/>
          </a:xfrm>
          <a:custGeom>
            <a:avLst/>
            <a:gdLst/>
            <a:ahLst/>
            <a:cxnLst/>
            <a:rect l="l" t="t" r="r" b="b"/>
            <a:pathLst>
              <a:path w="471805" h="412750">
                <a:moveTo>
                  <a:pt x="0" y="0"/>
                </a:moveTo>
                <a:lnTo>
                  <a:pt x="471486" y="41274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095474" y="1985848"/>
            <a:ext cx="278130" cy="114300"/>
          </a:xfrm>
          <a:custGeom>
            <a:avLst/>
            <a:gdLst/>
            <a:ahLst/>
            <a:cxnLst/>
            <a:rect l="l" t="t" r="r" b="b"/>
            <a:pathLst>
              <a:path w="278130" h="114300">
                <a:moveTo>
                  <a:pt x="0" y="114300"/>
                </a:moveTo>
                <a:lnTo>
                  <a:pt x="277811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901799" y="1985849"/>
            <a:ext cx="471805" cy="640080"/>
          </a:xfrm>
          <a:custGeom>
            <a:avLst/>
            <a:gdLst/>
            <a:ahLst/>
            <a:cxnLst/>
            <a:rect l="l" t="t" r="r" b="b"/>
            <a:pathLst>
              <a:path w="471805" h="640080">
                <a:moveTo>
                  <a:pt x="0" y="639761"/>
                </a:moveTo>
                <a:lnTo>
                  <a:pt x="471486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905224" y="1946160"/>
            <a:ext cx="601980" cy="40005"/>
          </a:xfrm>
          <a:custGeom>
            <a:avLst/>
            <a:gdLst/>
            <a:ahLst/>
            <a:cxnLst/>
            <a:rect l="l" t="t" r="r" b="b"/>
            <a:pathLst>
              <a:path w="601979" h="40005">
                <a:moveTo>
                  <a:pt x="0" y="39687"/>
                </a:moveTo>
                <a:lnTo>
                  <a:pt x="601661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140049" y="2174760"/>
            <a:ext cx="2232025" cy="688975"/>
          </a:xfrm>
          <a:custGeom>
            <a:avLst/>
            <a:gdLst/>
            <a:ahLst/>
            <a:cxnLst/>
            <a:rect l="l" t="t" r="r" b="b"/>
            <a:pathLst>
              <a:path w="2232025" h="688975">
                <a:moveTo>
                  <a:pt x="0" y="0"/>
                </a:moveTo>
                <a:lnTo>
                  <a:pt x="2232018" y="688974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372078" y="2098560"/>
            <a:ext cx="1573530" cy="765175"/>
          </a:xfrm>
          <a:custGeom>
            <a:avLst/>
            <a:gdLst/>
            <a:ahLst/>
            <a:cxnLst/>
            <a:rect l="l" t="t" r="r" b="b"/>
            <a:pathLst>
              <a:path w="1573529" h="765175">
                <a:moveTo>
                  <a:pt x="1573208" y="0"/>
                </a:moveTo>
                <a:lnTo>
                  <a:pt x="0" y="765174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621311" y="1909648"/>
            <a:ext cx="485775" cy="36830"/>
          </a:xfrm>
          <a:custGeom>
            <a:avLst/>
            <a:gdLst/>
            <a:ahLst/>
            <a:cxnLst/>
            <a:rect l="l" t="t" r="r" b="b"/>
            <a:pathLst>
              <a:path w="485775" h="36830">
                <a:moveTo>
                  <a:pt x="0" y="36512"/>
                </a:moveTo>
                <a:lnTo>
                  <a:pt x="485774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021486" y="958735"/>
            <a:ext cx="0" cy="802005"/>
          </a:xfrm>
          <a:custGeom>
            <a:avLst/>
            <a:gdLst/>
            <a:ahLst/>
            <a:cxnLst/>
            <a:rect l="l" t="t" r="r" b="b"/>
            <a:pathLst>
              <a:path h="802005">
                <a:moveTo>
                  <a:pt x="0" y="0"/>
                </a:moveTo>
                <a:lnTo>
                  <a:pt x="0" y="801687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488087" y="882535"/>
            <a:ext cx="0" cy="878205"/>
          </a:xfrm>
          <a:custGeom>
            <a:avLst/>
            <a:gdLst/>
            <a:ahLst/>
            <a:cxnLst/>
            <a:rect l="l" t="t" r="r" b="b"/>
            <a:pathLst>
              <a:path h="878205">
                <a:moveTo>
                  <a:pt x="0" y="0"/>
                </a:moveTo>
                <a:lnTo>
                  <a:pt x="1" y="877887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7781900" y="1454036"/>
            <a:ext cx="701675" cy="455930"/>
          </a:xfrm>
          <a:custGeom>
            <a:avLst/>
            <a:gdLst/>
            <a:ahLst/>
            <a:cxnLst/>
            <a:rect l="l" t="t" r="r" b="b"/>
            <a:pathLst>
              <a:path w="701675" h="455930">
                <a:moveTo>
                  <a:pt x="701674" y="0"/>
                </a:moveTo>
                <a:lnTo>
                  <a:pt x="0" y="455612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781900" y="1898535"/>
            <a:ext cx="508000" cy="11430"/>
          </a:xfrm>
          <a:custGeom>
            <a:avLst/>
            <a:gdLst/>
            <a:ahLst/>
            <a:cxnLst/>
            <a:rect l="l" t="t" r="r" b="b"/>
            <a:pathLst>
              <a:path w="508000" h="11430">
                <a:moveTo>
                  <a:pt x="507999" y="0"/>
                </a:moveTo>
                <a:lnTo>
                  <a:pt x="0" y="11112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781900" y="1909648"/>
            <a:ext cx="625475" cy="431800"/>
          </a:xfrm>
          <a:custGeom>
            <a:avLst/>
            <a:gdLst/>
            <a:ahLst/>
            <a:cxnLst/>
            <a:rect l="l" t="t" r="r" b="b"/>
            <a:pathLst>
              <a:path w="625475" h="431800">
                <a:moveTo>
                  <a:pt x="625474" y="431799"/>
                </a:moveTo>
                <a:lnTo>
                  <a:pt x="0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2803499" y="2982798"/>
            <a:ext cx="1322705" cy="452755"/>
          </a:xfrm>
          <a:custGeom>
            <a:avLst/>
            <a:gdLst/>
            <a:ahLst/>
            <a:cxnLst/>
            <a:rect l="l" t="t" r="r" b="b"/>
            <a:pathLst>
              <a:path w="1322704" h="452754">
                <a:moveTo>
                  <a:pt x="661187" y="0"/>
                </a:moveTo>
                <a:lnTo>
                  <a:pt x="593584" y="1167"/>
                </a:lnTo>
                <a:lnTo>
                  <a:pt x="527935" y="4596"/>
                </a:lnTo>
                <a:lnTo>
                  <a:pt x="464570" y="10170"/>
                </a:lnTo>
                <a:lnTo>
                  <a:pt x="403823" y="17777"/>
                </a:lnTo>
                <a:lnTo>
                  <a:pt x="346026" y="27303"/>
                </a:lnTo>
                <a:lnTo>
                  <a:pt x="291511" y="38635"/>
                </a:lnTo>
                <a:lnTo>
                  <a:pt x="240611" y="51658"/>
                </a:lnTo>
                <a:lnTo>
                  <a:pt x="193657" y="66259"/>
                </a:lnTo>
                <a:lnTo>
                  <a:pt x="150983" y="82324"/>
                </a:lnTo>
                <a:lnTo>
                  <a:pt x="112920" y="99739"/>
                </a:lnTo>
                <a:lnTo>
                  <a:pt x="51959" y="138167"/>
                </a:lnTo>
                <a:lnTo>
                  <a:pt x="13433" y="180632"/>
                </a:lnTo>
                <a:lnTo>
                  <a:pt x="0" y="226225"/>
                </a:lnTo>
                <a:lnTo>
                  <a:pt x="3413" y="249353"/>
                </a:lnTo>
                <a:lnTo>
                  <a:pt x="29725" y="293492"/>
                </a:lnTo>
                <a:lnTo>
                  <a:pt x="79801" y="334049"/>
                </a:lnTo>
                <a:lnTo>
                  <a:pt x="150983" y="370115"/>
                </a:lnTo>
                <a:lnTo>
                  <a:pt x="193657" y="386180"/>
                </a:lnTo>
                <a:lnTo>
                  <a:pt x="240611" y="400780"/>
                </a:lnTo>
                <a:lnTo>
                  <a:pt x="291511" y="413802"/>
                </a:lnTo>
                <a:lnTo>
                  <a:pt x="346026" y="425134"/>
                </a:lnTo>
                <a:lnTo>
                  <a:pt x="403823" y="434660"/>
                </a:lnTo>
                <a:lnTo>
                  <a:pt x="464570" y="442267"/>
                </a:lnTo>
                <a:lnTo>
                  <a:pt x="527935" y="447841"/>
                </a:lnTo>
                <a:lnTo>
                  <a:pt x="593584" y="451269"/>
                </a:lnTo>
                <a:lnTo>
                  <a:pt x="661187" y="452437"/>
                </a:lnTo>
                <a:lnTo>
                  <a:pt x="728792" y="451269"/>
                </a:lnTo>
                <a:lnTo>
                  <a:pt x="794443" y="447841"/>
                </a:lnTo>
                <a:lnTo>
                  <a:pt x="857809" y="442267"/>
                </a:lnTo>
                <a:lnTo>
                  <a:pt x="918558" y="434660"/>
                </a:lnTo>
                <a:lnTo>
                  <a:pt x="976356" y="425134"/>
                </a:lnTo>
                <a:lnTo>
                  <a:pt x="1030872" y="413802"/>
                </a:lnTo>
                <a:lnTo>
                  <a:pt x="1081774" y="400780"/>
                </a:lnTo>
                <a:lnTo>
                  <a:pt x="1128728" y="386180"/>
                </a:lnTo>
                <a:lnTo>
                  <a:pt x="1171403" y="370115"/>
                </a:lnTo>
                <a:lnTo>
                  <a:pt x="1209466" y="352700"/>
                </a:lnTo>
                <a:lnTo>
                  <a:pt x="1270427" y="314275"/>
                </a:lnTo>
                <a:lnTo>
                  <a:pt x="1308954" y="271813"/>
                </a:lnTo>
                <a:lnTo>
                  <a:pt x="1322387" y="226225"/>
                </a:lnTo>
                <a:lnTo>
                  <a:pt x="1318973" y="203094"/>
                </a:lnTo>
                <a:lnTo>
                  <a:pt x="1292661" y="158951"/>
                </a:lnTo>
                <a:lnTo>
                  <a:pt x="1242585" y="118391"/>
                </a:lnTo>
                <a:lnTo>
                  <a:pt x="1171403" y="82324"/>
                </a:lnTo>
                <a:lnTo>
                  <a:pt x="1128728" y="66259"/>
                </a:lnTo>
                <a:lnTo>
                  <a:pt x="1081774" y="51658"/>
                </a:lnTo>
                <a:lnTo>
                  <a:pt x="1030872" y="38635"/>
                </a:lnTo>
                <a:lnTo>
                  <a:pt x="976356" y="27303"/>
                </a:lnTo>
                <a:lnTo>
                  <a:pt x="918558" y="17777"/>
                </a:lnTo>
                <a:lnTo>
                  <a:pt x="857809" y="10170"/>
                </a:lnTo>
                <a:lnTo>
                  <a:pt x="794443" y="4596"/>
                </a:lnTo>
                <a:lnTo>
                  <a:pt x="728792" y="1167"/>
                </a:lnTo>
                <a:lnTo>
                  <a:pt x="661187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803499" y="2982798"/>
            <a:ext cx="1322705" cy="452755"/>
          </a:xfrm>
          <a:custGeom>
            <a:avLst/>
            <a:gdLst/>
            <a:ahLst/>
            <a:cxnLst/>
            <a:rect l="l" t="t" r="r" b="b"/>
            <a:pathLst>
              <a:path w="1322704" h="452754">
                <a:moveTo>
                  <a:pt x="0" y="226218"/>
                </a:moveTo>
                <a:lnTo>
                  <a:pt x="13433" y="180627"/>
                </a:lnTo>
                <a:lnTo>
                  <a:pt x="51959" y="138164"/>
                </a:lnTo>
                <a:lnTo>
                  <a:pt x="112921" y="99737"/>
                </a:lnTo>
                <a:lnTo>
                  <a:pt x="150984" y="82322"/>
                </a:lnTo>
                <a:lnTo>
                  <a:pt x="193659" y="66258"/>
                </a:lnTo>
                <a:lnTo>
                  <a:pt x="240613" y="51657"/>
                </a:lnTo>
                <a:lnTo>
                  <a:pt x="291514" y="38634"/>
                </a:lnTo>
                <a:lnTo>
                  <a:pt x="346029" y="27303"/>
                </a:lnTo>
                <a:lnTo>
                  <a:pt x="403827" y="17777"/>
                </a:lnTo>
                <a:lnTo>
                  <a:pt x="464574" y="10170"/>
                </a:lnTo>
                <a:lnTo>
                  <a:pt x="527940" y="4595"/>
                </a:lnTo>
                <a:lnTo>
                  <a:pt x="593590" y="1167"/>
                </a:lnTo>
                <a:lnTo>
                  <a:pt x="661193" y="0"/>
                </a:lnTo>
                <a:lnTo>
                  <a:pt x="728796" y="1167"/>
                </a:lnTo>
                <a:lnTo>
                  <a:pt x="794446" y="4595"/>
                </a:lnTo>
                <a:lnTo>
                  <a:pt x="857811" y="10170"/>
                </a:lnTo>
                <a:lnTo>
                  <a:pt x="918559" y="17777"/>
                </a:lnTo>
                <a:lnTo>
                  <a:pt x="976357" y="27303"/>
                </a:lnTo>
                <a:lnTo>
                  <a:pt x="1030873" y="38634"/>
                </a:lnTo>
                <a:lnTo>
                  <a:pt x="1081774" y="51657"/>
                </a:lnTo>
                <a:lnTo>
                  <a:pt x="1128728" y="66258"/>
                </a:lnTo>
                <a:lnTo>
                  <a:pt x="1171403" y="82322"/>
                </a:lnTo>
                <a:lnTo>
                  <a:pt x="1209466" y="99737"/>
                </a:lnTo>
                <a:lnTo>
                  <a:pt x="1270428" y="138164"/>
                </a:lnTo>
                <a:lnTo>
                  <a:pt x="1308955" y="180627"/>
                </a:lnTo>
                <a:lnTo>
                  <a:pt x="1322389" y="226218"/>
                </a:lnTo>
                <a:lnTo>
                  <a:pt x="1318975" y="249348"/>
                </a:lnTo>
                <a:lnTo>
                  <a:pt x="1292662" y="293489"/>
                </a:lnTo>
                <a:lnTo>
                  <a:pt x="1242585" y="334047"/>
                </a:lnTo>
                <a:lnTo>
                  <a:pt x="1171403" y="370114"/>
                </a:lnTo>
                <a:lnTo>
                  <a:pt x="1128728" y="386179"/>
                </a:lnTo>
                <a:lnTo>
                  <a:pt x="1081774" y="400780"/>
                </a:lnTo>
                <a:lnTo>
                  <a:pt x="1030873" y="413802"/>
                </a:lnTo>
                <a:lnTo>
                  <a:pt x="976357" y="425134"/>
                </a:lnTo>
                <a:lnTo>
                  <a:pt x="918559" y="434660"/>
                </a:lnTo>
                <a:lnTo>
                  <a:pt x="857811" y="442267"/>
                </a:lnTo>
                <a:lnTo>
                  <a:pt x="794446" y="447841"/>
                </a:lnTo>
                <a:lnTo>
                  <a:pt x="728796" y="451269"/>
                </a:lnTo>
                <a:lnTo>
                  <a:pt x="661193" y="452437"/>
                </a:lnTo>
                <a:lnTo>
                  <a:pt x="593590" y="451269"/>
                </a:lnTo>
                <a:lnTo>
                  <a:pt x="527940" y="447841"/>
                </a:lnTo>
                <a:lnTo>
                  <a:pt x="464574" y="442267"/>
                </a:lnTo>
                <a:lnTo>
                  <a:pt x="403827" y="434660"/>
                </a:lnTo>
                <a:lnTo>
                  <a:pt x="346029" y="425134"/>
                </a:lnTo>
                <a:lnTo>
                  <a:pt x="291514" y="413802"/>
                </a:lnTo>
                <a:lnTo>
                  <a:pt x="240613" y="400780"/>
                </a:lnTo>
                <a:lnTo>
                  <a:pt x="193659" y="386179"/>
                </a:lnTo>
                <a:lnTo>
                  <a:pt x="150984" y="370114"/>
                </a:lnTo>
                <a:lnTo>
                  <a:pt x="112921" y="352699"/>
                </a:lnTo>
                <a:lnTo>
                  <a:pt x="51959" y="314273"/>
                </a:lnTo>
                <a:lnTo>
                  <a:pt x="13433" y="271809"/>
                </a:lnTo>
                <a:lnTo>
                  <a:pt x="0" y="226218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3164789" y="3013443"/>
            <a:ext cx="617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No</a:t>
            </a:r>
            <a:r>
              <a:rPr sz="2400" spc="-5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4635474" y="2863735"/>
            <a:ext cx="1471930" cy="762000"/>
          </a:xfrm>
          <a:custGeom>
            <a:avLst/>
            <a:gdLst/>
            <a:ahLst/>
            <a:cxnLst/>
            <a:rect l="l" t="t" r="r" b="b"/>
            <a:pathLst>
              <a:path w="1471929" h="762000">
                <a:moveTo>
                  <a:pt x="735799" y="0"/>
                </a:moveTo>
                <a:lnTo>
                  <a:pt x="0" y="381000"/>
                </a:lnTo>
                <a:lnTo>
                  <a:pt x="735799" y="762000"/>
                </a:lnTo>
                <a:lnTo>
                  <a:pt x="1471612" y="381000"/>
                </a:lnTo>
                <a:lnTo>
                  <a:pt x="735799" y="0"/>
                </a:lnTo>
                <a:close/>
              </a:path>
            </a:pathLst>
          </a:custGeom>
          <a:solidFill>
            <a:srgbClr val="73F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635474" y="2863735"/>
            <a:ext cx="1471930" cy="762000"/>
          </a:xfrm>
          <a:custGeom>
            <a:avLst/>
            <a:gdLst/>
            <a:ahLst/>
            <a:cxnLst/>
            <a:rect l="l" t="t" r="r" b="b"/>
            <a:pathLst>
              <a:path w="1471929" h="762000">
                <a:moveTo>
                  <a:pt x="0" y="380999"/>
                </a:moveTo>
                <a:lnTo>
                  <a:pt x="735805" y="0"/>
                </a:lnTo>
                <a:lnTo>
                  <a:pt x="1471608" y="380999"/>
                </a:lnTo>
                <a:lnTo>
                  <a:pt x="735805" y="761999"/>
                </a:lnTo>
                <a:lnTo>
                  <a:pt x="0" y="38099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4955108" y="3049155"/>
            <a:ext cx="8210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prüf</a:t>
            </a:r>
            <a:r>
              <a:rPr sz="2400" spc="-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6869086" y="2939935"/>
            <a:ext cx="1113155" cy="601980"/>
          </a:xfrm>
          <a:custGeom>
            <a:avLst/>
            <a:gdLst/>
            <a:ahLst/>
            <a:cxnLst/>
            <a:rect l="l" t="t" r="r" b="b"/>
            <a:pathLst>
              <a:path w="1113154" h="601979">
                <a:moveTo>
                  <a:pt x="556412" y="0"/>
                </a:moveTo>
                <a:lnTo>
                  <a:pt x="0" y="300837"/>
                </a:lnTo>
                <a:lnTo>
                  <a:pt x="556412" y="601662"/>
                </a:lnTo>
                <a:lnTo>
                  <a:pt x="1112837" y="300837"/>
                </a:lnTo>
                <a:lnTo>
                  <a:pt x="556412" y="0"/>
                </a:lnTo>
                <a:close/>
              </a:path>
            </a:pathLst>
          </a:custGeom>
          <a:solidFill>
            <a:srgbClr val="73F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6869086" y="2939935"/>
            <a:ext cx="1113155" cy="601980"/>
          </a:xfrm>
          <a:custGeom>
            <a:avLst/>
            <a:gdLst/>
            <a:ahLst/>
            <a:cxnLst/>
            <a:rect l="l" t="t" r="r" b="b"/>
            <a:pathLst>
              <a:path w="1113154" h="601979">
                <a:moveTo>
                  <a:pt x="0" y="300831"/>
                </a:moveTo>
                <a:lnTo>
                  <a:pt x="556418" y="0"/>
                </a:lnTo>
                <a:lnTo>
                  <a:pt x="1112839" y="300831"/>
                </a:lnTo>
                <a:lnTo>
                  <a:pt x="556418" y="601662"/>
                </a:lnTo>
                <a:lnTo>
                  <a:pt x="0" y="300831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4125886" y="3209810"/>
            <a:ext cx="509905" cy="34925"/>
          </a:xfrm>
          <a:custGeom>
            <a:avLst/>
            <a:gdLst/>
            <a:ahLst/>
            <a:cxnLst/>
            <a:rect l="l" t="t" r="r" b="b"/>
            <a:pathLst>
              <a:path w="509904" h="34925">
                <a:moveTo>
                  <a:pt x="0" y="0"/>
                </a:moveTo>
                <a:lnTo>
                  <a:pt x="509587" y="34924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6945286" y="2098560"/>
            <a:ext cx="481330" cy="841375"/>
          </a:xfrm>
          <a:custGeom>
            <a:avLst/>
            <a:gdLst/>
            <a:ahLst/>
            <a:cxnLst/>
            <a:rect l="l" t="t" r="r" b="b"/>
            <a:pathLst>
              <a:path w="481329" h="841375">
                <a:moveTo>
                  <a:pt x="0" y="0"/>
                </a:moveTo>
                <a:lnTo>
                  <a:pt x="481012" y="841374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5372074" y="3625735"/>
            <a:ext cx="1958975" cy="914400"/>
          </a:xfrm>
          <a:custGeom>
            <a:avLst/>
            <a:gdLst/>
            <a:ahLst/>
            <a:cxnLst/>
            <a:rect l="l" t="t" r="r" b="b"/>
            <a:pathLst>
              <a:path w="1958975" h="914400">
                <a:moveTo>
                  <a:pt x="0" y="0"/>
                </a:moveTo>
                <a:lnTo>
                  <a:pt x="1958978" y="91439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7331049" y="3541598"/>
            <a:ext cx="95250" cy="998855"/>
          </a:xfrm>
          <a:custGeom>
            <a:avLst/>
            <a:gdLst/>
            <a:ahLst/>
            <a:cxnLst/>
            <a:rect l="l" t="t" r="r" b="b"/>
            <a:pathLst>
              <a:path w="95250" h="998854">
                <a:moveTo>
                  <a:pt x="95249" y="0"/>
                </a:moveTo>
                <a:lnTo>
                  <a:pt x="0" y="998536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2601887" y="6521334"/>
            <a:ext cx="1551305" cy="469900"/>
          </a:xfrm>
          <a:custGeom>
            <a:avLst/>
            <a:gdLst/>
            <a:ahLst/>
            <a:cxnLst/>
            <a:rect l="l" t="t" r="r" b="b"/>
            <a:pathLst>
              <a:path w="1551304" h="469900">
                <a:moveTo>
                  <a:pt x="775487" y="0"/>
                </a:moveTo>
                <a:lnTo>
                  <a:pt x="704901" y="960"/>
                </a:lnTo>
                <a:lnTo>
                  <a:pt x="636091" y="3785"/>
                </a:lnTo>
                <a:lnTo>
                  <a:pt x="569330" y="8392"/>
                </a:lnTo>
                <a:lnTo>
                  <a:pt x="504892" y="14699"/>
                </a:lnTo>
                <a:lnTo>
                  <a:pt x="443051" y="22621"/>
                </a:lnTo>
                <a:lnTo>
                  <a:pt x="384081" y="32077"/>
                </a:lnTo>
                <a:lnTo>
                  <a:pt x="328256" y="42983"/>
                </a:lnTo>
                <a:lnTo>
                  <a:pt x="275848" y="55257"/>
                </a:lnTo>
                <a:lnTo>
                  <a:pt x="227133" y="68815"/>
                </a:lnTo>
                <a:lnTo>
                  <a:pt x="182383" y="83574"/>
                </a:lnTo>
                <a:lnTo>
                  <a:pt x="141872" y="99452"/>
                </a:lnTo>
                <a:lnTo>
                  <a:pt x="105875" y="116366"/>
                </a:lnTo>
                <a:lnTo>
                  <a:pt x="48515" y="152968"/>
                </a:lnTo>
                <a:lnTo>
                  <a:pt x="12493" y="192717"/>
                </a:lnTo>
                <a:lnTo>
                  <a:pt x="0" y="234949"/>
                </a:lnTo>
                <a:lnTo>
                  <a:pt x="3169" y="256335"/>
                </a:lnTo>
                <a:lnTo>
                  <a:pt x="27700" y="297409"/>
                </a:lnTo>
                <a:lnTo>
                  <a:pt x="74665" y="335667"/>
                </a:lnTo>
                <a:lnTo>
                  <a:pt x="141872" y="370447"/>
                </a:lnTo>
                <a:lnTo>
                  <a:pt x="182383" y="386325"/>
                </a:lnTo>
                <a:lnTo>
                  <a:pt x="227133" y="401084"/>
                </a:lnTo>
                <a:lnTo>
                  <a:pt x="275848" y="414642"/>
                </a:lnTo>
                <a:lnTo>
                  <a:pt x="328256" y="426916"/>
                </a:lnTo>
                <a:lnTo>
                  <a:pt x="384081" y="437822"/>
                </a:lnTo>
                <a:lnTo>
                  <a:pt x="443051" y="447278"/>
                </a:lnTo>
                <a:lnTo>
                  <a:pt x="504892" y="455200"/>
                </a:lnTo>
                <a:lnTo>
                  <a:pt x="569330" y="461507"/>
                </a:lnTo>
                <a:lnTo>
                  <a:pt x="636091" y="466114"/>
                </a:lnTo>
                <a:lnTo>
                  <a:pt x="704901" y="468939"/>
                </a:lnTo>
                <a:lnTo>
                  <a:pt x="775487" y="469899"/>
                </a:lnTo>
                <a:lnTo>
                  <a:pt x="846073" y="468939"/>
                </a:lnTo>
                <a:lnTo>
                  <a:pt x="914883" y="466114"/>
                </a:lnTo>
                <a:lnTo>
                  <a:pt x="981645" y="461507"/>
                </a:lnTo>
                <a:lnTo>
                  <a:pt x="1046083" y="455200"/>
                </a:lnTo>
                <a:lnTo>
                  <a:pt x="1107925" y="447278"/>
                </a:lnTo>
                <a:lnTo>
                  <a:pt x="1166896" y="437822"/>
                </a:lnTo>
                <a:lnTo>
                  <a:pt x="1222722" y="426916"/>
                </a:lnTo>
                <a:lnTo>
                  <a:pt x="1275131" y="414642"/>
                </a:lnTo>
                <a:lnTo>
                  <a:pt x="1323848" y="401084"/>
                </a:lnTo>
                <a:lnTo>
                  <a:pt x="1368598" y="386325"/>
                </a:lnTo>
                <a:lnTo>
                  <a:pt x="1409110" y="370447"/>
                </a:lnTo>
                <a:lnTo>
                  <a:pt x="1445108" y="353533"/>
                </a:lnTo>
                <a:lnTo>
                  <a:pt x="1502470" y="316931"/>
                </a:lnTo>
                <a:lnTo>
                  <a:pt x="1538493" y="277182"/>
                </a:lnTo>
                <a:lnTo>
                  <a:pt x="1550987" y="234949"/>
                </a:lnTo>
                <a:lnTo>
                  <a:pt x="1547818" y="213564"/>
                </a:lnTo>
                <a:lnTo>
                  <a:pt x="1523285" y="172490"/>
                </a:lnTo>
                <a:lnTo>
                  <a:pt x="1476319" y="134232"/>
                </a:lnTo>
                <a:lnTo>
                  <a:pt x="1409110" y="99452"/>
                </a:lnTo>
                <a:lnTo>
                  <a:pt x="1368598" y="83574"/>
                </a:lnTo>
                <a:lnTo>
                  <a:pt x="1323847" y="68815"/>
                </a:lnTo>
                <a:lnTo>
                  <a:pt x="1275131" y="55257"/>
                </a:lnTo>
                <a:lnTo>
                  <a:pt x="1222722" y="42983"/>
                </a:lnTo>
                <a:lnTo>
                  <a:pt x="1166896" y="32077"/>
                </a:lnTo>
                <a:lnTo>
                  <a:pt x="1107925" y="22621"/>
                </a:lnTo>
                <a:lnTo>
                  <a:pt x="1046083" y="14699"/>
                </a:lnTo>
                <a:lnTo>
                  <a:pt x="981645" y="8392"/>
                </a:lnTo>
                <a:lnTo>
                  <a:pt x="914883" y="3785"/>
                </a:lnTo>
                <a:lnTo>
                  <a:pt x="846073" y="960"/>
                </a:lnTo>
                <a:lnTo>
                  <a:pt x="775487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2601887" y="6521334"/>
            <a:ext cx="1551305" cy="469900"/>
          </a:xfrm>
          <a:custGeom>
            <a:avLst/>
            <a:gdLst/>
            <a:ahLst/>
            <a:cxnLst/>
            <a:rect l="l" t="t" r="r" b="b"/>
            <a:pathLst>
              <a:path w="1551304" h="469900">
                <a:moveTo>
                  <a:pt x="0" y="234949"/>
                </a:moveTo>
                <a:lnTo>
                  <a:pt x="12494" y="192717"/>
                </a:lnTo>
                <a:lnTo>
                  <a:pt x="48516" y="152968"/>
                </a:lnTo>
                <a:lnTo>
                  <a:pt x="105877" y="116366"/>
                </a:lnTo>
                <a:lnTo>
                  <a:pt x="141875" y="99452"/>
                </a:lnTo>
                <a:lnTo>
                  <a:pt x="182386" y="83574"/>
                </a:lnTo>
                <a:lnTo>
                  <a:pt x="227136" y="68815"/>
                </a:lnTo>
                <a:lnTo>
                  <a:pt x="275853" y="55257"/>
                </a:lnTo>
                <a:lnTo>
                  <a:pt x="328261" y="42983"/>
                </a:lnTo>
                <a:lnTo>
                  <a:pt x="384087" y="32077"/>
                </a:lnTo>
                <a:lnTo>
                  <a:pt x="443057" y="22621"/>
                </a:lnTo>
                <a:lnTo>
                  <a:pt x="504898" y="14699"/>
                </a:lnTo>
                <a:lnTo>
                  <a:pt x="569336" y="8392"/>
                </a:lnTo>
                <a:lnTo>
                  <a:pt x="636097" y="3785"/>
                </a:lnTo>
                <a:lnTo>
                  <a:pt x="704907" y="960"/>
                </a:lnTo>
                <a:lnTo>
                  <a:pt x="775493" y="0"/>
                </a:lnTo>
                <a:lnTo>
                  <a:pt x="846079" y="960"/>
                </a:lnTo>
                <a:lnTo>
                  <a:pt x="914890" y="3785"/>
                </a:lnTo>
                <a:lnTo>
                  <a:pt x="981651" y="8392"/>
                </a:lnTo>
                <a:lnTo>
                  <a:pt x="1046089" y="14699"/>
                </a:lnTo>
                <a:lnTo>
                  <a:pt x="1107930" y="22621"/>
                </a:lnTo>
                <a:lnTo>
                  <a:pt x="1166901" y="32077"/>
                </a:lnTo>
                <a:lnTo>
                  <a:pt x="1222727" y="42983"/>
                </a:lnTo>
                <a:lnTo>
                  <a:pt x="1275135" y="55257"/>
                </a:lnTo>
                <a:lnTo>
                  <a:pt x="1323851" y="68815"/>
                </a:lnTo>
                <a:lnTo>
                  <a:pt x="1368602" y="83574"/>
                </a:lnTo>
                <a:lnTo>
                  <a:pt x="1409113" y="99452"/>
                </a:lnTo>
                <a:lnTo>
                  <a:pt x="1445111" y="116366"/>
                </a:lnTo>
                <a:lnTo>
                  <a:pt x="1502472" y="152968"/>
                </a:lnTo>
                <a:lnTo>
                  <a:pt x="1538494" y="192717"/>
                </a:lnTo>
                <a:lnTo>
                  <a:pt x="1550988" y="234949"/>
                </a:lnTo>
                <a:lnTo>
                  <a:pt x="1547819" y="256335"/>
                </a:lnTo>
                <a:lnTo>
                  <a:pt x="1523287" y="297408"/>
                </a:lnTo>
                <a:lnTo>
                  <a:pt x="1476322" y="335667"/>
                </a:lnTo>
                <a:lnTo>
                  <a:pt x="1409113" y="370446"/>
                </a:lnTo>
                <a:lnTo>
                  <a:pt x="1368602" y="386324"/>
                </a:lnTo>
                <a:lnTo>
                  <a:pt x="1323851" y="401084"/>
                </a:lnTo>
                <a:lnTo>
                  <a:pt x="1275135" y="414642"/>
                </a:lnTo>
                <a:lnTo>
                  <a:pt x="1222727" y="426915"/>
                </a:lnTo>
                <a:lnTo>
                  <a:pt x="1166901" y="437822"/>
                </a:lnTo>
                <a:lnTo>
                  <a:pt x="1107930" y="447277"/>
                </a:lnTo>
                <a:lnTo>
                  <a:pt x="1046089" y="455200"/>
                </a:lnTo>
                <a:lnTo>
                  <a:pt x="981651" y="461507"/>
                </a:lnTo>
                <a:lnTo>
                  <a:pt x="914890" y="466114"/>
                </a:lnTo>
                <a:lnTo>
                  <a:pt x="846079" y="468939"/>
                </a:lnTo>
                <a:lnTo>
                  <a:pt x="775493" y="469899"/>
                </a:lnTo>
                <a:lnTo>
                  <a:pt x="704907" y="468939"/>
                </a:lnTo>
                <a:lnTo>
                  <a:pt x="636097" y="466114"/>
                </a:lnTo>
                <a:lnTo>
                  <a:pt x="569336" y="461507"/>
                </a:lnTo>
                <a:lnTo>
                  <a:pt x="504898" y="455200"/>
                </a:lnTo>
                <a:lnTo>
                  <a:pt x="443057" y="447277"/>
                </a:lnTo>
                <a:lnTo>
                  <a:pt x="384087" y="437822"/>
                </a:lnTo>
                <a:lnTo>
                  <a:pt x="328261" y="426915"/>
                </a:lnTo>
                <a:lnTo>
                  <a:pt x="275853" y="414642"/>
                </a:lnTo>
                <a:lnTo>
                  <a:pt x="227136" y="401084"/>
                </a:lnTo>
                <a:lnTo>
                  <a:pt x="182386" y="386324"/>
                </a:lnTo>
                <a:lnTo>
                  <a:pt x="141875" y="370446"/>
                </a:lnTo>
                <a:lnTo>
                  <a:pt x="105877" y="353533"/>
                </a:lnTo>
                <a:lnTo>
                  <a:pt x="48516" y="316931"/>
                </a:lnTo>
                <a:lnTo>
                  <a:pt x="12494" y="277182"/>
                </a:lnTo>
                <a:lnTo>
                  <a:pt x="0" y="23494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773083" y="4082935"/>
            <a:ext cx="1551305" cy="469900"/>
          </a:xfrm>
          <a:custGeom>
            <a:avLst/>
            <a:gdLst/>
            <a:ahLst/>
            <a:cxnLst/>
            <a:rect l="l" t="t" r="r" b="b"/>
            <a:pathLst>
              <a:path w="1551305" h="469900">
                <a:moveTo>
                  <a:pt x="775491" y="0"/>
                </a:moveTo>
                <a:lnTo>
                  <a:pt x="704905" y="960"/>
                </a:lnTo>
                <a:lnTo>
                  <a:pt x="636095" y="3785"/>
                </a:lnTo>
                <a:lnTo>
                  <a:pt x="569335" y="8392"/>
                </a:lnTo>
                <a:lnTo>
                  <a:pt x="504897" y="14699"/>
                </a:lnTo>
                <a:lnTo>
                  <a:pt x="443056" y="22622"/>
                </a:lnTo>
                <a:lnTo>
                  <a:pt x="384086" y="32078"/>
                </a:lnTo>
                <a:lnTo>
                  <a:pt x="328260" y="42984"/>
                </a:lnTo>
                <a:lnTo>
                  <a:pt x="275852" y="55258"/>
                </a:lnTo>
                <a:lnTo>
                  <a:pt x="227136" y="68816"/>
                </a:lnTo>
                <a:lnTo>
                  <a:pt x="182386" y="83576"/>
                </a:lnTo>
                <a:lnTo>
                  <a:pt x="141875" y="99454"/>
                </a:lnTo>
                <a:lnTo>
                  <a:pt x="105877" y="116367"/>
                </a:lnTo>
                <a:lnTo>
                  <a:pt x="48516" y="152969"/>
                </a:lnTo>
                <a:lnTo>
                  <a:pt x="12494" y="192718"/>
                </a:lnTo>
                <a:lnTo>
                  <a:pt x="0" y="234950"/>
                </a:lnTo>
                <a:lnTo>
                  <a:pt x="3169" y="256334"/>
                </a:lnTo>
                <a:lnTo>
                  <a:pt x="27701" y="297407"/>
                </a:lnTo>
                <a:lnTo>
                  <a:pt x="74666" y="335666"/>
                </a:lnTo>
                <a:lnTo>
                  <a:pt x="141875" y="370445"/>
                </a:lnTo>
                <a:lnTo>
                  <a:pt x="182386" y="386323"/>
                </a:lnTo>
                <a:lnTo>
                  <a:pt x="227136" y="401083"/>
                </a:lnTo>
                <a:lnTo>
                  <a:pt x="275852" y="414641"/>
                </a:lnTo>
                <a:lnTo>
                  <a:pt x="328260" y="426915"/>
                </a:lnTo>
                <a:lnTo>
                  <a:pt x="384086" y="437821"/>
                </a:lnTo>
                <a:lnTo>
                  <a:pt x="443056" y="447277"/>
                </a:lnTo>
                <a:lnTo>
                  <a:pt x="504897" y="455200"/>
                </a:lnTo>
                <a:lnTo>
                  <a:pt x="569335" y="461507"/>
                </a:lnTo>
                <a:lnTo>
                  <a:pt x="636095" y="466114"/>
                </a:lnTo>
                <a:lnTo>
                  <a:pt x="704905" y="468939"/>
                </a:lnTo>
                <a:lnTo>
                  <a:pt x="775491" y="469900"/>
                </a:lnTo>
                <a:lnTo>
                  <a:pt x="846077" y="468939"/>
                </a:lnTo>
                <a:lnTo>
                  <a:pt x="914887" y="466114"/>
                </a:lnTo>
                <a:lnTo>
                  <a:pt x="981649" y="461507"/>
                </a:lnTo>
                <a:lnTo>
                  <a:pt x="1046087" y="455200"/>
                </a:lnTo>
                <a:lnTo>
                  <a:pt x="1107929" y="447277"/>
                </a:lnTo>
                <a:lnTo>
                  <a:pt x="1166900" y="437821"/>
                </a:lnTo>
                <a:lnTo>
                  <a:pt x="1222726" y="426915"/>
                </a:lnTo>
                <a:lnTo>
                  <a:pt x="1275135" y="414641"/>
                </a:lnTo>
                <a:lnTo>
                  <a:pt x="1323851" y="401083"/>
                </a:lnTo>
                <a:lnTo>
                  <a:pt x="1368602" y="386323"/>
                </a:lnTo>
                <a:lnTo>
                  <a:pt x="1409114" y="370445"/>
                </a:lnTo>
                <a:lnTo>
                  <a:pt x="1445112" y="353532"/>
                </a:lnTo>
                <a:lnTo>
                  <a:pt x="1502473" y="316930"/>
                </a:lnTo>
                <a:lnTo>
                  <a:pt x="1538496" y="277181"/>
                </a:lnTo>
                <a:lnTo>
                  <a:pt x="1550991" y="234950"/>
                </a:lnTo>
                <a:lnTo>
                  <a:pt x="1547822" y="213565"/>
                </a:lnTo>
                <a:lnTo>
                  <a:pt x="1523289" y="172492"/>
                </a:lnTo>
                <a:lnTo>
                  <a:pt x="1476323" y="134233"/>
                </a:lnTo>
                <a:lnTo>
                  <a:pt x="1409114" y="99454"/>
                </a:lnTo>
                <a:lnTo>
                  <a:pt x="1368602" y="83576"/>
                </a:lnTo>
                <a:lnTo>
                  <a:pt x="1323851" y="68816"/>
                </a:lnTo>
                <a:lnTo>
                  <a:pt x="1275135" y="55258"/>
                </a:lnTo>
                <a:lnTo>
                  <a:pt x="1222726" y="42984"/>
                </a:lnTo>
                <a:lnTo>
                  <a:pt x="1166900" y="32078"/>
                </a:lnTo>
                <a:lnTo>
                  <a:pt x="1107929" y="22622"/>
                </a:lnTo>
                <a:lnTo>
                  <a:pt x="1046087" y="14699"/>
                </a:lnTo>
                <a:lnTo>
                  <a:pt x="981649" y="8392"/>
                </a:lnTo>
                <a:lnTo>
                  <a:pt x="914887" y="3785"/>
                </a:lnTo>
                <a:lnTo>
                  <a:pt x="846077" y="960"/>
                </a:lnTo>
                <a:lnTo>
                  <a:pt x="775491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773083" y="4082935"/>
            <a:ext cx="1551305" cy="469900"/>
          </a:xfrm>
          <a:custGeom>
            <a:avLst/>
            <a:gdLst/>
            <a:ahLst/>
            <a:cxnLst/>
            <a:rect l="l" t="t" r="r" b="b"/>
            <a:pathLst>
              <a:path w="1551305" h="469900">
                <a:moveTo>
                  <a:pt x="0" y="234949"/>
                </a:moveTo>
                <a:lnTo>
                  <a:pt x="12494" y="192717"/>
                </a:lnTo>
                <a:lnTo>
                  <a:pt x="48516" y="152968"/>
                </a:lnTo>
                <a:lnTo>
                  <a:pt x="105877" y="116366"/>
                </a:lnTo>
                <a:lnTo>
                  <a:pt x="141875" y="99452"/>
                </a:lnTo>
                <a:lnTo>
                  <a:pt x="182386" y="83574"/>
                </a:lnTo>
                <a:lnTo>
                  <a:pt x="227136" y="68815"/>
                </a:lnTo>
                <a:lnTo>
                  <a:pt x="275852" y="55257"/>
                </a:lnTo>
                <a:lnTo>
                  <a:pt x="328260" y="42983"/>
                </a:lnTo>
                <a:lnTo>
                  <a:pt x="384086" y="32077"/>
                </a:lnTo>
                <a:lnTo>
                  <a:pt x="443057" y="22621"/>
                </a:lnTo>
                <a:lnTo>
                  <a:pt x="504898" y="14699"/>
                </a:lnTo>
                <a:lnTo>
                  <a:pt x="569336" y="8392"/>
                </a:lnTo>
                <a:lnTo>
                  <a:pt x="636097" y="3785"/>
                </a:lnTo>
                <a:lnTo>
                  <a:pt x="704907" y="960"/>
                </a:lnTo>
                <a:lnTo>
                  <a:pt x="775493" y="0"/>
                </a:lnTo>
                <a:lnTo>
                  <a:pt x="846079" y="960"/>
                </a:lnTo>
                <a:lnTo>
                  <a:pt x="914890" y="3785"/>
                </a:lnTo>
                <a:lnTo>
                  <a:pt x="981651" y="8392"/>
                </a:lnTo>
                <a:lnTo>
                  <a:pt x="1046089" y="14699"/>
                </a:lnTo>
                <a:lnTo>
                  <a:pt x="1107930" y="22621"/>
                </a:lnTo>
                <a:lnTo>
                  <a:pt x="1166901" y="32077"/>
                </a:lnTo>
                <a:lnTo>
                  <a:pt x="1222727" y="42983"/>
                </a:lnTo>
                <a:lnTo>
                  <a:pt x="1275135" y="55257"/>
                </a:lnTo>
                <a:lnTo>
                  <a:pt x="1323852" y="68815"/>
                </a:lnTo>
                <a:lnTo>
                  <a:pt x="1368602" y="83574"/>
                </a:lnTo>
                <a:lnTo>
                  <a:pt x="1409113" y="99452"/>
                </a:lnTo>
                <a:lnTo>
                  <a:pt x="1445111" y="116366"/>
                </a:lnTo>
                <a:lnTo>
                  <a:pt x="1502472" y="152968"/>
                </a:lnTo>
                <a:lnTo>
                  <a:pt x="1538494" y="192717"/>
                </a:lnTo>
                <a:lnTo>
                  <a:pt x="1550988" y="234949"/>
                </a:lnTo>
                <a:lnTo>
                  <a:pt x="1547819" y="256335"/>
                </a:lnTo>
                <a:lnTo>
                  <a:pt x="1523287" y="297408"/>
                </a:lnTo>
                <a:lnTo>
                  <a:pt x="1476322" y="335667"/>
                </a:lnTo>
                <a:lnTo>
                  <a:pt x="1409113" y="370446"/>
                </a:lnTo>
                <a:lnTo>
                  <a:pt x="1368602" y="386324"/>
                </a:lnTo>
                <a:lnTo>
                  <a:pt x="1323852" y="401084"/>
                </a:lnTo>
                <a:lnTo>
                  <a:pt x="1275135" y="414642"/>
                </a:lnTo>
                <a:lnTo>
                  <a:pt x="1222727" y="426915"/>
                </a:lnTo>
                <a:lnTo>
                  <a:pt x="1166901" y="437822"/>
                </a:lnTo>
                <a:lnTo>
                  <a:pt x="1107930" y="447277"/>
                </a:lnTo>
                <a:lnTo>
                  <a:pt x="1046089" y="455200"/>
                </a:lnTo>
                <a:lnTo>
                  <a:pt x="981651" y="461507"/>
                </a:lnTo>
                <a:lnTo>
                  <a:pt x="914890" y="466114"/>
                </a:lnTo>
                <a:lnTo>
                  <a:pt x="846079" y="468939"/>
                </a:lnTo>
                <a:lnTo>
                  <a:pt x="775493" y="469899"/>
                </a:lnTo>
                <a:lnTo>
                  <a:pt x="704907" y="468939"/>
                </a:lnTo>
                <a:lnTo>
                  <a:pt x="636097" y="466114"/>
                </a:lnTo>
                <a:lnTo>
                  <a:pt x="569336" y="461507"/>
                </a:lnTo>
                <a:lnTo>
                  <a:pt x="504898" y="455200"/>
                </a:lnTo>
                <a:lnTo>
                  <a:pt x="443057" y="447277"/>
                </a:lnTo>
                <a:lnTo>
                  <a:pt x="384086" y="437822"/>
                </a:lnTo>
                <a:lnTo>
                  <a:pt x="328260" y="426915"/>
                </a:lnTo>
                <a:lnTo>
                  <a:pt x="275852" y="414642"/>
                </a:lnTo>
                <a:lnTo>
                  <a:pt x="227136" y="401084"/>
                </a:lnTo>
                <a:lnTo>
                  <a:pt x="182386" y="386324"/>
                </a:lnTo>
                <a:lnTo>
                  <a:pt x="141875" y="370446"/>
                </a:lnTo>
                <a:lnTo>
                  <a:pt x="105877" y="353533"/>
                </a:lnTo>
                <a:lnTo>
                  <a:pt x="48516" y="316931"/>
                </a:lnTo>
                <a:lnTo>
                  <a:pt x="12494" y="277182"/>
                </a:lnTo>
                <a:lnTo>
                  <a:pt x="0" y="23494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863060" y="4122305"/>
            <a:ext cx="1362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Fachgebiet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2449487" y="4616335"/>
            <a:ext cx="1532255" cy="377825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45"/>
              </a:spcBef>
            </a:pPr>
            <a:r>
              <a:rPr sz="2400" spc="-5" dirty="0">
                <a:latin typeface="Times New Roman"/>
                <a:cs typeface="Times New Roman"/>
              </a:rPr>
              <a:t>Assistenten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4506886" y="4311535"/>
            <a:ext cx="1676400" cy="843280"/>
          </a:xfrm>
          <a:custGeom>
            <a:avLst/>
            <a:gdLst/>
            <a:ahLst/>
            <a:cxnLst/>
            <a:rect l="l" t="t" r="r" b="b"/>
            <a:pathLst>
              <a:path w="1676400" h="843279">
                <a:moveTo>
                  <a:pt x="838200" y="0"/>
                </a:moveTo>
                <a:lnTo>
                  <a:pt x="0" y="421487"/>
                </a:lnTo>
                <a:lnTo>
                  <a:pt x="838200" y="842962"/>
                </a:lnTo>
                <a:lnTo>
                  <a:pt x="1676400" y="421487"/>
                </a:lnTo>
                <a:lnTo>
                  <a:pt x="838200" y="0"/>
                </a:lnTo>
                <a:close/>
              </a:path>
            </a:pathLst>
          </a:custGeom>
          <a:solidFill>
            <a:srgbClr val="73F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4506886" y="4311535"/>
            <a:ext cx="1676400" cy="843280"/>
          </a:xfrm>
          <a:custGeom>
            <a:avLst/>
            <a:gdLst/>
            <a:ahLst/>
            <a:cxnLst/>
            <a:rect l="l" t="t" r="r" b="b"/>
            <a:pathLst>
              <a:path w="1676400" h="843279">
                <a:moveTo>
                  <a:pt x="0" y="421481"/>
                </a:moveTo>
                <a:lnTo>
                  <a:pt x="838199" y="0"/>
                </a:lnTo>
                <a:lnTo>
                  <a:pt x="1676399" y="421481"/>
                </a:lnTo>
                <a:lnTo>
                  <a:pt x="838199" y="842962"/>
                </a:lnTo>
                <a:lnTo>
                  <a:pt x="0" y="421481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6564286" y="4540135"/>
            <a:ext cx="1532255" cy="377825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45"/>
              </a:spcBef>
            </a:pPr>
            <a:r>
              <a:rPr sz="2400" spc="-5" dirty="0">
                <a:latin typeface="Times New Roman"/>
                <a:cs typeface="Times New Roman"/>
              </a:rPr>
              <a:t>Professoren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8594699" y="4768735"/>
            <a:ext cx="1322705" cy="450850"/>
          </a:xfrm>
          <a:custGeom>
            <a:avLst/>
            <a:gdLst/>
            <a:ahLst/>
            <a:cxnLst/>
            <a:rect l="l" t="t" r="r" b="b"/>
            <a:pathLst>
              <a:path w="1322704" h="450850">
                <a:moveTo>
                  <a:pt x="661187" y="0"/>
                </a:moveTo>
                <a:lnTo>
                  <a:pt x="593584" y="1163"/>
                </a:lnTo>
                <a:lnTo>
                  <a:pt x="527935" y="4579"/>
                </a:lnTo>
                <a:lnTo>
                  <a:pt x="464570" y="10134"/>
                </a:lnTo>
                <a:lnTo>
                  <a:pt x="403823" y="17715"/>
                </a:lnTo>
                <a:lnTo>
                  <a:pt x="346026" y="27207"/>
                </a:lnTo>
                <a:lnTo>
                  <a:pt x="291511" y="38499"/>
                </a:lnTo>
                <a:lnTo>
                  <a:pt x="240611" y="51476"/>
                </a:lnTo>
                <a:lnTo>
                  <a:pt x="193657" y="66025"/>
                </a:lnTo>
                <a:lnTo>
                  <a:pt x="150983" y="82034"/>
                </a:lnTo>
                <a:lnTo>
                  <a:pt x="112920" y="99388"/>
                </a:lnTo>
                <a:lnTo>
                  <a:pt x="51959" y="137679"/>
                </a:lnTo>
                <a:lnTo>
                  <a:pt x="13433" y="179994"/>
                </a:lnTo>
                <a:lnTo>
                  <a:pt x="0" y="225425"/>
                </a:lnTo>
                <a:lnTo>
                  <a:pt x="3413" y="248473"/>
                </a:lnTo>
                <a:lnTo>
                  <a:pt x="29725" y="292459"/>
                </a:lnTo>
                <a:lnTo>
                  <a:pt x="79801" y="332875"/>
                </a:lnTo>
                <a:lnTo>
                  <a:pt x="150983" y="368815"/>
                </a:lnTo>
                <a:lnTo>
                  <a:pt x="193657" y="384824"/>
                </a:lnTo>
                <a:lnTo>
                  <a:pt x="240611" y="399373"/>
                </a:lnTo>
                <a:lnTo>
                  <a:pt x="291511" y="412350"/>
                </a:lnTo>
                <a:lnTo>
                  <a:pt x="346026" y="423642"/>
                </a:lnTo>
                <a:lnTo>
                  <a:pt x="403823" y="433134"/>
                </a:lnTo>
                <a:lnTo>
                  <a:pt x="464570" y="440715"/>
                </a:lnTo>
                <a:lnTo>
                  <a:pt x="527935" y="446270"/>
                </a:lnTo>
                <a:lnTo>
                  <a:pt x="593584" y="449686"/>
                </a:lnTo>
                <a:lnTo>
                  <a:pt x="661187" y="450850"/>
                </a:lnTo>
                <a:lnTo>
                  <a:pt x="728790" y="449686"/>
                </a:lnTo>
                <a:lnTo>
                  <a:pt x="794440" y="446270"/>
                </a:lnTo>
                <a:lnTo>
                  <a:pt x="857805" y="440715"/>
                </a:lnTo>
                <a:lnTo>
                  <a:pt x="918553" y="433134"/>
                </a:lnTo>
                <a:lnTo>
                  <a:pt x="976351" y="423642"/>
                </a:lnTo>
                <a:lnTo>
                  <a:pt x="1030867" y="412350"/>
                </a:lnTo>
                <a:lnTo>
                  <a:pt x="1081768" y="399373"/>
                </a:lnTo>
                <a:lnTo>
                  <a:pt x="1128723" y="384824"/>
                </a:lnTo>
                <a:lnTo>
                  <a:pt x="1171399" y="368815"/>
                </a:lnTo>
                <a:lnTo>
                  <a:pt x="1209462" y="351461"/>
                </a:lnTo>
                <a:lnTo>
                  <a:pt x="1270426" y="313170"/>
                </a:lnTo>
                <a:lnTo>
                  <a:pt x="1308953" y="270855"/>
                </a:lnTo>
                <a:lnTo>
                  <a:pt x="1322387" y="225425"/>
                </a:lnTo>
                <a:lnTo>
                  <a:pt x="1318973" y="202376"/>
                </a:lnTo>
                <a:lnTo>
                  <a:pt x="1292660" y="158390"/>
                </a:lnTo>
                <a:lnTo>
                  <a:pt x="1242582" y="117974"/>
                </a:lnTo>
                <a:lnTo>
                  <a:pt x="1171399" y="82034"/>
                </a:lnTo>
                <a:lnTo>
                  <a:pt x="1128723" y="66025"/>
                </a:lnTo>
                <a:lnTo>
                  <a:pt x="1081768" y="51476"/>
                </a:lnTo>
                <a:lnTo>
                  <a:pt x="1030867" y="38499"/>
                </a:lnTo>
                <a:lnTo>
                  <a:pt x="976351" y="27207"/>
                </a:lnTo>
                <a:lnTo>
                  <a:pt x="918553" y="17715"/>
                </a:lnTo>
                <a:lnTo>
                  <a:pt x="857805" y="10134"/>
                </a:lnTo>
                <a:lnTo>
                  <a:pt x="794440" y="4579"/>
                </a:lnTo>
                <a:lnTo>
                  <a:pt x="728790" y="1163"/>
                </a:lnTo>
                <a:lnTo>
                  <a:pt x="661187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8594699" y="4768735"/>
            <a:ext cx="1322705" cy="450850"/>
          </a:xfrm>
          <a:custGeom>
            <a:avLst/>
            <a:gdLst/>
            <a:ahLst/>
            <a:cxnLst/>
            <a:rect l="l" t="t" r="r" b="b"/>
            <a:pathLst>
              <a:path w="1322704" h="450850">
                <a:moveTo>
                  <a:pt x="0" y="225424"/>
                </a:moveTo>
                <a:lnTo>
                  <a:pt x="13433" y="179993"/>
                </a:lnTo>
                <a:lnTo>
                  <a:pt x="51959" y="137679"/>
                </a:lnTo>
                <a:lnTo>
                  <a:pt x="112921" y="99387"/>
                </a:lnTo>
                <a:lnTo>
                  <a:pt x="150984" y="82033"/>
                </a:lnTo>
                <a:lnTo>
                  <a:pt x="193659" y="66025"/>
                </a:lnTo>
                <a:lnTo>
                  <a:pt x="240613" y="51476"/>
                </a:lnTo>
                <a:lnTo>
                  <a:pt x="291514" y="38498"/>
                </a:lnTo>
                <a:lnTo>
                  <a:pt x="346029" y="27207"/>
                </a:lnTo>
                <a:lnTo>
                  <a:pt x="403827" y="17714"/>
                </a:lnTo>
                <a:lnTo>
                  <a:pt x="464575" y="10134"/>
                </a:lnTo>
                <a:lnTo>
                  <a:pt x="527940" y="4579"/>
                </a:lnTo>
                <a:lnTo>
                  <a:pt x="593590" y="1163"/>
                </a:lnTo>
                <a:lnTo>
                  <a:pt x="661193" y="0"/>
                </a:lnTo>
                <a:lnTo>
                  <a:pt x="728796" y="1163"/>
                </a:lnTo>
                <a:lnTo>
                  <a:pt x="794446" y="4579"/>
                </a:lnTo>
                <a:lnTo>
                  <a:pt x="857812" y="10134"/>
                </a:lnTo>
                <a:lnTo>
                  <a:pt x="918559" y="17714"/>
                </a:lnTo>
                <a:lnTo>
                  <a:pt x="976357" y="27207"/>
                </a:lnTo>
                <a:lnTo>
                  <a:pt x="1030873" y="38498"/>
                </a:lnTo>
                <a:lnTo>
                  <a:pt x="1081774" y="51476"/>
                </a:lnTo>
                <a:lnTo>
                  <a:pt x="1128728" y="66025"/>
                </a:lnTo>
                <a:lnTo>
                  <a:pt x="1171403" y="82033"/>
                </a:lnTo>
                <a:lnTo>
                  <a:pt x="1209466" y="99387"/>
                </a:lnTo>
                <a:lnTo>
                  <a:pt x="1270428" y="137679"/>
                </a:lnTo>
                <a:lnTo>
                  <a:pt x="1308955" y="179993"/>
                </a:lnTo>
                <a:lnTo>
                  <a:pt x="1322389" y="225424"/>
                </a:lnTo>
                <a:lnTo>
                  <a:pt x="1318975" y="248473"/>
                </a:lnTo>
                <a:lnTo>
                  <a:pt x="1292662" y="292459"/>
                </a:lnTo>
                <a:lnTo>
                  <a:pt x="1242585" y="332875"/>
                </a:lnTo>
                <a:lnTo>
                  <a:pt x="1171403" y="368816"/>
                </a:lnTo>
                <a:lnTo>
                  <a:pt x="1128728" y="384824"/>
                </a:lnTo>
                <a:lnTo>
                  <a:pt x="1081774" y="399373"/>
                </a:lnTo>
                <a:lnTo>
                  <a:pt x="1030873" y="412350"/>
                </a:lnTo>
                <a:lnTo>
                  <a:pt x="976357" y="423642"/>
                </a:lnTo>
                <a:lnTo>
                  <a:pt x="918559" y="433134"/>
                </a:lnTo>
                <a:lnTo>
                  <a:pt x="857812" y="440715"/>
                </a:lnTo>
                <a:lnTo>
                  <a:pt x="794446" y="446269"/>
                </a:lnTo>
                <a:lnTo>
                  <a:pt x="728796" y="449685"/>
                </a:lnTo>
                <a:lnTo>
                  <a:pt x="661193" y="450849"/>
                </a:lnTo>
                <a:lnTo>
                  <a:pt x="593590" y="449685"/>
                </a:lnTo>
                <a:lnTo>
                  <a:pt x="527940" y="446269"/>
                </a:lnTo>
                <a:lnTo>
                  <a:pt x="464575" y="440715"/>
                </a:lnTo>
                <a:lnTo>
                  <a:pt x="403827" y="433134"/>
                </a:lnTo>
                <a:lnTo>
                  <a:pt x="346029" y="423642"/>
                </a:lnTo>
                <a:lnTo>
                  <a:pt x="291514" y="412350"/>
                </a:lnTo>
                <a:lnTo>
                  <a:pt x="240613" y="399373"/>
                </a:lnTo>
                <a:lnTo>
                  <a:pt x="193659" y="384824"/>
                </a:lnTo>
                <a:lnTo>
                  <a:pt x="150984" y="368816"/>
                </a:lnTo>
                <a:lnTo>
                  <a:pt x="112921" y="351462"/>
                </a:lnTo>
                <a:lnTo>
                  <a:pt x="51959" y="313170"/>
                </a:lnTo>
                <a:lnTo>
                  <a:pt x="13433" y="270855"/>
                </a:lnTo>
                <a:lnTo>
                  <a:pt x="0" y="225424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8594699" y="4159135"/>
            <a:ext cx="1322705" cy="454025"/>
          </a:xfrm>
          <a:custGeom>
            <a:avLst/>
            <a:gdLst/>
            <a:ahLst/>
            <a:cxnLst/>
            <a:rect l="l" t="t" r="r" b="b"/>
            <a:pathLst>
              <a:path w="1322704" h="454025">
                <a:moveTo>
                  <a:pt x="661187" y="0"/>
                </a:moveTo>
                <a:lnTo>
                  <a:pt x="593584" y="1172"/>
                </a:lnTo>
                <a:lnTo>
                  <a:pt x="527935" y="4612"/>
                </a:lnTo>
                <a:lnTo>
                  <a:pt x="464570" y="10206"/>
                </a:lnTo>
                <a:lnTo>
                  <a:pt x="403823" y="17839"/>
                </a:lnTo>
                <a:lnTo>
                  <a:pt x="346026" y="27399"/>
                </a:lnTo>
                <a:lnTo>
                  <a:pt x="291511" y="38770"/>
                </a:lnTo>
                <a:lnTo>
                  <a:pt x="240611" y="51838"/>
                </a:lnTo>
                <a:lnTo>
                  <a:pt x="193657" y="66490"/>
                </a:lnTo>
                <a:lnTo>
                  <a:pt x="150983" y="82611"/>
                </a:lnTo>
                <a:lnTo>
                  <a:pt x="112920" y="100088"/>
                </a:lnTo>
                <a:lnTo>
                  <a:pt x="51959" y="138649"/>
                </a:lnTo>
                <a:lnTo>
                  <a:pt x="13433" y="181261"/>
                </a:lnTo>
                <a:lnTo>
                  <a:pt x="0" y="227012"/>
                </a:lnTo>
                <a:lnTo>
                  <a:pt x="3413" y="250223"/>
                </a:lnTo>
                <a:lnTo>
                  <a:pt x="29725" y="294518"/>
                </a:lnTo>
                <a:lnTo>
                  <a:pt x="79801" y="335219"/>
                </a:lnTo>
                <a:lnTo>
                  <a:pt x="150983" y="371413"/>
                </a:lnTo>
                <a:lnTo>
                  <a:pt x="193657" y="387534"/>
                </a:lnTo>
                <a:lnTo>
                  <a:pt x="240611" y="402186"/>
                </a:lnTo>
                <a:lnTo>
                  <a:pt x="291511" y="415254"/>
                </a:lnTo>
                <a:lnTo>
                  <a:pt x="346026" y="426625"/>
                </a:lnTo>
                <a:lnTo>
                  <a:pt x="403823" y="436185"/>
                </a:lnTo>
                <a:lnTo>
                  <a:pt x="464570" y="443818"/>
                </a:lnTo>
                <a:lnTo>
                  <a:pt x="527935" y="449412"/>
                </a:lnTo>
                <a:lnTo>
                  <a:pt x="593584" y="452852"/>
                </a:lnTo>
                <a:lnTo>
                  <a:pt x="661187" y="454025"/>
                </a:lnTo>
                <a:lnTo>
                  <a:pt x="728790" y="452852"/>
                </a:lnTo>
                <a:lnTo>
                  <a:pt x="794440" y="449412"/>
                </a:lnTo>
                <a:lnTo>
                  <a:pt x="857805" y="443818"/>
                </a:lnTo>
                <a:lnTo>
                  <a:pt x="918553" y="436185"/>
                </a:lnTo>
                <a:lnTo>
                  <a:pt x="976351" y="426625"/>
                </a:lnTo>
                <a:lnTo>
                  <a:pt x="1030867" y="415254"/>
                </a:lnTo>
                <a:lnTo>
                  <a:pt x="1081768" y="402186"/>
                </a:lnTo>
                <a:lnTo>
                  <a:pt x="1128723" y="387534"/>
                </a:lnTo>
                <a:lnTo>
                  <a:pt x="1171399" y="371413"/>
                </a:lnTo>
                <a:lnTo>
                  <a:pt x="1209462" y="353936"/>
                </a:lnTo>
                <a:lnTo>
                  <a:pt x="1270426" y="315375"/>
                </a:lnTo>
                <a:lnTo>
                  <a:pt x="1308953" y="272763"/>
                </a:lnTo>
                <a:lnTo>
                  <a:pt x="1322387" y="227012"/>
                </a:lnTo>
                <a:lnTo>
                  <a:pt x="1318973" y="203801"/>
                </a:lnTo>
                <a:lnTo>
                  <a:pt x="1292660" y="159506"/>
                </a:lnTo>
                <a:lnTo>
                  <a:pt x="1242582" y="118805"/>
                </a:lnTo>
                <a:lnTo>
                  <a:pt x="1171399" y="82611"/>
                </a:lnTo>
                <a:lnTo>
                  <a:pt x="1128723" y="66490"/>
                </a:lnTo>
                <a:lnTo>
                  <a:pt x="1081768" y="51838"/>
                </a:lnTo>
                <a:lnTo>
                  <a:pt x="1030867" y="38770"/>
                </a:lnTo>
                <a:lnTo>
                  <a:pt x="976351" y="27399"/>
                </a:lnTo>
                <a:lnTo>
                  <a:pt x="918553" y="17839"/>
                </a:lnTo>
                <a:lnTo>
                  <a:pt x="857805" y="10206"/>
                </a:lnTo>
                <a:lnTo>
                  <a:pt x="794440" y="4612"/>
                </a:lnTo>
                <a:lnTo>
                  <a:pt x="728790" y="1172"/>
                </a:lnTo>
                <a:lnTo>
                  <a:pt x="661187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8594699" y="4159135"/>
            <a:ext cx="1322705" cy="454025"/>
          </a:xfrm>
          <a:custGeom>
            <a:avLst/>
            <a:gdLst/>
            <a:ahLst/>
            <a:cxnLst/>
            <a:rect l="l" t="t" r="r" b="b"/>
            <a:pathLst>
              <a:path w="1322704" h="454025">
                <a:moveTo>
                  <a:pt x="0" y="227012"/>
                </a:moveTo>
                <a:lnTo>
                  <a:pt x="13433" y="181261"/>
                </a:lnTo>
                <a:lnTo>
                  <a:pt x="51959" y="138649"/>
                </a:lnTo>
                <a:lnTo>
                  <a:pt x="112921" y="100087"/>
                </a:lnTo>
                <a:lnTo>
                  <a:pt x="150984" y="82611"/>
                </a:lnTo>
                <a:lnTo>
                  <a:pt x="193659" y="66490"/>
                </a:lnTo>
                <a:lnTo>
                  <a:pt x="240613" y="51838"/>
                </a:lnTo>
                <a:lnTo>
                  <a:pt x="291514" y="38770"/>
                </a:lnTo>
                <a:lnTo>
                  <a:pt x="346029" y="27399"/>
                </a:lnTo>
                <a:lnTo>
                  <a:pt x="403827" y="17839"/>
                </a:lnTo>
                <a:lnTo>
                  <a:pt x="464575" y="10206"/>
                </a:lnTo>
                <a:lnTo>
                  <a:pt x="527940" y="4612"/>
                </a:lnTo>
                <a:lnTo>
                  <a:pt x="593590" y="1172"/>
                </a:lnTo>
                <a:lnTo>
                  <a:pt x="661193" y="0"/>
                </a:lnTo>
                <a:lnTo>
                  <a:pt x="728796" y="1172"/>
                </a:lnTo>
                <a:lnTo>
                  <a:pt x="794446" y="4612"/>
                </a:lnTo>
                <a:lnTo>
                  <a:pt x="857812" y="10206"/>
                </a:lnTo>
                <a:lnTo>
                  <a:pt x="918559" y="17839"/>
                </a:lnTo>
                <a:lnTo>
                  <a:pt x="976357" y="27399"/>
                </a:lnTo>
                <a:lnTo>
                  <a:pt x="1030873" y="38770"/>
                </a:lnTo>
                <a:lnTo>
                  <a:pt x="1081774" y="51838"/>
                </a:lnTo>
                <a:lnTo>
                  <a:pt x="1128728" y="66490"/>
                </a:lnTo>
                <a:lnTo>
                  <a:pt x="1171403" y="82611"/>
                </a:lnTo>
                <a:lnTo>
                  <a:pt x="1209466" y="100087"/>
                </a:lnTo>
                <a:lnTo>
                  <a:pt x="1270428" y="138649"/>
                </a:lnTo>
                <a:lnTo>
                  <a:pt x="1308955" y="181261"/>
                </a:lnTo>
                <a:lnTo>
                  <a:pt x="1322389" y="227012"/>
                </a:lnTo>
                <a:lnTo>
                  <a:pt x="1318975" y="250223"/>
                </a:lnTo>
                <a:lnTo>
                  <a:pt x="1292662" y="294519"/>
                </a:lnTo>
                <a:lnTo>
                  <a:pt x="1242585" y="335220"/>
                </a:lnTo>
                <a:lnTo>
                  <a:pt x="1171403" y="371414"/>
                </a:lnTo>
                <a:lnTo>
                  <a:pt x="1128728" y="387535"/>
                </a:lnTo>
                <a:lnTo>
                  <a:pt x="1081774" y="402186"/>
                </a:lnTo>
                <a:lnTo>
                  <a:pt x="1030873" y="415255"/>
                </a:lnTo>
                <a:lnTo>
                  <a:pt x="976357" y="426626"/>
                </a:lnTo>
                <a:lnTo>
                  <a:pt x="918559" y="436185"/>
                </a:lnTo>
                <a:lnTo>
                  <a:pt x="857812" y="443819"/>
                </a:lnTo>
                <a:lnTo>
                  <a:pt x="794446" y="449413"/>
                </a:lnTo>
                <a:lnTo>
                  <a:pt x="728796" y="452853"/>
                </a:lnTo>
                <a:lnTo>
                  <a:pt x="661193" y="454025"/>
                </a:lnTo>
                <a:lnTo>
                  <a:pt x="593590" y="452853"/>
                </a:lnTo>
                <a:lnTo>
                  <a:pt x="527940" y="449413"/>
                </a:lnTo>
                <a:lnTo>
                  <a:pt x="464575" y="443819"/>
                </a:lnTo>
                <a:lnTo>
                  <a:pt x="403827" y="436185"/>
                </a:lnTo>
                <a:lnTo>
                  <a:pt x="346029" y="426626"/>
                </a:lnTo>
                <a:lnTo>
                  <a:pt x="291514" y="415255"/>
                </a:lnTo>
                <a:lnTo>
                  <a:pt x="240613" y="402186"/>
                </a:lnTo>
                <a:lnTo>
                  <a:pt x="193659" y="387535"/>
                </a:lnTo>
                <a:lnTo>
                  <a:pt x="150984" y="371414"/>
                </a:lnTo>
                <a:lnTo>
                  <a:pt x="112921" y="353937"/>
                </a:lnTo>
                <a:lnTo>
                  <a:pt x="51959" y="315376"/>
                </a:lnTo>
                <a:lnTo>
                  <a:pt x="13433" y="272763"/>
                </a:lnTo>
                <a:lnTo>
                  <a:pt x="0" y="227012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 txBox="1"/>
          <p:nvPr/>
        </p:nvSpPr>
        <p:spPr>
          <a:xfrm>
            <a:off x="8879788" y="4190568"/>
            <a:ext cx="753745" cy="999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Rang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905"/>
              </a:spcBef>
            </a:pP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um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1549374" y="4552835"/>
            <a:ext cx="900430" cy="252729"/>
          </a:xfrm>
          <a:custGeom>
            <a:avLst/>
            <a:gdLst/>
            <a:ahLst/>
            <a:cxnLst/>
            <a:rect l="l" t="t" r="r" b="b"/>
            <a:pathLst>
              <a:path w="900430" h="252729">
                <a:moveTo>
                  <a:pt x="0" y="0"/>
                </a:moveTo>
                <a:lnTo>
                  <a:pt x="900111" y="252412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8096224" y="4546485"/>
            <a:ext cx="692150" cy="182880"/>
          </a:xfrm>
          <a:custGeom>
            <a:avLst/>
            <a:gdLst/>
            <a:ahLst/>
            <a:cxnLst/>
            <a:rect l="l" t="t" r="r" b="b"/>
            <a:pathLst>
              <a:path w="692150" h="182879">
                <a:moveTo>
                  <a:pt x="0" y="182562"/>
                </a:moveTo>
                <a:lnTo>
                  <a:pt x="692149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8096224" y="4729048"/>
            <a:ext cx="498475" cy="265430"/>
          </a:xfrm>
          <a:custGeom>
            <a:avLst/>
            <a:gdLst/>
            <a:ahLst/>
            <a:cxnLst/>
            <a:rect l="l" t="t" r="r" b="b"/>
            <a:pathLst>
              <a:path w="498475" h="265429">
                <a:moveTo>
                  <a:pt x="0" y="0"/>
                </a:moveTo>
                <a:lnTo>
                  <a:pt x="498474" y="265111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6183287" y="4729048"/>
            <a:ext cx="381000" cy="5080"/>
          </a:xfrm>
          <a:custGeom>
            <a:avLst/>
            <a:gdLst/>
            <a:ahLst/>
            <a:cxnLst/>
            <a:rect l="l" t="t" r="r" b="b"/>
            <a:pathLst>
              <a:path w="381000" h="5079">
                <a:moveTo>
                  <a:pt x="0" y="4761"/>
                </a:moveTo>
                <a:lnTo>
                  <a:pt x="380999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3981424" y="4733810"/>
            <a:ext cx="525780" cy="71755"/>
          </a:xfrm>
          <a:custGeom>
            <a:avLst/>
            <a:gdLst/>
            <a:ahLst/>
            <a:cxnLst/>
            <a:rect l="l" t="t" r="r" b="b"/>
            <a:pathLst>
              <a:path w="525779" h="71754">
                <a:moveTo>
                  <a:pt x="0" y="71438"/>
                </a:moveTo>
                <a:lnTo>
                  <a:pt x="525461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4964086" y="5454535"/>
            <a:ext cx="914400" cy="440055"/>
          </a:xfrm>
          <a:custGeom>
            <a:avLst/>
            <a:gdLst/>
            <a:ahLst/>
            <a:cxnLst/>
            <a:rect l="l" t="t" r="r" b="b"/>
            <a:pathLst>
              <a:path w="914400" h="440054">
                <a:moveTo>
                  <a:pt x="685787" y="0"/>
                </a:moveTo>
                <a:lnTo>
                  <a:pt x="228600" y="0"/>
                </a:lnTo>
                <a:lnTo>
                  <a:pt x="0" y="219862"/>
                </a:lnTo>
                <a:lnTo>
                  <a:pt x="228600" y="439737"/>
                </a:lnTo>
                <a:lnTo>
                  <a:pt x="685787" y="439737"/>
                </a:lnTo>
                <a:lnTo>
                  <a:pt x="914400" y="219862"/>
                </a:lnTo>
                <a:lnTo>
                  <a:pt x="685787" y="0"/>
                </a:lnTo>
                <a:close/>
              </a:path>
            </a:pathLst>
          </a:custGeom>
          <a:solidFill>
            <a:srgbClr val="FF85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4964086" y="5454535"/>
            <a:ext cx="914400" cy="440055"/>
          </a:xfrm>
          <a:custGeom>
            <a:avLst/>
            <a:gdLst/>
            <a:ahLst/>
            <a:cxnLst/>
            <a:rect l="l" t="t" r="r" b="b"/>
            <a:pathLst>
              <a:path w="914400" h="440054">
                <a:moveTo>
                  <a:pt x="0" y="219868"/>
                </a:moveTo>
                <a:lnTo>
                  <a:pt x="228602" y="0"/>
                </a:lnTo>
                <a:lnTo>
                  <a:pt x="685797" y="0"/>
                </a:lnTo>
                <a:lnTo>
                  <a:pt x="914399" y="219868"/>
                </a:lnTo>
                <a:lnTo>
                  <a:pt x="685797" y="439737"/>
                </a:lnTo>
                <a:lnTo>
                  <a:pt x="228602" y="439737"/>
                </a:lnTo>
                <a:lnTo>
                  <a:pt x="0" y="219868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 txBox="1"/>
          <p:nvPr/>
        </p:nvSpPr>
        <p:spPr>
          <a:xfrm>
            <a:off x="5182527" y="5478818"/>
            <a:ext cx="482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Times New Roman"/>
                <a:cs typeface="Times New Roman"/>
              </a:rPr>
              <a:t>i</a:t>
            </a:r>
            <a:r>
              <a:rPr sz="2400" b="1" dirty="0">
                <a:latin typeface="Times New Roman"/>
                <a:cs typeface="Times New Roman"/>
              </a:rPr>
              <a:t>s-a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4659286" y="6445134"/>
            <a:ext cx="1532255" cy="377825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 marL="78740">
              <a:lnSpc>
                <a:spcPct val="100000"/>
              </a:lnSpc>
              <a:spcBef>
                <a:spcPts val="45"/>
              </a:spcBef>
            </a:pPr>
            <a:r>
              <a:rPr sz="2400" spc="-5" dirty="0">
                <a:latin typeface="Times New Roman"/>
                <a:cs typeface="Times New Roman"/>
              </a:rPr>
              <a:t>Angestellte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2601887" y="5911735"/>
            <a:ext cx="1551305" cy="469900"/>
          </a:xfrm>
          <a:custGeom>
            <a:avLst/>
            <a:gdLst/>
            <a:ahLst/>
            <a:cxnLst/>
            <a:rect l="l" t="t" r="r" b="b"/>
            <a:pathLst>
              <a:path w="1551304" h="469900">
                <a:moveTo>
                  <a:pt x="775487" y="0"/>
                </a:moveTo>
                <a:lnTo>
                  <a:pt x="704901" y="960"/>
                </a:lnTo>
                <a:lnTo>
                  <a:pt x="636091" y="3785"/>
                </a:lnTo>
                <a:lnTo>
                  <a:pt x="569330" y="8392"/>
                </a:lnTo>
                <a:lnTo>
                  <a:pt x="504892" y="14699"/>
                </a:lnTo>
                <a:lnTo>
                  <a:pt x="443051" y="22622"/>
                </a:lnTo>
                <a:lnTo>
                  <a:pt x="384081" y="32078"/>
                </a:lnTo>
                <a:lnTo>
                  <a:pt x="328256" y="42984"/>
                </a:lnTo>
                <a:lnTo>
                  <a:pt x="275848" y="55258"/>
                </a:lnTo>
                <a:lnTo>
                  <a:pt x="227133" y="68816"/>
                </a:lnTo>
                <a:lnTo>
                  <a:pt x="182383" y="83576"/>
                </a:lnTo>
                <a:lnTo>
                  <a:pt x="141872" y="99454"/>
                </a:lnTo>
                <a:lnTo>
                  <a:pt x="105875" y="116367"/>
                </a:lnTo>
                <a:lnTo>
                  <a:pt x="48515" y="152969"/>
                </a:lnTo>
                <a:lnTo>
                  <a:pt x="12493" y="192718"/>
                </a:lnTo>
                <a:lnTo>
                  <a:pt x="0" y="234950"/>
                </a:lnTo>
                <a:lnTo>
                  <a:pt x="3169" y="256334"/>
                </a:lnTo>
                <a:lnTo>
                  <a:pt x="27700" y="297407"/>
                </a:lnTo>
                <a:lnTo>
                  <a:pt x="74665" y="335665"/>
                </a:lnTo>
                <a:lnTo>
                  <a:pt x="141872" y="370445"/>
                </a:lnTo>
                <a:lnTo>
                  <a:pt x="182383" y="386323"/>
                </a:lnTo>
                <a:lnTo>
                  <a:pt x="227133" y="401082"/>
                </a:lnTo>
                <a:lnTo>
                  <a:pt x="275848" y="414640"/>
                </a:lnTo>
                <a:lnTo>
                  <a:pt x="328256" y="426914"/>
                </a:lnTo>
                <a:lnTo>
                  <a:pt x="384081" y="437820"/>
                </a:lnTo>
                <a:lnTo>
                  <a:pt x="443051" y="447276"/>
                </a:lnTo>
                <a:lnTo>
                  <a:pt x="504892" y="455199"/>
                </a:lnTo>
                <a:lnTo>
                  <a:pt x="569330" y="461505"/>
                </a:lnTo>
                <a:lnTo>
                  <a:pt x="636091" y="466113"/>
                </a:lnTo>
                <a:lnTo>
                  <a:pt x="704901" y="468938"/>
                </a:lnTo>
                <a:lnTo>
                  <a:pt x="775487" y="469898"/>
                </a:lnTo>
                <a:lnTo>
                  <a:pt x="846073" y="468938"/>
                </a:lnTo>
                <a:lnTo>
                  <a:pt x="914883" y="466113"/>
                </a:lnTo>
                <a:lnTo>
                  <a:pt x="981645" y="461505"/>
                </a:lnTo>
                <a:lnTo>
                  <a:pt x="1046083" y="455199"/>
                </a:lnTo>
                <a:lnTo>
                  <a:pt x="1107925" y="447276"/>
                </a:lnTo>
                <a:lnTo>
                  <a:pt x="1166896" y="437820"/>
                </a:lnTo>
                <a:lnTo>
                  <a:pt x="1222722" y="426914"/>
                </a:lnTo>
                <a:lnTo>
                  <a:pt x="1275131" y="414640"/>
                </a:lnTo>
                <a:lnTo>
                  <a:pt x="1323848" y="401082"/>
                </a:lnTo>
                <a:lnTo>
                  <a:pt x="1368598" y="386323"/>
                </a:lnTo>
                <a:lnTo>
                  <a:pt x="1409110" y="370445"/>
                </a:lnTo>
                <a:lnTo>
                  <a:pt x="1445108" y="353531"/>
                </a:lnTo>
                <a:lnTo>
                  <a:pt x="1502470" y="316930"/>
                </a:lnTo>
                <a:lnTo>
                  <a:pt x="1538493" y="277181"/>
                </a:lnTo>
                <a:lnTo>
                  <a:pt x="1550987" y="234950"/>
                </a:lnTo>
                <a:lnTo>
                  <a:pt x="1547818" y="213565"/>
                </a:lnTo>
                <a:lnTo>
                  <a:pt x="1523285" y="172492"/>
                </a:lnTo>
                <a:lnTo>
                  <a:pt x="1476319" y="134233"/>
                </a:lnTo>
                <a:lnTo>
                  <a:pt x="1409110" y="99454"/>
                </a:lnTo>
                <a:lnTo>
                  <a:pt x="1368598" y="83576"/>
                </a:lnTo>
                <a:lnTo>
                  <a:pt x="1323847" y="68816"/>
                </a:lnTo>
                <a:lnTo>
                  <a:pt x="1275131" y="55258"/>
                </a:lnTo>
                <a:lnTo>
                  <a:pt x="1222722" y="42984"/>
                </a:lnTo>
                <a:lnTo>
                  <a:pt x="1166896" y="32078"/>
                </a:lnTo>
                <a:lnTo>
                  <a:pt x="1107925" y="22622"/>
                </a:lnTo>
                <a:lnTo>
                  <a:pt x="1046083" y="14699"/>
                </a:lnTo>
                <a:lnTo>
                  <a:pt x="981645" y="8392"/>
                </a:lnTo>
                <a:lnTo>
                  <a:pt x="914883" y="3785"/>
                </a:lnTo>
                <a:lnTo>
                  <a:pt x="846073" y="960"/>
                </a:lnTo>
                <a:lnTo>
                  <a:pt x="775487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2601887" y="5911735"/>
            <a:ext cx="1551305" cy="469900"/>
          </a:xfrm>
          <a:custGeom>
            <a:avLst/>
            <a:gdLst/>
            <a:ahLst/>
            <a:cxnLst/>
            <a:rect l="l" t="t" r="r" b="b"/>
            <a:pathLst>
              <a:path w="1551304" h="469900">
                <a:moveTo>
                  <a:pt x="0" y="234949"/>
                </a:moveTo>
                <a:lnTo>
                  <a:pt x="12494" y="192717"/>
                </a:lnTo>
                <a:lnTo>
                  <a:pt x="48516" y="152968"/>
                </a:lnTo>
                <a:lnTo>
                  <a:pt x="105877" y="116366"/>
                </a:lnTo>
                <a:lnTo>
                  <a:pt x="141875" y="99452"/>
                </a:lnTo>
                <a:lnTo>
                  <a:pt x="182386" y="83574"/>
                </a:lnTo>
                <a:lnTo>
                  <a:pt x="227136" y="68815"/>
                </a:lnTo>
                <a:lnTo>
                  <a:pt x="275853" y="55257"/>
                </a:lnTo>
                <a:lnTo>
                  <a:pt x="328261" y="42983"/>
                </a:lnTo>
                <a:lnTo>
                  <a:pt x="384087" y="32077"/>
                </a:lnTo>
                <a:lnTo>
                  <a:pt x="443057" y="22621"/>
                </a:lnTo>
                <a:lnTo>
                  <a:pt x="504898" y="14699"/>
                </a:lnTo>
                <a:lnTo>
                  <a:pt x="569336" y="8392"/>
                </a:lnTo>
                <a:lnTo>
                  <a:pt x="636097" y="3785"/>
                </a:lnTo>
                <a:lnTo>
                  <a:pt x="704907" y="960"/>
                </a:lnTo>
                <a:lnTo>
                  <a:pt x="775493" y="0"/>
                </a:lnTo>
                <a:lnTo>
                  <a:pt x="846079" y="960"/>
                </a:lnTo>
                <a:lnTo>
                  <a:pt x="914890" y="3785"/>
                </a:lnTo>
                <a:lnTo>
                  <a:pt x="981651" y="8392"/>
                </a:lnTo>
                <a:lnTo>
                  <a:pt x="1046089" y="14699"/>
                </a:lnTo>
                <a:lnTo>
                  <a:pt x="1107930" y="22621"/>
                </a:lnTo>
                <a:lnTo>
                  <a:pt x="1166901" y="32077"/>
                </a:lnTo>
                <a:lnTo>
                  <a:pt x="1222727" y="42983"/>
                </a:lnTo>
                <a:lnTo>
                  <a:pt x="1275135" y="55257"/>
                </a:lnTo>
                <a:lnTo>
                  <a:pt x="1323851" y="68815"/>
                </a:lnTo>
                <a:lnTo>
                  <a:pt x="1368602" y="83574"/>
                </a:lnTo>
                <a:lnTo>
                  <a:pt x="1409113" y="99452"/>
                </a:lnTo>
                <a:lnTo>
                  <a:pt x="1445111" y="116366"/>
                </a:lnTo>
                <a:lnTo>
                  <a:pt x="1502472" y="152968"/>
                </a:lnTo>
                <a:lnTo>
                  <a:pt x="1538494" y="192717"/>
                </a:lnTo>
                <a:lnTo>
                  <a:pt x="1550988" y="234949"/>
                </a:lnTo>
                <a:lnTo>
                  <a:pt x="1547819" y="256334"/>
                </a:lnTo>
                <a:lnTo>
                  <a:pt x="1523287" y="297408"/>
                </a:lnTo>
                <a:lnTo>
                  <a:pt x="1476322" y="335667"/>
                </a:lnTo>
                <a:lnTo>
                  <a:pt x="1409113" y="370446"/>
                </a:lnTo>
                <a:lnTo>
                  <a:pt x="1368602" y="386324"/>
                </a:lnTo>
                <a:lnTo>
                  <a:pt x="1323851" y="401084"/>
                </a:lnTo>
                <a:lnTo>
                  <a:pt x="1275135" y="414642"/>
                </a:lnTo>
                <a:lnTo>
                  <a:pt x="1222727" y="426915"/>
                </a:lnTo>
                <a:lnTo>
                  <a:pt x="1166901" y="437821"/>
                </a:lnTo>
                <a:lnTo>
                  <a:pt x="1107930" y="447277"/>
                </a:lnTo>
                <a:lnTo>
                  <a:pt x="1046089" y="455200"/>
                </a:lnTo>
                <a:lnTo>
                  <a:pt x="981651" y="461506"/>
                </a:lnTo>
                <a:lnTo>
                  <a:pt x="914890" y="466114"/>
                </a:lnTo>
                <a:lnTo>
                  <a:pt x="846079" y="468939"/>
                </a:lnTo>
                <a:lnTo>
                  <a:pt x="775493" y="469899"/>
                </a:lnTo>
                <a:lnTo>
                  <a:pt x="704907" y="468939"/>
                </a:lnTo>
                <a:lnTo>
                  <a:pt x="636097" y="466114"/>
                </a:lnTo>
                <a:lnTo>
                  <a:pt x="569336" y="461506"/>
                </a:lnTo>
                <a:lnTo>
                  <a:pt x="504898" y="455200"/>
                </a:lnTo>
                <a:lnTo>
                  <a:pt x="443057" y="447277"/>
                </a:lnTo>
                <a:lnTo>
                  <a:pt x="384087" y="437821"/>
                </a:lnTo>
                <a:lnTo>
                  <a:pt x="328261" y="426915"/>
                </a:lnTo>
                <a:lnTo>
                  <a:pt x="275853" y="414642"/>
                </a:lnTo>
                <a:lnTo>
                  <a:pt x="227136" y="401084"/>
                </a:lnTo>
                <a:lnTo>
                  <a:pt x="182386" y="386324"/>
                </a:lnTo>
                <a:lnTo>
                  <a:pt x="141875" y="370446"/>
                </a:lnTo>
                <a:lnTo>
                  <a:pt x="105877" y="353533"/>
                </a:lnTo>
                <a:lnTo>
                  <a:pt x="48516" y="316931"/>
                </a:lnTo>
                <a:lnTo>
                  <a:pt x="12494" y="277182"/>
                </a:lnTo>
                <a:lnTo>
                  <a:pt x="0" y="23494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 txBox="1"/>
          <p:nvPr/>
        </p:nvSpPr>
        <p:spPr>
          <a:xfrm>
            <a:off x="2933153" y="5951105"/>
            <a:ext cx="872490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rsNr</a:t>
            </a:r>
            <a:endParaRPr sz="2400">
              <a:latin typeface="Times New Roman"/>
              <a:cs typeface="Times New Roman"/>
            </a:endParaRPr>
          </a:p>
          <a:p>
            <a:pPr marL="33020" algn="ctr">
              <a:lnSpc>
                <a:spcPct val="100000"/>
              </a:lnSpc>
              <a:spcBef>
                <a:spcPts val="1920"/>
              </a:spcBef>
            </a:pPr>
            <a:r>
              <a:rPr sz="2400" spc="-5" dirty="0">
                <a:latin typeface="Times New Roman"/>
                <a:cs typeface="Times New Roman"/>
              </a:rPr>
              <a:t>Name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3216249" y="4994160"/>
            <a:ext cx="1694814" cy="660400"/>
          </a:xfrm>
          <a:custGeom>
            <a:avLst/>
            <a:gdLst/>
            <a:ahLst/>
            <a:cxnLst/>
            <a:rect l="l" t="t" r="r" b="b"/>
            <a:pathLst>
              <a:path w="1694814" h="660400">
                <a:moveTo>
                  <a:pt x="0" y="0"/>
                </a:moveTo>
                <a:lnTo>
                  <a:pt x="1694588" y="660288"/>
                </a:lnTo>
              </a:path>
            </a:pathLst>
          </a:custGeom>
          <a:ln w="57149">
            <a:solidFill>
              <a:srgbClr val="FF4C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4773205" y="5533072"/>
            <a:ext cx="191135" cy="160020"/>
          </a:xfrm>
          <a:custGeom>
            <a:avLst/>
            <a:gdLst/>
            <a:ahLst/>
            <a:cxnLst/>
            <a:rect l="l" t="t" r="r" b="b"/>
            <a:pathLst>
              <a:path w="191135" h="160020">
                <a:moveTo>
                  <a:pt x="62242" y="0"/>
                </a:moveTo>
                <a:lnTo>
                  <a:pt x="0" y="159753"/>
                </a:lnTo>
                <a:lnTo>
                  <a:pt x="190880" y="142125"/>
                </a:lnTo>
                <a:lnTo>
                  <a:pt x="62242" y="0"/>
                </a:lnTo>
                <a:close/>
              </a:path>
            </a:pathLst>
          </a:custGeom>
          <a:solidFill>
            <a:srgbClr val="FF4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5929160" y="4917960"/>
            <a:ext cx="1402080" cy="730885"/>
          </a:xfrm>
          <a:custGeom>
            <a:avLst/>
            <a:gdLst/>
            <a:ahLst/>
            <a:cxnLst/>
            <a:rect l="l" t="t" r="r" b="b"/>
            <a:pathLst>
              <a:path w="1402079" h="730885">
                <a:moveTo>
                  <a:pt x="1401888" y="0"/>
                </a:moveTo>
                <a:lnTo>
                  <a:pt x="0" y="730819"/>
                </a:lnTo>
              </a:path>
            </a:pathLst>
          </a:custGeom>
          <a:ln w="57149">
            <a:solidFill>
              <a:srgbClr val="FF4C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5878486" y="5519928"/>
            <a:ext cx="191770" cy="155575"/>
          </a:xfrm>
          <a:custGeom>
            <a:avLst/>
            <a:gdLst/>
            <a:ahLst/>
            <a:cxnLst/>
            <a:rect l="l" t="t" r="r" b="b"/>
            <a:pathLst>
              <a:path w="191770" h="155575">
                <a:moveTo>
                  <a:pt x="112395" y="0"/>
                </a:moveTo>
                <a:lnTo>
                  <a:pt x="0" y="155270"/>
                </a:lnTo>
                <a:lnTo>
                  <a:pt x="191655" y="152031"/>
                </a:lnTo>
                <a:lnTo>
                  <a:pt x="112395" y="0"/>
                </a:lnTo>
                <a:close/>
              </a:path>
            </a:pathLst>
          </a:custGeom>
          <a:solidFill>
            <a:srgbClr val="FF4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5421286" y="5894273"/>
            <a:ext cx="4445" cy="494030"/>
          </a:xfrm>
          <a:custGeom>
            <a:avLst/>
            <a:gdLst/>
            <a:ahLst/>
            <a:cxnLst/>
            <a:rect l="l" t="t" r="r" b="b"/>
            <a:pathLst>
              <a:path w="4445" h="494029">
                <a:moveTo>
                  <a:pt x="2134" y="-28574"/>
                </a:moveTo>
                <a:lnTo>
                  <a:pt x="2134" y="522289"/>
                </a:lnTo>
              </a:path>
            </a:pathLst>
          </a:custGeom>
          <a:ln w="61418">
            <a:solidFill>
              <a:srgbClr val="FF4C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5338838" y="6272949"/>
            <a:ext cx="171450" cy="172720"/>
          </a:xfrm>
          <a:custGeom>
            <a:avLst/>
            <a:gdLst/>
            <a:ahLst/>
            <a:cxnLst/>
            <a:rect l="l" t="t" r="r" b="b"/>
            <a:pathLst>
              <a:path w="171450" h="172720">
                <a:moveTo>
                  <a:pt x="171450" y="0"/>
                </a:moveTo>
                <a:lnTo>
                  <a:pt x="0" y="1485"/>
                </a:lnTo>
                <a:lnTo>
                  <a:pt x="87210" y="172186"/>
                </a:lnTo>
                <a:lnTo>
                  <a:pt x="171450" y="0"/>
                </a:lnTo>
                <a:close/>
              </a:path>
            </a:pathLst>
          </a:custGeom>
          <a:solidFill>
            <a:srgbClr val="FF4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4152874" y="6146685"/>
            <a:ext cx="506730" cy="487680"/>
          </a:xfrm>
          <a:custGeom>
            <a:avLst/>
            <a:gdLst/>
            <a:ahLst/>
            <a:cxnLst/>
            <a:rect l="l" t="t" r="r" b="b"/>
            <a:pathLst>
              <a:path w="506729" h="487679">
                <a:moveTo>
                  <a:pt x="0" y="0"/>
                </a:moveTo>
                <a:lnTo>
                  <a:pt x="506411" y="487362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4152874" y="6634047"/>
            <a:ext cx="506730" cy="122555"/>
          </a:xfrm>
          <a:custGeom>
            <a:avLst/>
            <a:gdLst/>
            <a:ahLst/>
            <a:cxnLst/>
            <a:rect l="l" t="t" r="r" b="b"/>
            <a:pathLst>
              <a:path w="506729" h="122554">
                <a:moveTo>
                  <a:pt x="0" y="122236"/>
                </a:moveTo>
                <a:lnTo>
                  <a:pt x="506411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 txBox="1"/>
          <p:nvPr/>
        </p:nvSpPr>
        <p:spPr>
          <a:xfrm>
            <a:off x="4699127" y="1749793"/>
            <a:ext cx="1334135" cy="3260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355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hören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96" name="object 9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dirty="0"/>
              <a:t>7</a:t>
            </a:fld>
            <a:endParaRPr dirty="0"/>
          </a:p>
        </p:txBody>
      </p:sp>
      <p:sp>
        <p:nvSpPr>
          <p:cNvPr id="87" name="object 87"/>
          <p:cNvSpPr txBox="1"/>
          <p:nvPr/>
        </p:nvSpPr>
        <p:spPr>
          <a:xfrm>
            <a:off x="5157626" y="915555"/>
            <a:ext cx="128587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600" spc="-75" baseline="1157" dirty="0">
                <a:latin typeface="Times New Roman"/>
                <a:cs typeface="Times New Roman"/>
              </a:rPr>
              <a:t>Vorgä</a:t>
            </a:r>
            <a:r>
              <a:rPr sz="2400" spc="-50" dirty="0">
                <a:latin typeface="Times New Roman"/>
                <a:cs typeface="Times New Roman"/>
              </a:rPr>
              <a:t>nger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7099033" y="3045180"/>
            <a:ext cx="915669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lesen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4699000" y="4579703"/>
            <a:ext cx="1943100" cy="3415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500"/>
              </a:lnSpc>
            </a:pPr>
            <a:r>
              <a:rPr sz="2400" spc="-5" dirty="0">
                <a:latin typeface="Times New Roman"/>
                <a:cs typeface="Times New Roman"/>
              </a:rPr>
              <a:t>arbeitenFür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73287" y="1796935"/>
            <a:ext cx="1532255" cy="377825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 marL="154305">
              <a:lnSpc>
                <a:spcPct val="100000"/>
              </a:lnSpc>
              <a:spcBef>
                <a:spcPts val="45"/>
              </a:spcBef>
            </a:pPr>
            <a:r>
              <a:rPr sz="2400" spc="-5" dirty="0">
                <a:latin typeface="Times New Roman"/>
                <a:cs typeface="Times New Roman"/>
              </a:rPr>
              <a:t>Studenten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3083" y="1187335"/>
            <a:ext cx="1322705" cy="452755"/>
          </a:xfrm>
          <a:custGeom>
            <a:avLst/>
            <a:gdLst/>
            <a:ahLst/>
            <a:cxnLst/>
            <a:rect l="l" t="t" r="r" b="b"/>
            <a:pathLst>
              <a:path w="1322705" h="452755">
                <a:moveTo>
                  <a:pt x="661191" y="0"/>
                </a:moveTo>
                <a:lnTo>
                  <a:pt x="593588" y="1167"/>
                </a:lnTo>
                <a:lnTo>
                  <a:pt x="527938" y="4596"/>
                </a:lnTo>
                <a:lnTo>
                  <a:pt x="464573" y="10170"/>
                </a:lnTo>
                <a:lnTo>
                  <a:pt x="403826" y="17777"/>
                </a:lnTo>
                <a:lnTo>
                  <a:pt x="346028" y="27303"/>
                </a:lnTo>
                <a:lnTo>
                  <a:pt x="291513" y="38635"/>
                </a:lnTo>
                <a:lnTo>
                  <a:pt x="240612" y="51658"/>
                </a:lnTo>
                <a:lnTo>
                  <a:pt x="193658" y="66259"/>
                </a:lnTo>
                <a:lnTo>
                  <a:pt x="150984" y="82324"/>
                </a:lnTo>
                <a:lnTo>
                  <a:pt x="112921" y="99739"/>
                </a:lnTo>
                <a:lnTo>
                  <a:pt x="51959" y="138167"/>
                </a:lnTo>
                <a:lnTo>
                  <a:pt x="13433" y="180632"/>
                </a:lnTo>
                <a:lnTo>
                  <a:pt x="0" y="226225"/>
                </a:lnTo>
                <a:lnTo>
                  <a:pt x="3413" y="249353"/>
                </a:lnTo>
                <a:lnTo>
                  <a:pt x="29725" y="293492"/>
                </a:lnTo>
                <a:lnTo>
                  <a:pt x="79802" y="334049"/>
                </a:lnTo>
                <a:lnTo>
                  <a:pt x="150984" y="370115"/>
                </a:lnTo>
                <a:lnTo>
                  <a:pt x="193658" y="386180"/>
                </a:lnTo>
                <a:lnTo>
                  <a:pt x="240612" y="400780"/>
                </a:lnTo>
                <a:lnTo>
                  <a:pt x="291513" y="413802"/>
                </a:lnTo>
                <a:lnTo>
                  <a:pt x="346028" y="425134"/>
                </a:lnTo>
                <a:lnTo>
                  <a:pt x="403826" y="434660"/>
                </a:lnTo>
                <a:lnTo>
                  <a:pt x="464573" y="442267"/>
                </a:lnTo>
                <a:lnTo>
                  <a:pt x="527938" y="447841"/>
                </a:lnTo>
                <a:lnTo>
                  <a:pt x="593588" y="451269"/>
                </a:lnTo>
                <a:lnTo>
                  <a:pt x="661191" y="452437"/>
                </a:lnTo>
                <a:lnTo>
                  <a:pt x="728795" y="451269"/>
                </a:lnTo>
                <a:lnTo>
                  <a:pt x="794447" y="447841"/>
                </a:lnTo>
                <a:lnTo>
                  <a:pt x="857813" y="442267"/>
                </a:lnTo>
                <a:lnTo>
                  <a:pt x="918562" y="434660"/>
                </a:lnTo>
                <a:lnTo>
                  <a:pt x="976360" y="425134"/>
                </a:lnTo>
                <a:lnTo>
                  <a:pt x="1030876" y="413802"/>
                </a:lnTo>
                <a:lnTo>
                  <a:pt x="1081777" y="400780"/>
                </a:lnTo>
                <a:lnTo>
                  <a:pt x="1128732" y="386180"/>
                </a:lnTo>
                <a:lnTo>
                  <a:pt x="1171406" y="370115"/>
                </a:lnTo>
                <a:lnTo>
                  <a:pt x="1209470" y="352700"/>
                </a:lnTo>
                <a:lnTo>
                  <a:pt x="1270431" y="314275"/>
                </a:lnTo>
                <a:lnTo>
                  <a:pt x="1308958" y="271813"/>
                </a:lnTo>
                <a:lnTo>
                  <a:pt x="1322391" y="226225"/>
                </a:lnTo>
                <a:lnTo>
                  <a:pt x="1318977" y="203094"/>
                </a:lnTo>
                <a:lnTo>
                  <a:pt x="1292665" y="158951"/>
                </a:lnTo>
                <a:lnTo>
                  <a:pt x="1242589" y="118391"/>
                </a:lnTo>
                <a:lnTo>
                  <a:pt x="1171406" y="82324"/>
                </a:lnTo>
                <a:lnTo>
                  <a:pt x="1128732" y="66259"/>
                </a:lnTo>
                <a:lnTo>
                  <a:pt x="1081777" y="51658"/>
                </a:lnTo>
                <a:lnTo>
                  <a:pt x="1030876" y="38635"/>
                </a:lnTo>
                <a:lnTo>
                  <a:pt x="976360" y="27303"/>
                </a:lnTo>
                <a:lnTo>
                  <a:pt x="918562" y="17777"/>
                </a:lnTo>
                <a:lnTo>
                  <a:pt x="857813" y="10170"/>
                </a:lnTo>
                <a:lnTo>
                  <a:pt x="794447" y="4596"/>
                </a:lnTo>
                <a:lnTo>
                  <a:pt x="728795" y="1167"/>
                </a:lnTo>
                <a:lnTo>
                  <a:pt x="661191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3083" y="1187335"/>
            <a:ext cx="1322705" cy="452755"/>
          </a:xfrm>
          <a:custGeom>
            <a:avLst/>
            <a:gdLst/>
            <a:ahLst/>
            <a:cxnLst/>
            <a:rect l="l" t="t" r="r" b="b"/>
            <a:pathLst>
              <a:path w="1322705" h="452755">
                <a:moveTo>
                  <a:pt x="0" y="226218"/>
                </a:moveTo>
                <a:lnTo>
                  <a:pt x="13433" y="180627"/>
                </a:lnTo>
                <a:lnTo>
                  <a:pt x="51959" y="138164"/>
                </a:lnTo>
                <a:lnTo>
                  <a:pt x="112921" y="99737"/>
                </a:lnTo>
                <a:lnTo>
                  <a:pt x="150984" y="82322"/>
                </a:lnTo>
                <a:lnTo>
                  <a:pt x="193659" y="66257"/>
                </a:lnTo>
                <a:lnTo>
                  <a:pt x="240613" y="51657"/>
                </a:lnTo>
                <a:lnTo>
                  <a:pt x="291514" y="38634"/>
                </a:lnTo>
                <a:lnTo>
                  <a:pt x="346029" y="27303"/>
                </a:lnTo>
                <a:lnTo>
                  <a:pt x="403827" y="17777"/>
                </a:lnTo>
                <a:lnTo>
                  <a:pt x="464574" y="10170"/>
                </a:lnTo>
                <a:lnTo>
                  <a:pt x="527940" y="4595"/>
                </a:lnTo>
                <a:lnTo>
                  <a:pt x="593590" y="1167"/>
                </a:lnTo>
                <a:lnTo>
                  <a:pt x="661193" y="0"/>
                </a:lnTo>
                <a:lnTo>
                  <a:pt x="728796" y="1167"/>
                </a:lnTo>
                <a:lnTo>
                  <a:pt x="794446" y="4595"/>
                </a:lnTo>
                <a:lnTo>
                  <a:pt x="857811" y="10170"/>
                </a:lnTo>
                <a:lnTo>
                  <a:pt x="918559" y="17777"/>
                </a:lnTo>
                <a:lnTo>
                  <a:pt x="976357" y="27303"/>
                </a:lnTo>
                <a:lnTo>
                  <a:pt x="1030873" y="38634"/>
                </a:lnTo>
                <a:lnTo>
                  <a:pt x="1081774" y="51657"/>
                </a:lnTo>
                <a:lnTo>
                  <a:pt x="1128728" y="66257"/>
                </a:lnTo>
                <a:lnTo>
                  <a:pt x="1171403" y="82322"/>
                </a:lnTo>
                <a:lnTo>
                  <a:pt x="1209466" y="99737"/>
                </a:lnTo>
                <a:lnTo>
                  <a:pt x="1270428" y="138164"/>
                </a:lnTo>
                <a:lnTo>
                  <a:pt x="1308955" y="180627"/>
                </a:lnTo>
                <a:lnTo>
                  <a:pt x="1322389" y="226218"/>
                </a:lnTo>
                <a:lnTo>
                  <a:pt x="1318975" y="249348"/>
                </a:lnTo>
                <a:lnTo>
                  <a:pt x="1292662" y="293488"/>
                </a:lnTo>
                <a:lnTo>
                  <a:pt x="1242585" y="334047"/>
                </a:lnTo>
                <a:lnTo>
                  <a:pt x="1171403" y="370114"/>
                </a:lnTo>
                <a:lnTo>
                  <a:pt x="1128728" y="386179"/>
                </a:lnTo>
                <a:lnTo>
                  <a:pt x="1081774" y="400779"/>
                </a:lnTo>
                <a:lnTo>
                  <a:pt x="1030873" y="413802"/>
                </a:lnTo>
                <a:lnTo>
                  <a:pt x="976357" y="425133"/>
                </a:lnTo>
                <a:lnTo>
                  <a:pt x="918559" y="434659"/>
                </a:lnTo>
                <a:lnTo>
                  <a:pt x="857811" y="442266"/>
                </a:lnTo>
                <a:lnTo>
                  <a:pt x="794446" y="447841"/>
                </a:lnTo>
                <a:lnTo>
                  <a:pt x="728796" y="451269"/>
                </a:lnTo>
                <a:lnTo>
                  <a:pt x="661193" y="452437"/>
                </a:lnTo>
                <a:lnTo>
                  <a:pt x="593590" y="451269"/>
                </a:lnTo>
                <a:lnTo>
                  <a:pt x="527940" y="447841"/>
                </a:lnTo>
                <a:lnTo>
                  <a:pt x="464574" y="442266"/>
                </a:lnTo>
                <a:lnTo>
                  <a:pt x="403827" y="434659"/>
                </a:lnTo>
                <a:lnTo>
                  <a:pt x="346029" y="425133"/>
                </a:lnTo>
                <a:lnTo>
                  <a:pt x="291514" y="413802"/>
                </a:lnTo>
                <a:lnTo>
                  <a:pt x="240613" y="400779"/>
                </a:lnTo>
                <a:lnTo>
                  <a:pt x="193659" y="386179"/>
                </a:lnTo>
                <a:lnTo>
                  <a:pt x="150984" y="370114"/>
                </a:lnTo>
                <a:lnTo>
                  <a:pt x="112921" y="352699"/>
                </a:lnTo>
                <a:lnTo>
                  <a:pt x="51959" y="314272"/>
                </a:lnTo>
                <a:lnTo>
                  <a:pt x="13433" y="271809"/>
                </a:lnTo>
                <a:lnTo>
                  <a:pt x="0" y="226218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69283" y="1217980"/>
            <a:ext cx="939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at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rNr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3083" y="2558935"/>
            <a:ext cx="1322705" cy="454025"/>
          </a:xfrm>
          <a:custGeom>
            <a:avLst/>
            <a:gdLst/>
            <a:ahLst/>
            <a:cxnLst/>
            <a:rect l="l" t="t" r="r" b="b"/>
            <a:pathLst>
              <a:path w="1322705" h="454025">
                <a:moveTo>
                  <a:pt x="661191" y="0"/>
                </a:moveTo>
                <a:lnTo>
                  <a:pt x="593588" y="1172"/>
                </a:lnTo>
                <a:lnTo>
                  <a:pt x="527938" y="4612"/>
                </a:lnTo>
                <a:lnTo>
                  <a:pt x="464573" y="10206"/>
                </a:lnTo>
                <a:lnTo>
                  <a:pt x="403826" y="17839"/>
                </a:lnTo>
                <a:lnTo>
                  <a:pt x="346028" y="27399"/>
                </a:lnTo>
                <a:lnTo>
                  <a:pt x="291513" y="38770"/>
                </a:lnTo>
                <a:lnTo>
                  <a:pt x="240612" y="51838"/>
                </a:lnTo>
                <a:lnTo>
                  <a:pt x="193658" y="66490"/>
                </a:lnTo>
                <a:lnTo>
                  <a:pt x="150984" y="82611"/>
                </a:lnTo>
                <a:lnTo>
                  <a:pt x="112921" y="100088"/>
                </a:lnTo>
                <a:lnTo>
                  <a:pt x="51959" y="138649"/>
                </a:lnTo>
                <a:lnTo>
                  <a:pt x="13433" y="181261"/>
                </a:lnTo>
                <a:lnTo>
                  <a:pt x="0" y="227012"/>
                </a:lnTo>
                <a:lnTo>
                  <a:pt x="3413" y="250223"/>
                </a:lnTo>
                <a:lnTo>
                  <a:pt x="29725" y="294518"/>
                </a:lnTo>
                <a:lnTo>
                  <a:pt x="79802" y="335219"/>
                </a:lnTo>
                <a:lnTo>
                  <a:pt x="150984" y="371413"/>
                </a:lnTo>
                <a:lnTo>
                  <a:pt x="193658" y="387534"/>
                </a:lnTo>
                <a:lnTo>
                  <a:pt x="240612" y="402186"/>
                </a:lnTo>
                <a:lnTo>
                  <a:pt x="291513" y="415254"/>
                </a:lnTo>
                <a:lnTo>
                  <a:pt x="346028" y="426625"/>
                </a:lnTo>
                <a:lnTo>
                  <a:pt x="403826" y="436185"/>
                </a:lnTo>
                <a:lnTo>
                  <a:pt x="464573" y="443818"/>
                </a:lnTo>
                <a:lnTo>
                  <a:pt x="527938" y="449412"/>
                </a:lnTo>
                <a:lnTo>
                  <a:pt x="593588" y="452852"/>
                </a:lnTo>
                <a:lnTo>
                  <a:pt x="661191" y="454025"/>
                </a:lnTo>
                <a:lnTo>
                  <a:pt x="728795" y="452852"/>
                </a:lnTo>
                <a:lnTo>
                  <a:pt x="794447" y="449412"/>
                </a:lnTo>
                <a:lnTo>
                  <a:pt x="857813" y="443818"/>
                </a:lnTo>
                <a:lnTo>
                  <a:pt x="918562" y="436185"/>
                </a:lnTo>
                <a:lnTo>
                  <a:pt x="976360" y="426625"/>
                </a:lnTo>
                <a:lnTo>
                  <a:pt x="1030876" y="415254"/>
                </a:lnTo>
                <a:lnTo>
                  <a:pt x="1081777" y="402186"/>
                </a:lnTo>
                <a:lnTo>
                  <a:pt x="1128732" y="387534"/>
                </a:lnTo>
                <a:lnTo>
                  <a:pt x="1171406" y="371413"/>
                </a:lnTo>
                <a:lnTo>
                  <a:pt x="1209470" y="353936"/>
                </a:lnTo>
                <a:lnTo>
                  <a:pt x="1270431" y="315375"/>
                </a:lnTo>
                <a:lnTo>
                  <a:pt x="1308958" y="272763"/>
                </a:lnTo>
                <a:lnTo>
                  <a:pt x="1322391" y="227012"/>
                </a:lnTo>
                <a:lnTo>
                  <a:pt x="1318977" y="203801"/>
                </a:lnTo>
                <a:lnTo>
                  <a:pt x="1292665" y="159506"/>
                </a:lnTo>
                <a:lnTo>
                  <a:pt x="1242589" y="118805"/>
                </a:lnTo>
                <a:lnTo>
                  <a:pt x="1171406" y="82611"/>
                </a:lnTo>
                <a:lnTo>
                  <a:pt x="1128732" y="66490"/>
                </a:lnTo>
                <a:lnTo>
                  <a:pt x="1081777" y="51838"/>
                </a:lnTo>
                <a:lnTo>
                  <a:pt x="1030876" y="38770"/>
                </a:lnTo>
                <a:lnTo>
                  <a:pt x="976360" y="27399"/>
                </a:lnTo>
                <a:lnTo>
                  <a:pt x="918562" y="17839"/>
                </a:lnTo>
                <a:lnTo>
                  <a:pt x="857813" y="10206"/>
                </a:lnTo>
                <a:lnTo>
                  <a:pt x="794447" y="4612"/>
                </a:lnTo>
                <a:lnTo>
                  <a:pt x="728795" y="1172"/>
                </a:lnTo>
                <a:lnTo>
                  <a:pt x="661191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73083" y="2558935"/>
            <a:ext cx="1322705" cy="454025"/>
          </a:xfrm>
          <a:custGeom>
            <a:avLst/>
            <a:gdLst/>
            <a:ahLst/>
            <a:cxnLst/>
            <a:rect l="l" t="t" r="r" b="b"/>
            <a:pathLst>
              <a:path w="1322705" h="454025">
                <a:moveTo>
                  <a:pt x="0" y="227012"/>
                </a:moveTo>
                <a:lnTo>
                  <a:pt x="13433" y="181261"/>
                </a:lnTo>
                <a:lnTo>
                  <a:pt x="51959" y="138649"/>
                </a:lnTo>
                <a:lnTo>
                  <a:pt x="112921" y="100087"/>
                </a:lnTo>
                <a:lnTo>
                  <a:pt x="150984" y="82611"/>
                </a:lnTo>
                <a:lnTo>
                  <a:pt x="193659" y="66490"/>
                </a:lnTo>
                <a:lnTo>
                  <a:pt x="240613" y="51838"/>
                </a:lnTo>
                <a:lnTo>
                  <a:pt x="291514" y="38770"/>
                </a:lnTo>
                <a:lnTo>
                  <a:pt x="346029" y="27399"/>
                </a:lnTo>
                <a:lnTo>
                  <a:pt x="403827" y="17839"/>
                </a:lnTo>
                <a:lnTo>
                  <a:pt x="464574" y="10206"/>
                </a:lnTo>
                <a:lnTo>
                  <a:pt x="527940" y="4612"/>
                </a:lnTo>
                <a:lnTo>
                  <a:pt x="593590" y="1172"/>
                </a:lnTo>
                <a:lnTo>
                  <a:pt x="661193" y="0"/>
                </a:lnTo>
                <a:lnTo>
                  <a:pt x="728796" y="1172"/>
                </a:lnTo>
                <a:lnTo>
                  <a:pt x="794446" y="4612"/>
                </a:lnTo>
                <a:lnTo>
                  <a:pt x="857811" y="10206"/>
                </a:lnTo>
                <a:lnTo>
                  <a:pt x="918559" y="17839"/>
                </a:lnTo>
                <a:lnTo>
                  <a:pt x="976357" y="27399"/>
                </a:lnTo>
                <a:lnTo>
                  <a:pt x="1030873" y="38770"/>
                </a:lnTo>
                <a:lnTo>
                  <a:pt x="1081774" y="51838"/>
                </a:lnTo>
                <a:lnTo>
                  <a:pt x="1128728" y="66490"/>
                </a:lnTo>
                <a:lnTo>
                  <a:pt x="1171403" y="82611"/>
                </a:lnTo>
                <a:lnTo>
                  <a:pt x="1209466" y="100087"/>
                </a:lnTo>
                <a:lnTo>
                  <a:pt x="1270428" y="138649"/>
                </a:lnTo>
                <a:lnTo>
                  <a:pt x="1308955" y="181261"/>
                </a:lnTo>
                <a:lnTo>
                  <a:pt x="1322389" y="227012"/>
                </a:lnTo>
                <a:lnTo>
                  <a:pt x="1318975" y="250223"/>
                </a:lnTo>
                <a:lnTo>
                  <a:pt x="1292662" y="294519"/>
                </a:lnTo>
                <a:lnTo>
                  <a:pt x="1242585" y="335220"/>
                </a:lnTo>
                <a:lnTo>
                  <a:pt x="1171403" y="371414"/>
                </a:lnTo>
                <a:lnTo>
                  <a:pt x="1128728" y="387535"/>
                </a:lnTo>
                <a:lnTo>
                  <a:pt x="1081774" y="402186"/>
                </a:lnTo>
                <a:lnTo>
                  <a:pt x="1030873" y="415255"/>
                </a:lnTo>
                <a:lnTo>
                  <a:pt x="976357" y="426626"/>
                </a:lnTo>
                <a:lnTo>
                  <a:pt x="918559" y="436185"/>
                </a:lnTo>
                <a:lnTo>
                  <a:pt x="857811" y="443819"/>
                </a:lnTo>
                <a:lnTo>
                  <a:pt x="794446" y="449413"/>
                </a:lnTo>
                <a:lnTo>
                  <a:pt x="728796" y="452853"/>
                </a:lnTo>
                <a:lnTo>
                  <a:pt x="661193" y="454025"/>
                </a:lnTo>
                <a:lnTo>
                  <a:pt x="593590" y="452853"/>
                </a:lnTo>
                <a:lnTo>
                  <a:pt x="527940" y="449413"/>
                </a:lnTo>
                <a:lnTo>
                  <a:pt x="464574" y="443819"/>
                </a:lnTo>
                <a:lnTo>
                  <a:pt x="403827" y="436185"/>
                </a:lnTo>
                <a:lnTo>
                  <a:pt x="346029" y="426626"/>
                </a:lnTo>
                <a:lnTo>
                  <a:pt x="291514" y="415255"/>
                </a:lnTo>
                <a:lnTo>
                  <a:pt x="240613" y="402186"/>
                </a:lnTo>
                <a:lnTo>
                  <a:pt x="193659" y="387535"/>
                </a:lnTo>
                <a:lnTo>
                  <a:pt x="150984" y="371414"/>
                </a:lnTo>
                <a:lnTo>
                  <a:pt x="112921" y="353937"/>
                </a:lnTo>
                <a:lnTo>
                  <a:pt x="51959" y="315376"/>
                </a:lnTo>
                <a:lnTo>
                  <a:pt x="13433" y="272763"/>
                </a:lnTo>
                <a:lnTo>
                  <a:pt x="0" y="227012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67683" y="2590368"/>
            <a:ext cx="1143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Semester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73083" y="1873135"/>
            <a:ext cx="1322705" cy="454025"/>
          </a:xfrm>
          <a:custGeom>
            <a:avLst/>
            <a:gdLst/>
            <a:ahLst/>
            <a:cxnLst/>
            <a:rect l="l" t="t" r="r" b="b"/>
            <a:pathLst>
              <a:path w="1322705" h="454025">
                <a:moveTo>
                  <a:pt x="661191" y="0"/>
                </a:moveTo>
                <a:lnTo>
                  <a:pt x="593588" y="1172"/>
                </a:lnTo>
                <a:lnTo>
                  <a:pt x="527938" y="4612"/>
                </a:lnTo>
                <a:lnTo>
                  <a:pt x="464573" y="10206"/>
                </a:lnTo>
                <a:lnTo>
                  <a:pt x="403826" y="17839"/>
                </a:lnTo>
                <a:lnTo>
                  <a:pt x="346028" y="27399"/>
                </a:lnTo>
                <a:lnTo>
                  <a:pt x="291513" y="38770"/>
                </a:lnTo>
                <a:lnTo>
                  <a:pt x="240612" y="51838"/>
                </a:lnTo>
                <a:lnTo>
                  <a:pt x="193658" y="66490"/>
                </a:lnTo>
                <a:lnTo>
                  <a:pt x="150984" y="82611"/>
                </a:lnTo>
                <a:lnTo>
                  <a:pt x="112921" y="100088"/>
                </a:lnTo>
                <a:lnTo>
                  <a:pt x="51959" y="138649"/>
                </a:lnTo>
                <a:lnTo>
                  <a:pt x="13433" y="181261"/>
                </a:lnTo>
                <a:lnTo>
                  <a:pt x="0" y="227012"/>
                </a:lnTo>
                <a:lnTo>
                  <a:pt x="3413" y="250223"/>
                </a:lnTo>
                <a:lnTo>
                  <a:pt x="29725" y="294518"/>
                </a:lnTo>
                <a:lnTo>
                  <a:pt x="79802" y="335219"/>
                </a:lnTo>
                <a:lnTo>
                  <a:pt x="150984" y="371413"/>
                </a:lnTo>
                <a:lnTo>
                  <a:pt x="193658" y="387534"/>
                </a:lnTo>
                <a:lnTo>
                  <a:pt x="240612" y="402186"/>
                </a:lnTo>
                <a:lnTo>
                  <a:pt x="291513" y="415254"/>
                </a:lnTo>
                <a:lnTo>
                  <a:pt x="346028" y="426625"/>
                </a:lnTo>
                <a:lnTo>
                  <a:pt x="403826" y="436185"/>
                </a:lnTo>
                <a:lnTo>
                  <a:pt x="464573" y="443818"/>
                </a:lnTo>
                <a:lnTo>
                  <a:pt x="527938" y="449412"/>
                </a:lnTo>
                <a:lnTo>
                  <a:pt x="593588" y="452852"/>
                </a:lnTo>
                <a:lnTo>
                  <a:pt x="661191" y="454025"/>
                </a:lnTo>
                <a:lnTo>
                  <a:pt x="728795" y="452852"/>
                </a:lnTo>
                <a:lnTo>
                  <a:pt x="794447" y="449412"/>
                </a:lnTo>
                <a:lnTo>
                  <a:pt x="857813" y="443818"/>
                </a:lnTo>
                <a:lnTo>
                  <a:pt x="918562" y="436185"/>
                </a:lnTo>
                <a:lnTo>
                  <a:pt x="976360" y="426625"/>
                </a:lnTo>
                <a:lnTo>
                  <a:pt x="1030876" y="415254"/>
                </a:lnTo>
                <a:lnTo>
                  <a:pt x="1081777" y="402186"/>
                </a:lnTo>
                <a:lnTo>
                  <a:pt x="1128732" y="387534"/>
                </a:lnTo>
                <a:lnTo>
                  <a:pt x="1171406" y="371413"/>
                </a:lnTo>
                <a:lnTo>
                  <a:pt x="1209470" y="353936"/>
                </a:lnTo>
                <a:lnTo>
                  <a:pt x="1270431" y="315375"/>
                </a:lnTo>
                <a:lnTo>
                  <a:pt x="1308958" y="272763"/>
                </a:lnTo>
                <a:lnTo>
                  <a:pt x="1322391" y="227012"/>
                </a:lnTo>
                <a:lnTo>
                  <a:pt x="1318977" y="203801"/>
                </a:lnTo>
                <a:lnTo>
                  <a:pt x="1292665" y="159506"/>
                </a:lnTo>
                <a:lnTo>
                  <a:pt x="1242589" y="118805"/>
                </a:lnTo>
                <a:lnTo>
                  <a:pt x="1171406" y="82611"/>
                </a:lnTo>
                <a:lnTo>
                  <a:pt x="1128732" y="66490"/>
                </a:lnTo>
                <a:lnTo>
                  <a:pt x="1081777" y="51838"/>
                </a:lnTo>
                <a:lnTo>
                  <a:pt x="1030876" y="38770"/>
                </a:lnTo>
                <a:lnTo>
                  <a:pt x="976360" y="27399"/>
                </a:lnTo>
                <a:lnTo>
                  <a:pt x="918562" y="17839"/>
                </a:lnTo>
                <a:lnTo>
                  <a:pt x="857813" y="10206"/>
                </a:lnTo>
                <a:lnTo>
                  <a:pt x="794447" y="4612"/>
                </a:lnTo>
                <a:lnTo>
                  <a:pt x="728795" y="1172"/>
                </a:lnTo>
                <a:lnTo>
                  <a:pt x="661191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73083" y="1873135"/>
            <a:ext cx="1322705" cy="454025"/>
          </a:xfrm>
          <a:custGeom>
            <a:avLst/>
            <a:gdLst/>
            <a:ahLst/>
            <a:cxnLst/>
            <a:rect l="l" t="t" r="r" b="b"/>
            <a:pathLst>
              <a:path w="1322705" h="454025">
                <a:moveTo>
                  <a:pt x="0" y="227012"/>
                </a:moveTo>
                <a:lnTo>
                  <a:pt x="13433" y="181261"/>
                </a:lnTo>
                <a:lnTo>
                  <a:pt x="51959" y="138649"/>
                </a:lnTo>
                <a:lnTo>
                  <a:pt x="112921" y="100087"/>
                </a:lnTo>
                <a:lnTo>
                  <a:pt x="150984" y="82611"/>
                </a:lnTo>
                <a:lnTo>
                  <a:pt x="193659" y="66490"/>
                </a:lnTo>
                <a:lnTo>
                  <a:pt x="240613" y="51838"/>
                </a:lnTo>
                <a:lnTo>
                  <a:pt x="291514" y="38770"/>
                </a:lnTo>
                <a:lnTo>
                  <a:pt x="346029" y="27399"/>
                </a:lnTo>
                <a:lnTo>
                  <a:pt x="403827" y="17839"/>
                </a:lnTo>
                <a:lnTo>
                  <a:pt x="464574" y="10206"/>
                </a:lnTo>
                <a:lnTo>
                  <a:pt x="527940" y="4612"/>
                </a:lnTo>
                <a:lnTo>
                  <a:pt x="593590" y="1172"/>
                </a:lnTo>
                <a:lnTo>
                  <a:pt x="661193" y="0"/>
                </a:lnTo>
                <a:lnTo>
                  <a:pt x="728796" y="1172"/>
                </a:lnTo>
                <a:lnTo>
                  <a:pt x="794446" y="4612"/>
                </a:lnTo>
                <a:lnTo>
                  <a:pt x="857811" y="10206"/>
                </a:lnTo>
                <a:lnTo>
                  <a:pt x="918559" y="17839"/>
                </a:lnTo>
                <a:lnTo>
                  <a:pt x="976357" y="27399"/>
                </a:lnTo>
                <a:lnTo>
                  <a:pt x="1030873" y="38770"/>
                </a:lnTo>
                <a:lnTo>
                  <a:pt x="1081774" y="51838"/>
                </a:lnTo>
                <a:lnTo>
                  <a:pt x="1128728" y="66490"/>
                </a:lnTo>
                <a:lnTo>
                  <a:pt x="1171403" y="82611"/>
                </a:lnTo>
                <a:lnTo>
                  <a:pt x="1209466" y="100087"/>
                </a:lnTo>
                <a:lnTo>
                  <a:pt x="1270428" y="138649"/>
                </a:lnTo>
                <a:lnTo>
                  <a:pt x="1308955" y="181261"/>
                </a:lnTo>
                <a:lnTo>
                  <a:pt x="1322389" y="227012"/>
                </a:lnTo>
                <a:lnTo>
                  <a:pt x="1318975" y="250223"/>
                </a:lnTo>
                <a:lnTo>
                  <a:pt x="1292662" y="294519"/>
                </a:lnTo>
                <a:lnTo>
                  <a:pt x="1242585" y="335220"/>
                </a:lnTo>
                <a:lnTo>
                  <a:pt x="1171403" y="371414"/>
                </a:lnTo>
                <a:lnTo>
                  <a:pt x="1128728" y="387535"/>
                </a:lnTo>
                <a:lnTo>
                  <a:pt x="1081774" y="402187"/>
                </a:lnTo>
                <a:lnTo>
                  <a:pt x="1030873" y="415255"/>
                </a:lnTo>
                <a:lnTo>
                  <a:pt x="976357" y="426626"/>
                </a:lnTo>
                <a:lnTo>
                  <a:pt x="918559" y="436185"/>
                </a:lnTo>
                <a:lnTo>
                  <a:pt x="857811" y="443819"/>
                </a:lnTo>
                <a:lnTo>
                  <a:pt x="794446" y="449413"/>
                </a:lnTo>
                <a:lnTo>
                  <a:pt x="728796" y="452853"/>
                </a:lnTo>
                <a:lnTo>
                  <a:pt x="661193" y="454025"/>
                </a:lnTo>
                <a:lnTo>
                  <a:pt x="593590" y="452853"/>
                </a:lnTo>
                <a:lnTo>
                  <a:pt x="527940" y="449413"/>
                </a:lnTo>
                <a:lnTo>
                  <a:pt x="464574" y="443819"/>
                </a:lnTo>
                <a:lnTo>
                  <a:pt x="403827" y="436185"/>
                </a:lnTo>
                <a:lnTo>
                  <a:pt x="346029" y="426626"/>
                </a:lnTo>
                <a:lnTo>
                  <a:pt x="291514" y="415255"/>
                </a:lnTo>
                <a:lnTo>
                  <a:pt x="240613" y="402187"/>
                </a:lnTo>
                <a:lnTo>
                  <a:pt x="193659" y="387535"/>
                </a:lnTo>
                <a:lnTo>
                  <a:pt x="150984" y="371414"/>
                </a:lnTo>
                <a:lnTo>
                  <a:pt x="112921" y="353937"/>
                </a:lnTo>
                <a:lnTo>
                  <a:pt x="51959" y="315376"/>
                </a:lnTo>
                <a:lnTo>
                  <a:pt x="13433" y="272763"/>
                </a:lnTo>
                <a:lnTo>
                  <a:pt x="0" y="227012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058183" y="1904568"/>
            <a:ext cx="7531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Name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506886" y="1644535"/>
            <a:ext cx="1114425" cy="601980"/>
          </a:xfrm>
          <a:custGeom>
            <a:avLst/>
            <a:gdLst/>
            <a:ahLst/>
            <a:cxnLst/>
            <a:rect l="l" t="t" r="r" b="b"/>
            <a:pathLst>
              <a:path w="1114425" h="601980">
                <a:moveTo>
                  <a:pt x="557212" y="0"/>
                </a:moveTo>
                <a:lnTo>
                  <a:pt x="0" y="300837"/>
                </a:lnTo>
                <a:lnTo>
                  <a:pt x="557212" y="601662"/>
                </a:lnTo>
                <a:lnTo>
                  <a:pt x="1114425" y="300837"/>
                </a:lnTo>
                <a:lnTo>
                  <a:pt x="557212" y="0"/>
                </a:lnTo>
                <a:close/>
              </a:path>
            </a:pathLst>
          </a:custGeom>
          <a:solidFill>
            <a:srgbClr val="73F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506886" y="1644535"/>
            <a:ext cx="1114425" cy="601980"/>
          </a:xfrm>
          <a:custGeom>
            <a:avLst/>
            <a:gdLst/>
            <a:ahLst/>
            <a:cxnLst/>
            <a:rect l="l" t="t" r="r" b="b"/>
            <a:pathLst>
              <a:path w="1114425" h="601980">
                <a:moveTo>
                  <a:pt x="0" y="300831"/>
                </a:moveTo>
                <a:lnTo>
                  <a:pt x="557212" y="0"/>
                </a:lnTo>
                <a:lnTo>
                  <a:pt x="1114429" y="300831"/>
                </a:lnTo>
                <a:lnTo>
                  <a:pt x="557212" y="601662"/>
                </a:lnTo>
                <a:lnTo>
                  <a:pt x="0" y="300831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107086" y="1720735"/>
            <a:ext cx="1675130" cy="377825"/>
          </a:xfrm>
          <a:custGeom>
            <a:avLst/>
            <a:gdLst/>
            <a:ahLst/>
            <a:cxnLst/>
            <a:rect l="l" t="t" r="r" b="b"/>
            <a:pathLst>
              <a:path w="1675129" h="377825">
                <a:moveTo>
                  <a:pt x="0" y="0"/>
                </a:moveTo>
                <a:lnTo>
                  <a:pt x="1674812" y="0"/>
                </a:lnTo>
                <a:lnTo>
                  <a:pt x="1674812" y="377825"/>
                </a:lnTo>
                <a:lnTo>
                  <a:pt x="0" y="377825"/>
                </a:lnTo>
                <a:lnTo>
                  <a:pt x="0" y="0"/>
                </a:lnTo>
                <a:close/>
              </a:path>
            </a:pathLst>
          </a:custGeom>
          <a:solidFill>
            <a:srgbClr val="FFD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107086" y="1720735"/>
            <a:ext cx="1675130" cy="377825"/>
          </a:xfrm>
          <a:prstGeom prst="rect">
            <a:avLst/>
          </a:prstGeom>
          <a:ln w="6349">
            <a:solidFill>
              <a:srgbClr val="000000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 marL="78740">
              <a:lnSpc>
                <a:spcPct val="100000"/>
              </a:lnSpc>
              <a:spcBef>
                <a:spcPts val="45"/>
              </a:spcBef>
            </a:pPr>
            <a:r>
              <a:rPr sz="2400" spc="-30" dirty="0">
                <a:latin typeface="Times New Roman"/>
                <a:cs typeface="Times New Roman"/>
              </a:rPr>
              <a:t>Vorlesungen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878486" y="349135"/>
            <a:ext cx="1908175" cy="701675"/>
          </a:xfrm>
          <a:custGeom>
            <a:avLst/>
            <a:gdLst/>
            <a:ahLst/>
            <a:cxnLst/>
            <a:rect l="l" t="t" r="r" b="b"/>
            <a:pathLst>
              <a:path w="1908175" h="701675">
                <a:moveTo>
                  <a:pt x="954087" y="0"/>
                </a:moveTo>
                <a:lnTo>
                  <a:pt x="0" y="350837"/>
                </a:lnTo>
                <a:lnTo>
                  <a:pt x="954087" y="701675"/>
                </a:lnTo>
                <a:lnTo>
                  <a:pt x="1908175" y="350837"/>
                </a:lnTo>
                <a:lnTo>
                  <a:pt x="954087" y="0"/>
                </a:lnTo>
                <a:close/>
              </a:path>
            </a:pathLst>
          </a:custGeom>
          <a:solidFill>
            <a:srgbClr val="73F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878486" y="349135"/>
            <a:ext cx="1908175" cy="701675"/>
          </a:xfrm>
          <a:custGeom>
            <a:avLst/>
            <a:gdLst/>
            <a:ahLst/>
            <a:cxnLst/>
            <a:rect l="l" t="t" r="r" b="b"/>
            <a:pathLst>
              <a:path w="1908175" h="701675">
                <a:moveTo>
                  <a:pt x="0" y="350837"/>
                </a:moveTo>
                <a:lnTo>
                  <a:pt x="954087" y="0"/>
                </a:lnTo>
                <a:lnTo>
                  <a:pt x="1908168" y="350837"/>
                </a:lnTo>
                <a:lnTo>
                  <a:pt x="954087" y="701674"/>
                </a:lnTo>
                <a:lnTo>
                  <a:pt x="0" y="350837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027864" y="504393"/>
            <a:ext cx="15995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voraussetzen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289899" y="1673110"/>
            <a:ext cx="1322705" cy="450850"/>
          </a:xfrm>
          <a:custGeom>
            <a:avLst/>
            <a:gdLst/>
            <a:ahLst/>
            <a:cxnLst/>
            <a:rect l="l" t="t" r="r" b="b"/>
            <a:pathLst>
              <a:path w="1322704" h="450850">
                <a:moveTo>
                  <a:pt x="661187" y="0"/>
                </a:moveTo>
                <a:lnTo>
                  <a:pt x="593584" y="1163"/>
                </a:lnTo>
                <a:lnTo>
                  <a:pt x="527935" y="4579"/>
                </a:lnTo>
                <a:lnTo>
                  <a:pt x="464570" y="10134"/>
                </a:lnTo>
                <a:lnTo>
                  <a:pt x="403823" y="17715"/>
                </a:lnTo>
                <a:lnTo>
                  <a:pt x="346026" y="27207"/>
                </a:lnTo>
                <a:lnTo>
                  <a:pt x="291511" y="38499"/>
                </a:lnTo>
                <a:lnTo>
                  <a:pt x="240611" y="51476"/>
                </a:lnTo>
                <a:lnTo>
                  <a:pt x="193657" y="66025"/>
                </a:lnTo>
                <a:lnTo>
                  <a:pt x="150983" y="82034"/>
                </a:lnTo>
                <a:lnTo>
                  <a:pt x="112920" y="99388"/>
                </a:lnTo>
                <a:lnTo>
                  <a:pt x="51959" y="137679"/>
                </a:lnTo>
                <a:lnTo>
                  <a:pt x="13433" y="179994"/>
                </a:lnTo>
                <a:lnTo>
                  <a:pt x="0" y="225425"/>
                </a:lnTo>
                <a:lnTo>
                  <a:pt x="3413" y="248473"/>
                </a:lnTo>
                <a:lnTo>
                  <a:pt x="29725" y="292459"/>
                </a:lnTo>
                <a:lnTo>
                  <a:pt x="79801" y="332875"/>
                </a:lnTo>
                <a:lnTo>
                  <a:pt x="150983" y="368815"/>
                </a:lnTo>
                <a:lnTo>
                  <a:pt x="193657" y="384824"/>
                </a:lnTo>
                <a:lnTo>
                  <a:pt x="240611" y="399373"/>
                </a:lnTo>
                <a:lnTo>
                  <a:pt x="291511" y="412350"/>
                </a:lnTo>
                <a:lnTo>
                  <a:pt x="346026" y="423642"/>
                </a:lnTo>
                <a:lnTo>
                  <a:pt x="403823" y="433134"/>
                </a:lnTo>
                <a:lnTo>
                  <a:pt x="464570" y="440715"/>
                </a:lnTo>
                <a:lnTo>
                  <a:pt x="527935" y="446270"/>
                </a:lnTo>
                <a:lnTo>
                  <a:pt x="593584" y="449686"/>
                </a:lnTo>
                <a:lnTo>
                  <a:pt x="661187" y="450850"/>
                </a:lnTo>
                <a:lnTo>
                  <a:pt x="728790" y="449686"/>
                </a:lnTo>
                <a:lnTo>
                  <a:pt x="794440" y="446270"/>
                </a:lnTo>
                <a:lnTo>
                  <a:pt x="857805" y="440715"/>
                </a:lnTo>
                <a:lnTo>
                  <a:pt x="918553" y="433134"/>
                </a:lnTo>
                <a:lnTo>
                  <a:pt x="976351" y="423642"/>
                </a:lnTo>
                <a:lnTo>
                  <a:pt x="1030867" y="412350"/>
                </a:lnTo>
                <a:lnTo>
                  <a:pt x="1081768" y="399373"/>
                </a:lnTo>
                <a:lnTo>
                  <a:pt x="1128723" y="384824"/>
                </a:lnTo>
                <a:lnTo>
                  <a:pt x="1171399" y="368815"/>
                </a:lnTo>
                <a:lnTo>
                  <a:pt x="1209462" y="351461"/>
                </a:lnTo>
                <a:lnTo>
                  <a:pt x="1270426" y="313170"/>
                </a:lnTo>
                <a:lnTo>
                  <a:pt x="1308953" y="270855"/>
                </a:lnTo>
                <a:lnTo>
                  <a:pt x="1322387" y="225425"/>
                </a:lnTo>
                <a:lnTo>
                  <a:pt x="1318973" y="202376"/>
                </a:lnTo>
                <a:lnTo>
                  <a:pt x="1292660" y="158390"/>
                </a:lnTo>
                <a:lnTo>
                  <a:pt x="1242582" y="117974"/>
                </a:lnTo>
                <a:lnTo>
                  <a:pt x="1171399" y="82034"/>
                </a:lnTo>
                <a:lnTo>
                  <a:pt x="1128723" y="66025"/>
                </a:lnTo>
                <a:lnTo>
                  <a:pt x="1081768" y="51476"/>
                </a:lnTo>
                <a:lnTo>
                  <a:pt x="1030867" y="38499"/>
                </a:lnTo>
                <a:lnTo>
                  <a:pt x="976351" y="27207"/>
                </a:lnTo>
                <a:lnTo>
                  <a:pt x="918553" y="17715"/>
                </a:lnTo>
                <a:lnTo>
                  <a:pt x="857805" y="10134"/>
                </a:lnTo>
                <a:lnTo>
                  <a:pt x="794440" y="4579"/>
                </a:lnTo>
                <a:lnTo>
                  <a:pt x="728790" y="1163"/>
                </a:lnTo>
                <a:lnTo>
                  <a:pt x="661187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289899" y="1673110"/>
            <a:ext cx="1322705" cy="450850"/>
          </a:xfrm>
          <a:custGeom>
            <a:avLst/>
            <a:gdLst/>
            <a:ahLst/>
            <a:cxnLst/>
            <a:rect l="l" t="t" r="r" b="b"/>
            <a:pathLst>
              <a:path w="1322704" h="450850">
                <a:moveTo>
                  <a:pt x="0" y="225424"/>
                </a:moveTo>
                <a:lnTo>
                  <a:pt x="13433" y="179993"/>
                </a:lnTo>
                <a:lnTo>
                  <a:pt x="51959" y="137679"/>
                </a:lnTo>
                <a:lnTo>
                  <a:pt x="112921" y="99387"/>
                </a:lnTo>
                <a:lnTo>
                  <a:pt x="150984" y="82033"/>
                </a:lnTo>
                <a:lnTo>
                  <a:pt x="193659" y="66025"/>
                </a:lnTo>
                <a:lnTo>
                  <a:pt x="240613" y="51476"/>
                </a:lnTo>
                <a:lnTo>
                  <a:pt x="291514" y="38498"/>
                </a:lnTo>
                <a:lnTo>
                  <a:pt x="346029" y="27207"/>
                </a:lnTo>
                <a:lnTo>
                  <a:pt x="403827" y="17714"/>
                </a:lnTo>
                <a:lnTo>
                  <a:pt x="464575" y="10134"/>
                </a:lnTo>
                <a:lnTo>
                  <a:pt x="527940" y="4579"/>
                </a:lnTo>
                <a:lnTo>
                  <a:pt x="593590" y="1163"/>
                </a:lnTo>
                <a:lnTo>
                  <a:pt x="661193" y="0"/>
                </a:lnTo>
                <a:lnTo>
                  <a:pt x="728796" y="1163"/>
                </a:lnTo>
                <a:lnTo>
                  <a:pt x="794446" y="4579"/>
                </a:lnTo>
                <a:lnTo>
                  <a:pt x="857812" y="10134"/>
                </a:lnTo>
                <a:lnTo>
                  <a:pt x="918559" y="17714"/>
                </a:lnTo>
                <a:lnTo>
                  <a:pt x="976357" y="27207"/>
                </a:lnTo>
                <a:lnTo>
                  <a:pt x="1030873" y="38498"/>
                </a:lnTo>
                <a:lnTo>
                  <a:pt x="1081774" y="51476"/>
                </a:lnTo>
                <a:lnTo>
                  <a:pt x="1128728" y="66025"/>
                </a:lnTo>
                <a:lnTo>
                  <a:pt x="1171403" y="82033"/>
                </a:lnTo>
                <a:lnTo>
                  <a:pt x="1209466" y="99387"/>
                </a:lnTo>
                <a:lnTo>
                  <a:pt x="1270428" y="137679"/>
                </a:lnTo>
                <a:lnTo>
                  <a:pt x="1308955" y="179993"/>
                </a:lnTo>
                <a:lnTo>
                  <a:pt x="1322389" y="225424"/>
                </a:lnTo>
                <a:lnTo>
                  <a:pt x="1318975" y="248473"/>
                </a:lnTo>
                <a:lnTo>
                  <a:pt x="1292662" y="292459"/>
                </a:lnTo>
                <a:lnTo>
                  <a:pt x="1242585" y="332875"/>
                </a:lnTo>
                <a:lnTo>
                  <a:pt x="1171403" y="368816"/>
                </a:lnTo>
                <a:lnTo>
                  <a:pt x="1128728" y="384824"/>
                </a:lnTo>
                <a:lnTo>
                  <a:pt x="1081774" y="399373"/>
                </a:lnTo>
                <a:lnTo>
                  <a:pt x="1030873" y="412350"/>
                </a:lnTo>
                <a:lnTo>
                  <a:pt x="976357" y="423642"/>
                </a:lnTo>
                <a:lnTo>
                  <a:pt x="918559" y="433134"/>
                </a:lnTo>
                <a:lnTo>
                  <a:pt x="857812" y="440715"/>
                </a:lnTo>
                <a:lnTo>
                  <a:pt x="794446" y="446269"/>
                </a:lnTo>
                <a:lnTo>
                  <a:pt x="728796" y="449685"/>
                </a:lnTo>
                <a:lnTo>
                  <a:pt x="661193" y="450849"/>
                </a:lnTo>
                <a:lnTo>
                  <a:pt x="593590" y="449685"/>
                </a:lnTo>
                <a:lnTo>
                  <a:pt x="527940" y="446269"/>
                </a:lnTo>
                <a:lnTo>
                  <a:pt x="464575" y="440715"/>
                </a:lnTo>
                <a:lnTo>
                  <a:pt x="403827" y="433134"/>
                </a:lnTo>
                <a:lnTo>
                  <a:pt x="346029" y="423642"/>
                </a:lnTo>
                <a:lnTo>
                  <a:pt x="291514" y="412350"/>
                </a:lnTo>
                <a:lnTo>
                  <a:pt x="240613" y="399373"/>
                </a:lnTo>
                <a:lnTo>
                  <a:pt x="193659" y="384824"/>
                </a:lnTo>
                <a:lnTo>
                  <a:pt x="150984" y="368816"/>
                </a:lnTo>
                <a:lnTo>
                  <a:pt x="112921" y="351462"/>
                </a:lnTo>
                <a:lnTo>
                  <a:pt x="51959" y="313170"/>
                </a:lnTo>
                <a:lnTo>
                  <a:pt x="13433" y="270855"/>
                </a:lnTo>
                <a:lnTo>
                  <a:pt x="0" y="225424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289899" y="1066685"/>
            <a:ext cx="1322705" cy="454025"/>
          </a:xfrm>
          <a:custGeom>
            <a:avLst/>
            <a:gdLst/>
            <a:ahLst/>
            <a:cxnLst/>
            <a:rect l="l" t="t" r="r" b="b"/>
            <a:pathLst>
              <a:path w="1322704" h="454025">
                <a:moveTo>
                  <a:pt x="661187" y="0"/>
                </a:moveTo>
                <a:lnTo>
                  <a:pt x="593584" y="1172"/>
                </a:lnTo>
                <a:lnTo>
                  <a:pt x="527935" y="4612"/>
                </a:lnTo>
                <a:lnTo>
                  <a:pt x="464570" y="10206"/>
                </a:lnTo>
                <a:lnTo>
                  <a:pt x="403823" y="17839"/>
                </a:lnTo>
                <a:lnTo>
                  <a:pt x="346026" y="27399"/>
                </a:lnTo>
                <a:lnTo>
                  <a:pt x="291511" y="38770"/>
                </a:lnTo>
                <a:lnTo>
                  <a:pt x="240611" y="51838"/>
                </a:lnTo>
                <a:lnTo>
                  <a:pt x="193657" y="66490"/>
                </a:lnTo>
                <a:lnTo>
                  <a:pt x="150983" y="82611"/>
                </a:lnTo>
                <a:lnTo>
                  <a:pt x="112920" y="100088"/>
                </a:lnTo>
                <a:lnTo>
                  <a:pt x="51959" y="138649"/>
                </a:lnTo>
                <a:lnTo>
                  <a:pt x="13433" y="181261"/>
                </a:lnTo>
                <a:lnTo>
                  <a:pt x="0" y="227012"/>
                </a:lnTo>
                <a:lnTo>
                  <a:pt x="3413" y="250223"/>
                </a:lnTo>
                <a:lnTo>
                  <a:pt x="29725" y="294518"/>
                </a:lnTo>
                <a:lnTo>
                  <a:pt x="79801" y="335219"/>
                </a:lnTo>
                <a:lnTo>
                  <a:pt x="150983" y="371413"/>
                </a:lnTo>
                <a:lnTo>
                  <a:pt x="193657" y="387534"/>
                </a:lnTo>
                <a:lnTo>
                  <a:pt x="240611" y="402186"/>
                </a:lnTo>
                <a:lnTo>
                  <a:pt x="291511" y="415254"/>
                </a:lnTo>
                <a:lnTo>
                  <a:pt x="346026" y="426625"/>
                </a:lnTo>
                <a:lnTo>
                  <a:pt x="403823" y="436185"/>
                </a:lnTo>
                <a:lnTo>
                  <a:pt x="464570" y="443818"/>
                </a:lnTo>
                <a:lnTo>
                  <a:pt x="527935" y="449412"/>
                </a:lnTo>
                <a:lnTo>
                  <a:pt x="593584" y="452852"/>
                </a:lnTo>
                <a:lnTo>
                  <a:pt x="661187" y="454025"/>
                </a:lnTo>
                <a:lnTo>
                  <a:pt x="728790" y="452852"/>
                </a:lnTo>
                <a:lnTo>
                  <a:pt x="794440" y="449412"/>
                </a:lnTo>
                <a:lnTo>
                  <a:pt x="857805" y="443818"/>
                </a:lnTo>
                <a:lnTo>
                  <a:pt x="918553" y="436185"/>
                </a:lnTo>
                <a:lnTo>
                  <a:pt x="976351" y="426625"/>
                </a:lnTo>
                <a:lnTo>
                  <a:pt x="1030867" y="415254"/>
                </a:lnTo>
                <a:lnTo>
                  <a:pt x="1081768" y="402186"/>
                </a:lnTo>
                <a:lnTo>
                  <a:pt x="1128723" y="387534"/>
                </a:lnTo>
                <a:lnTo>
                  <a:pt x="1171399" y="371413"/>
                </a:lnTo>
                <a:lnTo>
                  <a:pt x="1209462" y="353936"/>
                </a:lnTo>
                <a:lnTo>
                  <a:pt x="1270426" y="315375"/>
                </a:lnTo>
                <a:lnTo>
                  <a:pt x="1308953" y="272763"/>
                </a:lnTo>
                <a:lnTo>
                  <a:pt x="1322387" y="227012"/>
                </a:lnTo>
                <a:lnTo>
                  <a:pt x="1318973" y="203801"/>
                </a:lnTo>
                <a:lnTo>
                  <a:pt x="1292660" y="159506"/>
                </a:lnTo>
                <a:lnTo>
                  <a:pt x="1242582" y="118805"/>
                </a:lnTo>
                <a:lnTo>
                  <a:pt x="1171399" y="82611"/>
                </a:lnTo>
                <a:lnTo>
                  <a:pt x="1128723" y="66490"/>
                </a:lnTo>
                <a:lnTo>
                  <a:pt x="1081768" y="51838"/>
                </a:lnTo>
                <a:lnTo>
                  <a:pt x="1030867" y="38770"/>
                </a:lnTo>
                <a:lnTo>
                  <a:pt x="976351" y="27399"/>
                </a:lnTo>
                <a:lnTo>
                  <a:pt x="918553" y="17839"/>
                </a:lnTo>
                <a:lnTo>
                  <a:pt x="857805" y="10206"/>
                </a:lnTo>
                <a:lnTo>
                  <a:pt x="794440" y="4612"/>
                </a:lnTo>
                <a:lnTo>
                  <a:pt x="728790" y="1172"/>
                </a:lnTo>
                <a:lnTo>
                  <a:pt x="661187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289899" y="1066685"/>
            <a:ext cx="1322705" cy="454025"/>
          </a:xfrm>
          <a:custGeom>
            <a:avLst/>
            <a:gdLst/>
            <a:ahLst/>
            <a:cxnLst/>
            <a:rect l="l" t="t" r="r" b="b"/>
            <a:pathLst>
              <a:path w="1322704" h="454025">
                <a:moveTo>
                  <a:pt x="0" y="227012"/>
                </a:moveTo>
                <a:lnTo>
                  <a:pt x="13433" y="181261"/>
                </a:lnTo>
                <a:lnTo>
                  <a:pt x="51959" y="138649"/>
                </a:lnTo>
                <a:lnTo>
                  <a:pt x="112921" y="100087"/>
                </a:lnTo>
                <a:lnTo>
                  <a:pt x="150984" y="82611"/>
                </a:lnTo>
                <a:lnTo>
                  <a:pt x="193659" y="66490"/>
                </a:lnTo>
                <a:lnTo>
                  <a:pt x="240613" y="51838"/>
                </a:lnTo>
                <a:lnTo>
                  <a:pt x="291514" y="38770"/>
                </a:lnTo>
                <a:lnTo>
                  <a:pt x="346029" y="27399"/>
                </a:lnTo>
                <a:lnTo>
                  <a:pt x="403827" y="17839"/>
                </a:lnTo>
                <a:lnTo>
                  <a:pt x="464575" y="10206"/>
                </a:lnTo>
                <a:lnTo>
                  <a:pt x="527940" y="4612"/>
                </a:lnTo>
                <a:lnTo>
                  <a:pt x="593590" y="1172"/>
                </a:lnTo>
                <a:lnTo>
                  <a:pt x="661193" y="0"/>
                </a:lnTo>
                <a:lnTo>
                  <a:pt x="728796" y="1172"/>
                </a:lnTo>
                <a:lnTo>
                  <a:pt x="794446" y="4612"/>
                </a:lnTo>
                <a:lnTo>
                  <a:pt x="857812" y="10206"/>
                </a:lnTo>
                <a:lnTo>
                  <a:pt x="918559" y="17839"/>
                </a:lnTo>
                <a:lnTo>
                  <a:pt x="976357" y="27399"/>
                </a:lnTo>
                <a:lnTo>
                  <a:pt x="1030873" y="38770"/>
                </a:lnTo>
                <a:lnTo>
                  <a:pt x="1081774" y="51838"/>
                </a:lnTo>
                <a:lnTo>
                  <a:pt x="1128728" y="66490"/>
                </a:lnTo>
                <a:lnTo>
                  <a:pt x="1171403" y="82611"/>
                </a:lnTo>
                <a:lnTo>
                  <a:pt x="1209466" y="100087"/>
                </a:lnTo>
                <a:lnTo>
                  <a:pt x="1270428" y="138649"/>
                </a:lnTo>
                <a:lnTo>
                  <a:pt x="1308955" y="181261"/>
                </a:lnTo>
                <a:lnTo>
                  <a:pt x="1322389" y="227012"/>
                </a:lnTo>
                <a:lnTo>
                  <a:pt x="1318975" y="250223"/>
                </a:lnTo>
                <a:lnTo>
                  <a:pt x="1292662" y="294519"/>
                </a:lnTo>
                <a:lnTo>
                  <a:pt x="1242585" y="335220"/>
                </a:lnTo>
                <a:lnTo>
                  <a:pt x="1171403" y="371413"/>
                </a:lnTo>
                <a:lnTo>
                  <a:pt x="1128728" y="387534"/>
                </a:lnTo>
                <a:lnTo>
                  <a:pt x="1081774" y="402186"/>
                </a:lnTo>
                <a:lnTo>
                  <a:pt x="1030873" y="415255"/>
                </a:lnTo>
                <a:lnTo>
                  <a:pt x="976357" y="426626"/>
                </a:lnTo>
                <a:lnTo>
                  <a:pt x="918559" y="436185"/>
                </a:lnTo>
                <a:lnTo>
                  <a:pt x="857812" y="443819"/>
                </a:lnTo>
                <a:lnTo>
                  <a:pt x="794446" y="449413"/>
                </a:lnTo>
                <a:lnTo>
                  <a:pt x="728796" y="452853"/>
                </a:lnTo>
                <a:lnTo>
                  <a:pt x="661193" y="454025"/>
                </a:lnTo>
                <a:lnTo>
                  <a:pt x="593590" y="452853"/>
                </a:lnTo>
                <a:lnTo>
                  <a:pt x="527940" y="449413"/>
                </a:lnTo>
                <a:lnTo>
                  <a:pt x="464575" y="443819"/>
                </a:lnTo>
                <a:lnTo>
                  <a:pt x="403827" y="436185"/>
                </a:lnTo>
                <a:lnTo>
                  <a:pt x="346029" y="426626"/>
                </a:lnTo>
                <a:lnTo>
                  <a:pt x="291514" y="415255"/>
                </a:lnTo>
                <a:lnTo>
                  <a:pt x="240613" y="402186"/>
                </a:lnTo>
                <a:lnTo>
                  <a:pt x="193659" y="387534"/>
                </a:lnTo>
                <a:lnTo>
                  <a:pt x="150984" y="371413"/>
                </a:lnTo>
                <a:lnTo>
                  <a:pt x="112921" y="353937"/>
                </a:lnTo>
                <a:lnTo>
                  <a:pt x="51959" y="315376"/>
                </a:lnTo>
                <a:lnTo>
                  <a:pt x="13433" y="272763"/>
                </a:lnTo>
                <a:lnTo>
                  <a:pt x="0" y="227012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213699" y="2274773"/>
            <a:ext cx="1322705" cy="454025"/>
          </a:xfrm>
          <a:custGeom>
            <a:avLst/>
            <a:gdLst/>
            <a:ahLst/>
            <a:cxnLst/>
            <a:rect l="l" t="t" r="r" b="b"/>
            <a:pathLst>
              <a:path w="1322704" h="454025">
                <a:moveTo>
                  <a:pt x="661187" y="0"/>
                </a:moveTo>
                <a:lnTo>
                  <a:pt x="593584" y="1172"/>
                </a:lnTo>
                <a:lnTo>
                  <a:pt x="527935" y="4612"/>
                </a:lnTo>
                <a:lnTo>
                  <a:pt x="464570" y="10206"/>
                </a:lnTo>
                <a:lnTo>
                  <a:pt x="403823" y="17839"/>
                </a:lnTo>
                <a:lnTo>
                  <a:pt x="346026" y="27399"/>
                </a:lnTo>
                <a:lnTo>
                  <a:pt x="291511" y="38770"/>
                </a:lnTo>
                <a:lnTo>
                  <a:pt x="240611" y="51838"/>
                </a:lnTo>
                <a:lnTo>
                  <a:pt x="193657" y="66490"/>
                </a:lnTo>
                <a:lnTo>
                  <a:pt x="150983" y="82611"/>
                </a:lnTo>
                <a:lnTo>
                  <a:pt x="112920" y="100088"/>
                </a:lnTo>
                <a:lnTo>
                  <a:pt x="51959" y="138649"/>
                </a:lnTo>
                <a:lnTo>
                  <a:pt x="13433" y="181261"/>
                </a:lnTo>
                <a:lnTo>
                  <a:pt x="0" y="227012"/>
                </a:lnTo>
                <a:lnTo>
                  <a:pt x="3413" y="250223"/>
                </a:lnTo>
                <a:lnTo>
                  <a:pt x="29725" y="294518"/>
                </a:lnTo>
                <a:lnTo>
                  <a:pt x="79801" y="335219"/>
                </a:lnTo>
                <a:lnTo>
                  <a:pt x="150983" y="371413"/>
                </a:lnTo>
                <a:lnTo>
                  <a:pt x="193657" y="387534"/>
                </a:lnTo>
                <a:lnTo>
                  <a:pt x="240611" y="402186"/>
                </a:lnTo>
                <a:lnTo>
                  <a:pt x="291511" y="415254"/>
                </a:lnTo>
                <a:lnTo>
                  <a:pt x="346026" y="426625"/>
                </a:lnTo>
                <a:lnTo>
                  <a:pt x="403823" y="436185"/>
                </a:lnTo>
                <a:lnTo>
                  <a:pt x="464570" y="443818"/>
                </a:lnTo>
                <a:lnTo>
                  <a:pt x="527935" y="449412"/>
                </a:lnTo>
                <a:lnTo>
                  <a:pt x="593584" y="452852"/>
                </a:lnTo>
                <a:lnTo>
                  <a:pt x="661187" y="454025"/>
                </a:lnTo>
                <a:lnTo>
                  <a:pt x="728790" y="452852"/>
                </a:lnTo>
                <a:lnTo>
                  <a:pt x="794440" y="449412"/>
                </a:lnTo>
                <a:lnTo>
                  <a:pt x="857805" y="443818"/>
                </a:lnTo>
                <a:lnTo>
                  <a:pt x="918553" y="436185"/>
                </a:lnTo>
                <a:lnTo>
                  <a:pt x="976351" y="426625"/>
                </a:lnTo>
                <a:lnTo>
                  <a:pt x="1030867" y="415254"/>
                </a:lnTo>
                <a:lnTo>
                  <a:pt x="1081768" y="402186"/>
                </a:lnTo>
                <a:lnTo>
                  <a:pt x="1128723" y="387534"/>
                </a:lnTo>
                <a:lnTo>
                  <a:pt x="1171399" y="371413"/>
                </a:lnTo>
                <a:lnTo>
                  <a:pt x="1209462" y="353936"/>
                </a:lnTo>
                <a:lnTo>
                  <a:pt x="1270426" y="315375"/>
                </a:lnTo>
                <a:lnTo>
                  <a:pt x="1308953" y="272763"/>
                </a:lnTo>
                <a:lnTo>
                  <a:pt x="1322387" y="227012"/>
                </a:lnTo>
                <a:lnTo>
                  <a:pt x="1318973" y="203801"/>
                </a:lnTo>
                <a:lnTo>
                  <a:pt x="1292660" y="159506"/>
                </a:lnTo>
                <a:lnTo>
                  <a:pt x="1242582" y="118805"/>
                </a:lnTo>
                <a:lnTo>
                  <a:pt x="1171399" y="82611"/>
                </a:lnTo>
                <a:lnTo>
                  <a:pt x="1128723" y="66490"/>
                </a:lnTo>
                <a:lnTo>
                  <a:pt x="1081768" y="51838"/>
                </a:lnTo>
                <a:lnTo>
                  <a:pt x="1030867" y="38770"/>
                </a:lnTo>
                <a:lnTo>
                  <a:pt x="976351" y="27399"/>
                </a:lnTo>
                <a:lnTo>
                  <a:pt x="918553" y="17839"/>
                </a:lnTo>
                <a:lnTo>
                  <a:pt x="857805" y="10206"/>
                </a:lnTo>
                <a:lnTo>
                  <a:pt x="794440" y="4612"/>
                </a:lnTo>
                <a:lnTo>
                  <a:pt x="728790" y="1172"/>
                </a:lnTo>
                <a:lnTo>
                  <a:pt x="661187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213699" y="2274772"/>
            <a:ext cx="1322705" cy="454025"/>
          </a:xfrm>
          <a:custGeom>
            <a:avLst/>
            <a:gdLst/>
            <a:ahLst/>
            <a:cxnLst/>
            <a:rect l="l" t="t" r="r" b="b"/>
            <a:pathLst>
              <a:path w="1322704" h="454025">
                <a:moveTo>
                  <a:pt x="0" y="227012"/>
                </a:moveTo>
                <a:lnTo>
                  <a:pt x="13433" y="181261"/>
                </a:lnTo>
                <a:lnTo>
                  <a:pt x="51959" y="138649"/>
                </a:lnTo>
                <a:lnTo>
                  <a:pt x="112921" y="100087"/>
                </a:lnTo>
                <a:lnTo>
                  <a:pt x="150984" y="82611"/>
                </a:lnTo>
                <a:lnTo>
                  <a:pt x="193659" y="66490"/>
                </a:lnTo>
                <a:lnTo>
                  <a:pt x="240613" y="51838"/>
                </a:lnTo>
                <a:lnTo>
                  <a:pt x="291514" y="38770"/>
                </a:lnTo>
                <a:lnTo>
                  <a:pt x="346029" y="27399"/>
                </a:lnTo>
                <a:lnTo>
                  <a:pt x="403827" y="17839"/>
                </a:lnTo>
                <a:lnTo>
                  <a:pt x="464575" y="10206"/>
                </a:lnTo>
                <a:lnTo>
                  <a:pt x="527940" y="4612"/>
                </a:lnTo>
                <a:lnTo>
                  <a:pt x="593590" y="1172"/>
                </a:lnTo>
                <a:lnTo>
                  <a:pt x="661193" y="0"/>
                </a:lnTo>
                <a:lnTo>
                  <a:pt x="728796" y="1172"/>
                </a:lnTo>
                <a:lnTo>
                  <a:pt x="794446" y="4612"/>
                </a:lnTo>
                <a:lnTo>
                  <a:pt x="857812" y="10206"/>
                </a:lnTo>
                <a:lnTo>
                  <a:pt x="918559" y="17839"/>
                </a:lnTo>
                <a:lnTo>
                  <a:pt x="976357" y="27399"/>
                </a:lnTo>
                <a:lnTo>
                  <a:pt x="1030873" y="38770"/>
                </a:lnTo>
                <a:lnTo>
                  <a:pt x="1081774" y="51838"/>
                </a:lnTo>
                <a:lnTo>
                  <a:pt x="1128728" y="66490"/>
                </a:lnTo>
                <a:lnTo>
                  <a:pt x="1171403" y="82611"/>
                </a:lnTo>
                <a:lnTo>
                  <a:pt x="1209466" y="100087"/>
                </a:lnTo>
                <a:lnTo>
                  <a:pt x="1270428" y="138649"/>
                </a:lnTo>
                <a:lnTo>
                  <a:pt x="1308955" y="181261"/>
                </a:lnTo>
                <a:lnTo>
                  <a:pt x="1322389" y="227012"/>
                </a:lnTo>
                <a:lnTo>
                  <a:pt x="1318975" y="250223"/>
                </a:lnTo>
                <a:lnTo>
                  <a:pt x="1292662" y="294519"/>
                </a:lnTo>
                <a:lnTo>
                  <a:pt x="1242586" y="335220"/>
                </a:lnTo>
                <a:lnTo>
                  <a:pt x="1171403" y="371413"/>
                </a:lnTo>
                <a:lnTo>
                  <a:pt x="1128728" y="387534"/>
                </a:lnTo>
                <a:lnTo>
                  <a:pt x="1081774" y="402186"/>
                </a:lnTo>
                <a:lnTo>
                  <a:pt x="1030873" y="415255"/>
                </a:lnTo>
                <a:lnTo>
                  <a:pt x="976357" y="426626"/>
                </a:lnTo>
                <a:lnTo>
                  <a:pt x="918559" y="436185"/>
                </a:lnTo>
                <a:lnTo>
                  <a:pt x="857812" y="443819"/>
                </a:lnTo>
                <a:lnTo>
                  <a:pt x="794446" y="449413"/>
                </a:lnTo>
                <a:lnTo>
                  <a:pt x="728796" y="452853"/>
                </a:lnTo>
                <a:lnTo>
                  <a:pt x="661193" y="454025"/>
                </a:lnTo>
                <a:lnTo>
                  <a:pt x="593590" y="452853"/>
                </a:lnTo>
                <a:lnTo>
                  <a:pt x="527940" y="449413"/>
                </a:lnTo>
                <a:lnTo>
                  <a:pt x="464575" y="443819"/>
                </a:lnTo>
                <a:lnTo>
                  <a:pt x="403827" y="436185"/>
                </a:lnTo>
                <a:lnTo>
                  <a:pt x="346029" y="426626"/>
                </a:lnTo>
                <a:lnTo>
                  <a:pt x="291514" y="415255"/>
                </a:lnTo>
                <a:lnTo>
                  <a:pt x="240613" y="402186"/>
                </a:lnTo>
                <a:lnTo>
                  <a:pt x="193659" y="387534"/>
                </a:lnTo>
                <a:lnTo>
                  <a:pt x="150984" y="371413"/>
                </a:lnTo>
                <a:lnTo>
                  <a:pt x="112921" y="353937"/>
                </a:lnTo>
                <a:lnTo>
                  <a:pt x="51959" y="315376"/>
                </a:lnTo>
                <a:lnTo>
                  <a:pt x="13433" y="272763"/>
                </a:lnTo>
                <a:lnTo>
                  <a:pt x="0" y="227012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8511488" y="1098118"/>
            <a:ext cx="866775" cy="1599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u="heavy" spc="-3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V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or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Nr</a:t>
            </a:r>
            <a:endParaRPr sz="2400">
              <a:latin typeface="Times New Roman"/>
              <a:cs typeface="Times New Roman"/>
            </a:endParaRPr>
          </a:p>
          <a:p>
            <a:pPr marL="127000">
              <a:lnSpc>
                <a:spcPct val="100000"/>
              </a:lnSpc>
              <a:spcBef>
                <a:spcPts val="1880"/>
              </a:spcBef>
            </a:pPr>
            <a:r>
              <a:rPr sz="2400" spc="-5" dirty="0">
                <a:latin typeface="Times New Roman"/>
                <a:cs typeface="Times New Roman"/>
              </a:rPr>
              <a:t>SWS</a:t>
            </a:r>
            <a:endParaRPr sz="2400">
              <a:latin typeface="Times New Roman"/>
              <a:cs typeface="Times New Roman"/>
            </a:endParaRPr>
          </a:p>
          <a:p>
            <a:pPr marL="76200">
              <a:lnSpc>
                <a:spcPct val="100000"/>
              </a:lnSpc>
              <a:spcBef>
                <a:spcPts val="1870"/>
              </a:spcBef>
            </a:pPr>
            <a:r>
              <a:rPr sz="2400" spc="-20" dirty="0">
                <a:latin typeface="Times New Roman"/>
                <a:cs typeface="Times New Roman"/>
              </a:rPr>
              <a:t>Titel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098061" y="1104539"/>
            <a:ext cx="7708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Times New Roman"/>
                <a:cs typeface="Times New Roman"/>
              </a:rPr>
              <a:t>Nac</a:t>
            </a:r>
            <a:r>
              <a:rPr sz="3600" spc="-30" baseline="1157" dirty="0">
                <a:latin typeface="Times New Roman"/>
                <a:cs typeface="Times New Roman"/>
              </a:rPr>
              <a:t>h-</a:t>
            </a:r>
            <a:endParaRPr sz="3600" baseline="1157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099585" y="1320439"/>
            <a:ext cx="85534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folge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3600" baseline="1157" dirty="0">
                <a:latin typeface="Times New Roman"/>
                <a:cs typeface="Times New Roman"/>
              </a:rPr>
              <a:t>r</a:t>
            </a:r>
            <a:endParaRPr sz="3600" baseline="1157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901799" y="1573098"/>
            <a:ext cx="471805" cy="412750"/>
          </a:xfrm>
          <a:custGeom>
            <a:avLst/>
            <a:gdLst/>
            <a:ahLst/>
            <a:cxnLst/>
            <a:rect l="l" t="t" r="r" b="b"/>
            <a:pathLst>
              <a:path w="471805" h="412750">
                <a:moveTo>
                  <a:pt x="0" y="0"/>
                </a:moveTo>
                <a:lnTo>
                  <a:pt x="471486" y="41274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095474" y="1985848"/>
            <a:ext cx="278130" cy="114300"/>
          </a:xfrm>
          <a:custGeom>
            <a:avLst/>
            <a:gdLst/>
            <a:ahLst/>
            <a:cxnLst/>
            <a:rect l="l" t="t" r="r" b="b"/>
            <a:pathLst>
              <a:path w="278130" h="114300">
                <a:moveTo>
                  <a:pt x="0" y="114300"/>
                </a:moveTo>
                <a:lnTo>
                  <a:pt x="277811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901799" y="1985849"/>
            <a:ext cx="471805" cy="640080"/>
          </a:xfrm>
          <a:custGeom>
            <a:avLst/>
            <a:gdLst/>
            <a:ahLst/>
            <a:cxnLst/>
            <a:rect l="l" t="t" r="r" b="b"/>
            <a:pathLst>
              <a:path w="471805" h="640080">
                <a:moveTo>
                  <a:pt x="0" y="639761"/>
                </a:moveTo>
                <a:lnTo>
                  <a:pt x="471486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905224" y="1946160"/>
            <a:ext cx="601980" cy="40005"/>
          </a:xfrm>
          <a:custGeom>
            <a:avLst/>
            <a:gdLst/>
            <a:ahLst/>
            <a:cxnLst/>
            <a:rect l="l" t="t" r="r" b="b"/>
            <a:pathLst>
              <a:path w="601979" h="40005">
                <a:moveTo>
                  <a:pt x="0" y="39687"/>
                </a:moveTo>
                <a:lnTo>
                  <a:pt x="601661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140049" y="2174760"/>
            <a:ext cx="2232025" cy="688975"/>
          </a:xfrm>
          <a:custGeom>
            <a:avLst/>
            <a:gdLst/>
            <a:ahLst/>
            <a:cxnLst/>
            <a:rect l="l" t="t" r="r" b="b"/>
            <a:pathLst>
              <a:path w="2232025" h="688975">
                <a:moveTo>
                  <a:pt x="0" y="0"/>
                </a:moveTo>
                <a:lnTo>
                  <a:pt x="2232018" y="688974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372078" y="2098560"/>
            <a:ext cx="1573530" cy="765175"/>
          </a:xfrm>
          <a:custGeom>
            <a:avLst/>
            <a:gdLst/>
            <a:ahLst/>
            <a:cxnLst/>
            <a:rect l="l" t="t" r="r" b="b"/>
            <a:pathLst>
              <a:path w="1573529" h="765175">
                <a:moveTo>
                  <a:pt x="1573208" y="0"/>
                </a:moveTo>
                <a:lnTo>
                  <a:pt x="0" y="765174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621311" y="1909648"/>
            <a:ext cx="485775" cy="36830"/>
          </a:xfrm>
          <a:custGeom>
            <a:avLst/>
            <a:gdLst/>
            <a:ahLst/>
            <a:cxnLst/>
            <a:rect l="l" t="t" r="r" b="b"/>
            <a:pathLst>
              <a:path w="485775" h="36830">
                <a:moveTo>
                  <a:pt x="0" y="36512"/>
                </a:moveTo>
                <a:lnTo>
                  <a:pt x="485774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021486" y="958735"/>
            <a:ext cx="0" cy="802005"/>
          </a:xfrm>
          <a:custGeom>
            <a:avLst/>
            <a:gdLst/>
            <a:ahLst/>
            <a:cxnLst/>
            <a:rect l="l" t="t" r="r" b="b"/>
            <a:pathLst>
              <a:path h="802005">
                <a:moveTo>
                  <a:pt x="0" y="0"/>
                </a:moveTo>
                <a:lnTo>
                  <a:pt x="0" y="801687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488087" y="882535"/>
            <a:ext cx="0" cy="878205"/>
          </a:xfrm>
          <a:custGeom>
            <a:avLst/>
            <a:gdLst/>
            <a:ahLst/>
            <a:cxnLst/>
            <a:rect l="l" t="t" r="r" b="b"/>
            <a:pathLst>
              <a:path h="878205">
                <a:moveTo>
                  <a:pt x="0" y="0"/>
                </a:moveTo>
                <a:lnTo>
                  <a:pt x="1" y="877887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7781900" y="1454036"/>
            <a:ext cx="701675" cy="455930"/>
          </a:xfrm>
          <a:custGeom>
            <a:avLst/>
            <a:gdLst/>
            <a:ahLst/>
            <a:cxnLst/>
            <a:rect l="l" t="t" r="r" b="b"/>
            <a:pathLst>
              <a:path w="701675" h="455930">
                <a:moveTo>
                  <a:pt x="701674" y="0"/>
                </a:moveTo>
                <a:lnTo>
                  <a:pt x="0" y="455612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781900" y="1898535"/>
            <a:ext cx="508000" cy="11430"/>
          </a:xfrm>
          <a:custGeom>
            <a:avLst/>
            <a:gdLst/>
            <a:ahLst/>
            <a:cxnLst/>
            <a:rect l="l" t="t" r="r" b="b"/>
            <a:pathLst>
              <a:path w="508000" h="11430">
                <a:moveTo>
                  <a:pt x="507999" y="0"/>
                </a:moveTo>
                <a:lnTo>
                  <a:pt x="0" y="11112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781900" y="1909648"/>
            <a:ext cx="625475" cy="431800"/>
          </a:xfrm>
          <a:custGeom>
            <a:avLst/>
            <a:gdLst/>
            <a:ahLst/>
            <a:cxnLst/>
            <a:rect l="l" t="t" r="r" b="b"/>
            <a:pathLst>
              <a:path w="625475" h="431800">
                <a:moveTo>
                  <a:pt x="625474" y="431799"/>
                </a:moveTo>
                <a:lnTo>
                  <a:pt x="0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2803499" y="2982798"/>
            <a:ext cx="1322705" cy="452755"/>
          </a:xfrm>
          <a:custGeom>
            <a:avLst/>
            <a:gdLst/>
            <a:ahLst/>
            <a:cxnLst/>
            <a:rect l="l" t="t" r="r" b="b"/>
            <a:pathLst>
              <a:path w="1322704" h="452754">
                <a:moveTo>
                  <a:pt x="661187" y="0"/>
                </a:moveTo>
                <a:lnTo>
                  <a:pt x="593584" y="1167"/>
                </a:lnTo>
                <a:lnTo>
                  <a:pt x="527935" y="4596"/>
                </a:lnTo>
                <a:lnTo>
                  <a:pt x="464570" y="10170"/>
                </a:lnTo>
                <a:lnTo>
                  <a:pt x="403823" y="17777"/>
                </a:lnTo>
                <a:lnTo>
                  <a:pt x="346026" y="27303"/>
                </a:lnTo>
                <a:lnTo>
                  <a:pt x="291511" y="38635"/>
                </a:lnTo>
                <a:lnTo>
                  <a:pt x="240611" y="51658"/>
                </a:lnTo>
                <a:lnTo>
                  <a:pt x="193657" y="66259"/>
                </a:lnTo>
                <a:lnTo>
                  <a:pt x="150983" y="82324"/>
                </a:lnTo>
                <a:lnTo>
                  <a:pt x="112920" y="99739"/>
                </a:lnTo>
                <a:lnTo>
                  <a:pt x="51959" y="138167"/>
                </a:lnTo>
                <a:lnTo>
                  <a:pt x="13433" y="180632"/>
                </a:lnTo>
                <a:lnTo>
                  <a:pt x="0" y="226225"/>
                </a:lnTo>
                <a:lnTo>
                  <a:pt x="3413" y="249353"/>
                </a:lnTo>
                <a:lnTo>
                  <a:pt x="29725" y="293492"/>
                </a:lnTo>
                <a:lnTo>
                  <a:pt x="79801" y="334049"/>
                </a:lnTo>
                <a:lnTo>
                  <a:pt x="150983" y="370115"/>
                </a:lnTo>
                <a:lnTo>
                  <a:pt x="193657" y="386180"/>
                </a:lnTo>
                <a:lnTo>
                  <a:pt x="240611" y="400780"/>
                </a:lnTo>
                <a:lnTo>
                  <a:pt x="291511" y="413802"/>
                </a:lnTo>
                <a:lnTo>
                  <a:pt x="346026" y="425134"/>
                </a:lnTo>
                <a:lnTo>
                  <a:pt x="403823" y="434660"/>
                </a:lnTo>
                <a:lnTo>
                  <a:pt x="464570" y="442267"/>
                </a:lnTo>
                <a:lnTo>
                  <a:pt x="527935" y="447841"/>
                </a:lnTo>
                <a:lnTo>
                  <a:pt x="593584" y="451269"/>
                </a:lnTo>
                <a:lnTo>
                  <a:pt x="661187" y="452437"/>
                </a:lnTo>
                <a:lnTo>
                  <a:pt x="728792" y="451269"/>
                </a:lnTo>
                <a:lnTo>
                  <a:pt x="794443" y="447841"/>
                </a:lnTo>
                <a:lnTo>
                  <a:pt x="857809" y="442267"/>
                </a:lnTo>
                <a:lnTo>
                  <a:pt x="918558" y="434660"/>
                </a:lnTo>
                <a:lnTo>
                  <a:pt x="976356" y="425134"/>
                </a:lnTo>
                <a:lnTo>
                  <a:pt x="1030872" y="413802"/>
                </a:lnTo>
                <a:lnTo>
                  <a:pt x="1081774" y="400780"/>
                </a:lnTo>
                <a:lnTo>
                  <a:pt x="1128728" y="386180"/>
                </a:lnTo>
                <a:lnTo>
                  <a:pt x="1171403" y="370115"/>
                </a:lnTo>
                <a:lnTo>
                  <a:pt x="1209466" y="352700"/>
                </a:lnTo>
                <a:lnTo>
                  <a:pt x="1270427" y="314275"/>
                </a:lnTo>
                <a:lnTo>
                  <a:pt x="1308954" y="271813"/>
                </a:lnTo>
                <a:lnTo>
                  <a:pt x="1322387" y="226225"/>
                </a:lnTo>
                <a:lnTo>
                  <a:pt x="1318973" y="203094"/>
                </a:lnTo>
                <a:lnTo>
                  <a:pt x="1292661" y="158951"/>
                </a:lnTo>
                <a:lnTo>
                  <a:pt x="1242585" y="118391"/>
                </a:lnTo>
                <a:lnTo>
                  <a:pt x="1171403" y="82324"/>
                </a:lnTo>
                <a:lnTo>
                  <a:pt x="1128728" y="66259"/>
                </a:lnTo>
                <a:lnTo>
                  <a:pt x="1081774" y="51658"/>
                </a:lnTo>
                <a:lnTo>
                  <a:pt x="1030872" y="38635"/>
                </a:lnTo>
                <a:lnTo>
                  <a:pt x="976356" y="27303"/>
                </a:lnTo>
                <a:lnTo>
                  <a:pt x="918558" y="17777"/>
                </a:lnTo>
                <a:lnTo>
                  <a:pt x="857809" y="10170"/>
                </a:lnTo>
                <a:lnTo>
                  <a:pt x="794443" y="4596"/>
                </a:lnTo>
                <a:lnTo>
                  <a:pt x="728792" y="1167"/>
                </a:lnTo>
                <a:lnTo>
                  <a:pt x="661187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803499" y="2982798"/>
            <a:ext cx="1322705" cy="452755"/>
          </a:xfrm>
          <a:custGeom>
            <a:avLst/>
            <a:gdLst/>
            <a:ahLst/>
            <a:cxnLst/>
            <a:rect l="l" t="t" r="r" b="b"/>
            <a:pathLst>
              <a:path w="1322704" h="452754">
                <a:moveTo>
                  <a:pt x="0" y="226218"/>
                </a:moveTo>
                <a:lnTo>
                  <a:pt x="13433" y="180627"/>
                </a:lnTo>
                <a:lnTo>
                  <a:pt x="51959" y="138164"/>
                </a:lnTo>
                <a:lnTo>
                  <a:pt x="112921" y="99737"/>
                </a:lnTo>
                <a:lnTo>
                  <a:pt x="150984" y="82322"/>
                </a:lnTo>
                <a:lnTo>
                  <a:pt x="193659" y="66258"/>
                </a:lnTo>
                <a:lnTo>
                  <a:pt x="240613" y="51657"/>
                </a:lnTo>
                <a:lnTo>
                  <a:pt x="291514" y="38634"/>
                </a:lnTo>
                <a:lnTo>
                  <a:pt x="346029" y="27303"/>
                </a:lnTo>
                <a:lnTo>
                  <a:pt x="403827" y="17777"/>
                </a:lnTo>
                <a:lnTo>
                  <a:pt x="464574" y="10170"/>
                </a:lnTo>
                <a:lnTo>
                  <a:pt x="527940" y="4595"/>
                </a:lnTo>
                <a:lnTo>
                  <a:pt x="593590" y="1167"/>
                </a:lnTo>
                <a:lnTo>
                  <a:pt x="661193" y="0"/>
                </a:lnTo>
                <a:lnTo>
                  <a:pt x="728796" y="1167"/>
                </a:lnTo>
                <a:lnTo>
                  <a:pt x="794446" y="4595"/>
                </a:lnTo>
                <a:lnTo>
                  <a:pt x="857811" y="10170"/>
                </a:lnTo>
                <a:lnTo>
                  <a:pt x="918559" y="17777"/>
                </a:lnTo>
                <a:lnTo>
                  <a:pt x="976357" y="27303"/>
                </a:lnTo>
                <a:lnTo>
                  <a:pt x="1030873" y="38634"/>
                </a:lnTo>
                <a:lnTo>
                  <a:pt x="1081774" y="51657"/>
                </a:lnTo>
                <a:lnTo>
                  <a:pt x="1128728" y="66258"/>
                </a:lnTo>
                <a:lnTo>
                  <a:pt x="1171403" y="82322"/>
                </a:lnTo>
                <a:lnTo>
                  <a:pt x="1209466" y="99737"/>
                </a:lnTo>
                <a:lnTo>
                  <a:pt x="1270428" y="138164"/>
                </a:lnTo>
                <a:lnTo>
                  <a:pt x="1308955" y="180627"/>
                </a:lnTo>
                <a:lnTo>
                  <a:pt x="1322389" y="226218"/>
                </a:lnTo>
                <a:lnTo>
                  <a:pt x="1318975" y="249348"/>
                </a:lnTo>
                <a:lnTo>
                  <a:pt x="1292662" y="293489"/>
                </a:lnTo>
                <a:lnTo>
                  <a:pt x="1242585" y="334047"/>
                </a:lnTo>
                <a:lnTo>
                  <a:pt x="1171403" y="370114"/>
                </a:lnTo>
                <a:lnTo>
                  <a:pt x="1128728" y="386179"/>
                </a:lnTo>
                <a:lnTo>
                  <a:pt x="1081774" y="400780"/>
                </a:lnTo>
                <a:lnTo>
                  <a:pt x="1030873" y="413802"/>
                </a:lnTo>
                <a:lnTo>
                  <a:pt x="976357" y="425134"/>
                </a:lnTo>
                <a:lnTo>
                  <a:pt x="918559" y="434660"/>
                </a:lnTo>
                <a:lnTo>
                  <a:pt x="857811" y="442267"/>
                </a:lnTo>
                <a:lnTo>
                  <a:pt x="794446" y="447841"/>
                </a:lnTo>
                <a:lnTo>
                  <a:pt x="728796" y="451269"/>
                </a:lnTo>
                <a:lnTo>
                  <a:pt x="661193" y="452437"/>
                </a:lnTo>
                <a:lnTo>
                  <a:pt x="593590" y="451269"/>
                </a:lnTo>
                <a:lnTo>
                  <a:pt x="527940" y="447841"/>
                </a:lnTo>
                <a:lnTo>
                  <a:pt x="464574" y="442267"/>
                </a:lnTo>
                <a:lnTo>
                  <a:pt x="403827" y="434660"/>
                </a:lnTo>
                <a:lnTo>
                  <a:pt x="346029" y="425134"/>
                </a:lnTo>
                <a:lnTo>
                  <a:pt x="291514" y="413802"/>
                </a:lnTo>
                <a:lnTo>
                  <a:pt x="240613" y="400780"/>
                </a:lnTo>
                <a:lnTo>
                  <a:pt x="193659" y="386179"/>
                </a:lnTo>
                <a:lnTo>
                  <a:pt x="150984" y="370114"/>
                </a:lnTo>
                <a:lnTo>
                  <a:pt x="112921" y="352699"/>
                </a:lnTo>
                <a:lnTo>
                  <a:pt x="51959" y="314273"/>
                </a:lnTo>
                <a:lnTo>
                  <a:pt x="13433" y="271809"/>
                </a:lnTo>
                <a:lnTo>
                  <a:pt x="0" y="226218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3164789" y="3013443"/>
            <a:ext cx="617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No</a:t>
            </a:r>
            <a:r>
              <a:rPr sz="2400" spc="-5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4635474" y="2863735"/>
            <a:ext cx="1471930" cy="762000"/>
          </a:xfrm>
          <a:custGeom>
            <a:avLst/>
            <a:gdLst/>
            <a:ahLst/>
            <a:cxnLst/>
            <a:rect l="l" t="t" r="r" b="b"/>
            <a:pathLst>
              <a:path w="1471929" h="762000">
                <a:moveTo>
                  <a:pt x="735799" y="0"/>
                </a:moveTo>
                <a:lnTo>
                  <a:pt x="0" y="381000"/>
                </a:lnTo>
                <a:lnTo>
                  <a:pt x="735799" y="762000"/>
                </a:lnTo>
                <a:lnTo>
                  <a:pt x="1471612" y="381000"/>
                </a:lnTo>
                <a:lnTo>
                  <a:pt x="735799" y="0"/>
                </a:lnTo>
                <a:close/>
              </a:path>
            </a:pathLst>
          </a:custGeom>
          <a:solidFill>
            <a:srgbClr val="73F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635474" y="2863735"/>
            <a:ext cx="1471930" cy="762000"/>
          </a:xfrm>
          <a:custGeom>
            <a:avLst/>
            <a:gdLst/>
            <a:ahLst/>
            <a:cxnLst/>
            <a:rect l="l" t="t" r="r" b="b"/>
            <a:pathLst>
              <a:path w="1471929" h="762000">
                <a:moveTo>
                  <a:pt x="0" y="380999"/>
                </a:moveTo>
                <a:lnTo>
                  <a:pt x="735805" y="0"/>
                </a:lnTo>
                <a:lnTo>
                  <a:pt x="1471608" y="380999"/>
                </a:lnTo>
                <a:lnTo>
                  <a:pt x="735805" y="761999"/>
                </a:lnTo>
                <a:lnTo>
                  <a:pt x="0" y="38099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4955108" y="3049155"/>
            <a:ext cx="8210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prüf</a:t>
            </a:r>
            <a:r>
              <a:rPr sz="2400" spc="-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6869086" y="2939935"/>
            <a:ext cx="1113155" cy="601980"/>
          </a:xfrm>
          <a:custGeom>
            <a:avLst/>
            <a:gdLst/>
            <a:ahLst/>
            <a:cxnLst/>
            <a:rect l="l" t="t" r="r" b="b"/>
            <a:pathLst>
              <a:path w="1113154" h="601979">
                <a:moveTo>
                  <a:pt x="556412" y="0"/>
                </a:moveTo>
                <a:lnTo>
                  <a:pt x="0" y="300837"/>
                </a:lnTo>
                <a:lnTo>
                  <a:pt x="556412" y="601662"/>
                </a:lnTo>
                <a:lnTo>
                  <a:pt x="1112837" y="300837"/>
                </a:lnTo>
                <a:lnTo>
                  <a:pt x="556412" y="0"/>
                </a:lnTo>
                <a:close/>
              </a:path>
            </a:pathLst>
          </a:custGeom>
          <a:solidFill>
            <a:srgbClr val="73F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6869086" y="2939935"/>
            <a:ext cx="1113155" cy="601980"/>
          </a:xfrm>
          <a:custGeom>
            <a:avLst/>
            <a:gdLst/>
            <a:ahLst/>
            <a:cxnLst/>
            <a:rect l="l" t="t" r="r" b="b"/>
            <a:pathLst>
              <a:path w="1113154" h="601979">
                <a:moveTo>
                  <a:pt x="0" y="300831"/>
                </a:moveTo>
                <a:lnTo>
                  <a:pt x="556418" y="0"/>
                </a:lnTo>
                <a:lnTo>
                  <a:pt x="1112839" y="300831"/>
                </a:lnTo>
                <a:lnTo>
                  <a:pt x="556418" y="601662"/>
                </a:lnTo>
                <a:lnTo>
                  <a:pt x="0" y="300831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4125886" y="3209810"/>
            <a:ext cx="509905" cy="34925"/>
          </a:xfrm>
          <a:custGeom>
            <a:avLst/>
            <a:gdLst/>
            <a:ahLst/>
            <a:cxnLst/>
            <a:rect l="l" t="t" r="r" b="b"/>
            <a:pathLst>
              <a:path w="509904" h="34925">
                <a:moveTo>
                  <a:pt x="0" y="0"/>
                </a:moveTo>
                <a:lnTo>
                  <a:pt x="509587" y="34924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6945286" y="2098560"/>
            <a:ext cx="481330" cy="841375"/>
          </a:xfrm>
          <a:custGeom>
            <a:avLst/>
            <a:gdLst/>
            <a:ahLst/>
            <a:cxnLst/>
            <a:rect l="l" t="t" r="r" b="b"/>
            <a:pathLst>
              <a:path w="481329" h="841375">
                <a:moveTo>
                  <a:pt x="0" y="0"/>
                </a:moveTo>
                <a:lnTo>
                  <a:pt x="481012" y="841374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5372074" y="3625735"/>
            <a:ext cx="1958975" cy="914400"/>
          </a:xfrm>
          <a:custGeom>
            <a:avLst/>
            <a:gdLst/>
            <a:ahLst/>
            <a:cxnLst/>
            <a:rect l="l" t="t" r="r" b="b"/>
            <a:pathLst>
              <a:path w="1958975" h="914400">
                <a:moveTo>
                  <a:pt x="0" y="0"/>
                </a:moveTo>
                <a:lnTo>
                  <a:pt x="1958978" y="91439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7331049" y="3541598"/>
            <a:ext cx="95250" cy="998855"/>
          </a:xfrm>
          <a:custGeom>
            <a:avLst/>
            <a:gdLst/>
            <a:ahLst/>
            <a:cxnLst/>
            <a:rect l="l" t="t" r="r" b="b"/>
            <a:pathLst>
              <a:path w="95250" h="998854">
                <a:moveTo>
                  <a:pt x="95249" y="0"/>
                </a:moveTo>
                <a:lnTo>
                  <a:pt x="0" y="998536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2601887" y="6521334"/>
            <a:ext cx="1551305" cy="469900"/>
          </a:xfrm>
          <a:custGeom>
            <a:avLst/>
            <a:gdLst/>
            <a:ahLst/>
            <a:cxnLst/>
            <a:rect l="l" t="t" r="r" b="b"/>
            <a:pathLst>
              <a:path w="1551304" h="469900">
                <a:moveTo>
                  <a:pt x="775487" y="0"/>
                </a:moveTo>
                <a:lnTo>
                  <a:pt x="704901" y="960"/>
                </a:lnTo>
                <a:lnTo>
                  <a:pt x="636091" y="3785"/>
                </a:lnTo>
                <a:lnTo>
                  <a:pt x="569330" y="8392"/>
                </a:lnTo>
                <a:lnTo>
                  <a:pt x="504892" y="14699"/>
                </a:lnTo>
                <a:lnTo>
                  <a:pt x="443051" y="22621"/>
                </a:lnTo>
                <a:lnTo>
                  <a:pt x="384081" y="32077"/>
                </a:lnTo>
                <a:lnTo>
                  <a:pt x="328256" y="42983"/>
                </a:lnTo>
                <a:lnTo>
                  <a:pt x="275848" y="55257"/>
                </a:lnTo>
                <a:lnTo>
                  <a:pt x="227133" y="68815"/>
                </a:lnTo>
                <a:lnTo>
                  <a:pt x="182383" y="83574"/>
                </a:lnTo>
                <a:lnTo>
                  <a:pt x="141872" y="99452"/>
                </a:lnTo>
                <a:lnTo>
                  <a:pt x="105875" y="116366"/>
                </a:lnTo>
                <a:lnTo>
                  <a:pt x="48515" y="152968"/>
                </a:lnTo>
                <a:lnTo>
                  <a:pt x="12493" y="192717"/>
                </a:lnTo>
                <a:lnTo>
                  <a:pt x="0" y="234949"/>
                </a:lnTo>
                <a:lnTo>
                  <a:pt x="3169" y="256335"/>
                </a:lnTo>
                <a:lnTo>
                  <a:pt x="27700" y="297409"/>
                </a:lnTo>
                <a:lnTo>
                  <a:pt x="74665" y="335667"/>
                </a:lnTo>
                <a:lnTo>
                  <a:pt x="141872" y="370447"/>
                </a:lnTo>
                <a:lnTo>
                  <a:pt x="182383" y="386325"/>
                </a:lnTo>
                <a:lnTo>
                  <a:pt x="227133" y="401084"/>
                </a:lnTo>
                <a:lnTo>
                  <a:pt x="275848" y="414642"/>
                </a:lnTo>
                <a:lnTo>
                  <a:pt x="328256" y="426916"/>
                </a:lnTo>
                <a:lnTo>
                  <a:pt x="384081" y="437822"/>
                </a:lnTo>
                <a:lnTo>
                  <a:pt x="443051" y="447278"/>
                </a:lnTo>
                <a:lnTo>
                  <a:pt x="504892" y="455200"/>
                </a:lnTo>
                <a:lnTo>
                  <a:pt x="569330" y="461507"/>
                </a:lnTo>
                <a:lnTo>
                  <a:pt x="636091" y="466114"/>
                </a:lnTo>
                <a:lnTo>
                  <a:pt x="704901" y="468939"/>
                </a:lnTo>
                <a:lnTo>
                  <a:pt x="775487" y="469899"/>
                </a:lnTo>
                <a:lnTo>
                  <a:pt x="846073" y="468939"/>
                </a:lnTo>
                <a:lnTo>
                  <a:pt x="914883" y="466114"/>
                </a:lnTo>
                <a:lnTo>
                  <a:pt x="981645" y="461507"/>
                </a:lnTo>
                <a:lnTo>
                  <a:pt x="1046083" y="455200"/>
                </a:lnTo>
                <a:lnTo>
                  <a:pt x="1107925" y="447278"/>
                </a:lnTo>
                <a:lnTo>
                  <a:pt x="1166896" y="437822"/>
                </a:lnTo>
                <a:lnTo>
                  <a:pt x="1222722" y="426916"/>
                </a:lnTo>
                <a:lnTo>
                  <a:pt x="1275131" y="414642"/>
                </a:lnTo>
                <a:lnTo>
                  <a:pt x="1323848" y="401084"/>
                </a:lnTo>
                <a:lnTo>
                  <a:pt x="1368598" y="386325"/>
                </a:lnTo>
                <a:lnTo>
                  <a:pt x="1409110" y="370447"/>
                </a:lnTo>
                <a:lnTo>
                  <a:pt x="1445108" y="353533"/>
                </a:lnTo>
                <a:lnTo>
                  <a:pt x="1502470" y="316931"/>
                </a:lnTo>
                <a:lnTo>
                  <a:pt x="1538493" y="277182"/>
                </a:lnTo>
                <a:lnTo>
                  <a:pt x="1550987" y="234949"/>
                </a:lnTo>
                <a:lnTo>
                  <a:pt x="1547818" y="213564"/>
                </a:lnTo>
                <a:lnTo>
                  <a:pt x="1523285" y="172490"/>
                </a:lnTo>
                <a:lnTo>
                  <a:pt x="1476319" y="134232"/>
                </a:lnTo>
                <a:lnTo>
                  <a:pt x="1409110" y="99452"/>
                </a:lnTo>
                <a:lnTo>
                  <a:pt x="1368598" y="83574"/>
                </a:lnTo>
                <a:lnTo>
                  <a:pt x="1323847" y="68815"/>
                </a:lnTo>
                <a:lnTo>
                  <a:pt x="1275131" y="55257"/>
                </a:lnTo>
                <a:lnTo>
                  <a:pt x="1222722" y="42983"/>
                </a:lnTo>
                <a:lnTo>
                  <a:pt x="1166896" y="32077"/>
                </a:lnTo>
                <a:lnTo>
                  <a:pt x="1107925" y="22621"/>
                </a:lnTo>
                <a:lnTo>
                  <a:pt x="1046083" y="14699"/>
                </a:lnTo>
                <a:lnTo>
                  <a:pt x="981645" y="8392"/>
                </a:lnTo>
                <a:lnTo>
                  <a:pt x="914883" y="3785"/>
                </a:lnTo>
                <a:lnTo>
                  <a:pt x="846073" y="960"/>
                </a:lnTo>
                <a:lnTo>
                  <a:pt x="775487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2601887" y="6521334"/>
            <a:ext cx="1551305" cy="469900"/>
          </a:xfrm>
          <a:custGeom>
            <a:avLst/>
            <a:gdLst/>
            <a:ahLst/>
            <a:cxnLst/>
            <a:rect l="l" t="t" r="r" b="b"/>
            <a:pathLst>
              <a:path w="1551304" h="469900">
                <a:moveTo>
                  <a:pt x="0" y="234949"/>
                </a:moveTo>
                <a:lnTo>
                  <a:pt x="12494" y="192717"/>
                </a:lnTo>
                <a:lnTo>
                  <a:pt x="48516" y="152968"/>
                </a:lnTo>
                <a:lnTo>
                  <a:pt x="105877" y="116366"/>
                </a:lnTo>
                <a:lnTo>
                  <a:pt x="141875" y="99452"/>
                </a:lnTo>
                <a:lnTo>
                  <a:pt x="182386" y="83574"/>
                </a:lnTo>
                <a:lnTo>
                  <a:pt x="227136" y="68815"/>
                </a:lnTo>
                <a:lnTo>
                  <a:pt x="275853" y="55257"/>
                </a:lnTo>
                <a:lnTo>
                  <a:pt x="328261" y="42983"/>
                </a:lnTo>
                <a:lnTo>
                  <a:pt x="384087" y="32077"/>
                </a:lnTo>
                <a:lnTo>
                  <a:pt x="443057" y="22621"/>
                </a:lnTo>
                <a:lnTo>
                  <a:pt x="504898" y="14699"/>
                </a:lnTo>
                <a:lnTo>
                  <a:pt x="569336" y="8392"/>
                </a:lnTo>
                <a:lnTo>
                  <a:pt x="636097" y="3785"/>
                </a:lnTo>
                <a:lnTo>
                  <a:pt x="704907" y="960"/>
                </a:lnTo>
                <a:lnTo>
                  <a:pt x="775493" y="0"/>
                </a:lnTo>
                <a:lnTo>
                  <a:pt x="846079" y="960"/>
                </a:lnTo>
                <a:lnTo>
                  <a:pt x="914890" y="3785"/>
                </a:lnTo>
                <a:lnTo>
                  <a:pt x="981651" y="8392"/>
                </a:lnTo>
                <a:lnTo>
                  <a:pt x="1046089" y="14699"/>
                </a:lnTo>
                <a:lnTo>
                  <a:pt x="1107930" y="22621"/>
                </a:lnTo>
                <a:lnTo>
                  <a:pt x="1166901" y="32077"/>
                </a:lnTo>
                <a:lnTo>
                  <a:pt x="1222727" y="42983"/>
                </a:lnTo>
                <a:lnTo>
                  <a:pt x="1275135" y="55257"/>
                </a:lnTo>
                <a:lnTo>
                  <a:pt x="1323851" y="68815"/>
                </a:lnTo>
                <a:lnTo>
                  <a:pt x="1368602" y="83574"/>
                </a:lnTo>
                <a:lnTo>
                  <a:pt x="1409113" y="99452"/>
                </a:lnTo>
                <a:lnTo>
                  <a:pt x="1445111" y="116366"/>
                </a:lnTo>
                <a:lnTo>
                  <a:pt x="1502472" y="152968"/>
                </a:lnTo>
                <a:lnTo>
                  <a:pt x="1538494" y="192717"/>
                </a:lnTo>
                <a:lnTo>
                  <a:pt x="1550988" y="234949"/>
                </a:lnTo>
                <a:lnTo>
                  <a:pt x="1547819" y="256335"/>
                </a:lnTo>
                <a:lnTo>
                  <a:pt x="1523287" y="297408"/>
                </a:lnTo>
                <a:lnTo>
                  <a:pt x="1476322" y="335667"/>
                </a:lnTo>
                <a:lnTo>
                  <a:pt x="1409113" y="370446"/>
                </a:lnTo>
                <a:lnTo>
                  <a:pt x="1368602" y="386324"/>
                </a:lnTo>
                <a:lnTo>
                  <a:pt x="1323851" y="401084"/>
                </a:lnTo>
                <a:lnTo>
                  <a:pt x="1275135" y="414642"/>
                </a:lnTo>
                <a:lnTo>
                  <a:pt x="1222727" y="426915"/>
                </a:lnTo>
                <a:lnTo>
                  <a:pt x="1166901" y="437822"/>
                </a:lnTo>
                <a:lnTo>
                  <a:pt x="1107930" y="447277"/>
                </a:lnTo>
                <a:lnTo>
                  <a:pt x="1046089" y="455200"/>
                </a:lnTo>
                <a:lnTo>
                  <a:pt x="981651" y="461507"/>
                </a:lnTo>
                <a:lnTo>
                  <a:pt x="914890" y="466114"/>
                </a:lnTo>
                <a:lnTo>
                  <a:pt x="846079" y="468939"/>
                </a:lnTo>
                <a:lnTo>
                  <a:pt x="775493" y="469899"/>
                </a:lnTo>
                <a:lnTo>
                  <a:pt x="704907" y="468939"/>
                </a:lnTo>
                <a:lnTo>
                  <a:pt x="636097" y="466114"/>
                </a:lnTo>
                <a:lnTo>
                  <a:pt x="569336" y="461507"/>
                </a:lnTo>
                <a:lnTo>
                  <a:pt x="504898" y="455200"/>
                </a:lnTo>
                <a:lnTo>
                  <a:pt x="443057" y="447277"/>
                </a:lnTo>
                <a:lnTo>
                  <a:pt x="384087" y="437822"/>
                </a:lnTo>
                <a:lnTo>
                  <a:pt x="328261" y="426915"/>
                </a:lnTo>
                <a:lnTo>
                  <a:pt x="275853" y="414642"/>
                </a:lnTo>
                <a:lnTo>
                  <a:pt x="227136" y="401084"/>
                </a:lnTo>
                <a:lnTo>
                  <a:pt x="182386" y="386324"/>
                </a:lnTo>
                <a:lnTo>
                  <a:pt x="141875" y="370446"/>
                </a:lnTo>
                <a:lnTo>
                  <a:pt x="105877" y="353533"/>
                </a:lnTo>
                <a:lnTo>
                  <a:pt x="48516" y="316931"/>
                </a:lnTo>
                <a:lnTo>
                  <a:pt x="12494" y="277182"/>
                </a:lnTo>
                <a:lnTo>
                  <a:pt x="0" y="23494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773083" y="4082935"/>
            <a:ext cx="1551305" cy="469900"/>
          </a:xfrm>
          <a:custGeom>
            <a:avLst/>
            <a:gdLst/>
            <a:ahLst/>
            <a:cxnLst/>
            <a:rect l="l" t="t" r="r" b="b"/>
            <a:pathLst>
              <a:path w="1551305" h="469900">
                <a:moveTo>
                  <a:pt x="775491" y="0"/>
                </a:moveTo>
                <a:lnTo>
                  <a:pt x="704905" y="960"/>
                </a:lnTo>
                <a:lnTo>
                  <a:pt x="636095" y="3785"/>
                </a:lnTo>
                <a:lnTo>
                  <a:pt x="569335" y="8392"/>
                </a:lnTo>
                <a:lnTo>
                  <a:pt x="504897" y="14699"/>
                </a:lnTo>
                <a:lnTo>
                  <a:pt x="443056" y="22622"/>
                </a:lnTo>
                <a:lnTo>
                  <a:pt x="384086" y="32078"/>
                </a:lnTo>
                <a:lnTo>
                  <a:pt x="328260" y="42984"/>
                </a:lnTo>
                <a:lnTo>
                  <a:pt x="275852" y="55258"/>
                </a:lnTo>
                <a:lnTo>
                  <a:pt x="227136" y="68816"/>
                </a:lnTo>
                <a:lnTo>
                  <a:pt x="182386" y="83576"/>
                </a:lnTo>
                <a:lnTo>
                  <a:pt x="141875" y="99454"/>
                </a:lnTo>
                <a:lnTo>
                  <a:pt x="105877" y="116367"/>
                </a:lnTo>
                <a:lnTo>
                  <a:pt x="48516" y="152969"/>
                </a:lnTo>
                <a:lnTo>
                  <a:pt x="12494" y="192718"/>
                </a:lnTo>
                <a:lnTo>
                  <a:pt x="0" y="234950"/>
                </a:lnTo>
                <a:lnTo>
                  <a:pt x="3169" y="256334"/>
                </a:lnTo>
                <a:lnTo>
                  <a:pt x="27701" y="297407"/>
                </a:lnTo>
                <a:lnTo>
                  <a:pt x="74666" y="335666"/>
                </a:lnTo>
                <a:lnTo>
                  <a:pt x="141875" y="370445"/>
                </a:lnTo>
                <a:lnTo>
                  <a:pt x="182386" y="386323"/>
                </a:lnTo>
                <a:lnTo>
                  <a:pt x="227136" y="401083"/>
                </a:lnTo>
                <a:lnTo>
                  <a:pt x="275852" y="414641"/>
                </a:lnTo>
                <a:lnTo>
                  <a:pt x="328260" y="426915"/>
                </a:lnTo>
                <a:lnTo>
                  <a:pt x="384086" y="437821"/>
                </a:lnTo>
                <a:lnTo>
                  <a:pt x="443056" y="447277"/>
                </a:lnTo>
                <a:lnTo>
                  <a:pt x="504897" y="455200"/>
                </a:lnTo>
                <a:lnTo>
                  <a:pt x="569335" y="461507"/>
                </a:lnTo>
                <a:lnTo>
                  <a:pt x="636095" y="466114"/>
                </a:lnTo>
                <a:lnTo>
                  <a:pt x="704905" y="468939"/>
                </a:lnTo>
                <a:lnTo>
                  <a:pt x="775491" y="469900"/>
                </a:lnTo>
                <a:lnTo>
                  <a:pt x="846077" y="468939"/>
                </a:lnTo>
                <a:lnTo>
                  <a:pt x="914887" y="466114"/>
                </a:lnTo>
                <a:lnTo>
                  <a:pt x="981649" y="461507"/>
                </a:lnTo>
                <a:lnTo>
                  <a:pt x="1046087" y="455200"/>
                </a:lnTo>
                <a:lnTo>
                  <a:pt x="1107929" y="447277"/>
                </a:lnTo>
                <a:lnTo>
                  <a:pt x="1166900" y="437821"/>
                </a:lnTo>
                <a:lnTo>
                  <a:pt x="1222726" y="426915"/>
                </a:lnTo>
                <a:lnTo>
                  <a:pt x="1275135" y="414641"/>
                </a:lnTo>
                <a:lnTo>
                  <a:pt x="1323851" y="401083"/>
                </a:lnTo>
                <a:lnTo>
                  <a:pt x="1368602" y="386323"/>
                </a:lnTo>
                <a:lnTo>
                  <a:pt x="1409114" y="370445"/>
                </a:lnTo>
                <a:lnTo>
                  <a:pt x="1445112" y="353532"/>
                </a:lnTo>
                <a:lnTo>
                  <a:pt x="1502473" y="316930"/>
                </a:lnTo>
                <a:lnTo>
                  <a:pt x="1538496" y="277181"/>
                </a:lnTo>
                <a:lnTo>
                  <a:pt x="1550991" y="234950"/>
                </a:lnTo>
                <a:lnTo>
                  <a:pt x="1547822" y="213565"/>
                </a:lnTo>
                <a:lnTo>
                  <a:pt x="1523289" y="172492"/>
                </a:lnTo>
                <a:lnTo>
                  <a:pt x="1476323" y="134233"/>
                </a:lnTo>
                <a:lnTo>
                  <a:pt x="1409114" y="99454"/>
                </a:lnTo>
                <a:lnTo>
                  <a:pt x="1368602" y="83576"/>
                </a:lnTo>
                <a:lnTo>
                  <a:pt x="1323851" y="68816"/>
                </a:lnTo>
                <a:lnTo>
                  <a:pt x="1275135" y="55258"/>
                </a:lnTo>
                <a:lnTo>
                  <a:pt x="1222726" y="42984"/>
                </a:lnTo>
                <a:lnTo>
                  <a:pt x="1166900" y="32078"/>
                </a:lnTo>
                <a:lnTo>
                  <a:pt x="1107929" y="22622"/>
                </a:lnTo>
                <a:lnTo>
                  <a:pt x="1046087" y="14699"/>
                </a:lnTo>
                <a:lnTo>
                  <a:pt x="981649" y="8392"/>
                </a:lnTo>
                <a:lnTo>
                  <a:pt x="914887" y="3785"/>
                </a:lnTo>
                <a:lnTo>
                  <a:pt x="846077" y="960"/>
                </a:lnTo>
                <a:lnTo>
                  <a:pt x="775491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773083" y="4082935"/>
            <a:ext cx="1551305" cy="469900"/>
          </a:xfrm>
          <a:custGeom>
            <a:avLst/>
            <a:gdLst/>
            <a:ahLst/>
            <a:cxnLst/>
            <a:rect l="l" t="t" r="r" b="b"/>
            <a:pathLst>
              <a:path w="1551305" h="469900">
                <a:moveTo>
                  <a:pt x="0" y="234949"/>
                </a:moveTo>
                <a:lnTo>
                  <a:pt x="12494" y="192717"/>
                </a:lnTo>
                <a:lnTo>
                  <a:pt x="48516" y="152968"/>
                </a:lnTo>
                <a:lnTo>
                  <a:pt x="105877" y="116366"/>
                </a:lnTo>
                <a:lnTo>
                  <a:pt x="141875" y="99452"/>
                </a:lnTo>
                <a:lnTo>
                  <a:pt x="182386" y="83574"/>
                </a:lnTo>
                <a:lnTo>
                  <a:pt x="227136" y="68815"/>
                </a:lnTo>
                <a:lnTo>
                  <a:pt x="275852" y="55257"/>
                </a:lnTo>
                <a:lnTo>
                  <a:pt x="328260" y="42983"/>
                </a:lnTo>
                <a:lnTo>
                  <a:pt x="384086" y="32077"/>
                </a:lnTo>
                <a:lnTo>
                  <a:pt x="443057" y="22621"/>
                </a:lnTo>
                <a:lnTo>
                  <a:pt x="504898" y="14699"/>
                </a:lnTo>
                <a:lnTo>
                  <a:pt x="569336" y="8392"/>
                </a:lnTo>
                <a:lnTo>
                  <a:pt x="636097" y="3785"/>
                </a:lnTo>
                <a:lnTo>
                  <a:pt x="704907" y="960"/>
                </a:lnTo>
                <a:lnTo>
                  <a:pt x="775493" y="0"/>
                </a:lnTo>
                <a:lnTo>
                  <a:pt x="846079" y="960"/>
                </a:lnTo>
                <a:lnTo>
                  <a:pt x="914890" y="3785"/>
                </a:lnTo>
                <a:lnTo>
                  <a:pt x="981651" y="8392"/>
                </a:lnTo>
                <a:lnTo>
                  <a:pt x="1046089" y="14699"/>
                </a:lnTo>
                <a:lnTo>
                  <a:pt x="1107930" y="22621"/>
                </a:lnTo>
                <a:lnTo>
                  <a:pt x="1166901" y="32077"/>
                </a:lnTo>
                <a:lnTo>
                  <a:pt x="1222727" y="42983"/>
                </a:lnTo>
                <a:lnTo>
                  <a:pt x="1275135" y="55257"/>
                </a:lnTo>
                <a:lnTo>
                  <a:pt x="1323852" y="68815"/>
                </a:lnTo>
                <a:lnTo>
                  <a:pt x="1368602" y="83574"/>
                </a:lnTo>
                <a:lnTo>
                  <a:pt x="1409113" y="99452"/>
                </a:lnTo>
                <a:lnTo>
                  <a:pt x="1445111" y="116366"/>
                </a:lnTo>
                <a:lnTo>
                  <a:pt x="1502472" y="152968"/>
                </a:lnTo>
                <a:lnTo>
                  <a:pt x="1538494" y="192717"/>
                </a:lnTo>
                <a:lnTo>
                  <a:pt x="1550988" y="234949"/>
                </a:lnTo>
                <a:lnTo>
                  <a:pt x="1547819" y="256335"/>
                </a:lnTo>
                <a:lnTo>
                  <a:pt x="1523287" y="297408"/>
                </a:lnTo>
                <a:lnTo>
                  <a:pt x="1476322" y="335667"/>
                </a:lnTo>
                <a:lnTo>
                  <a:pt x="1409113" y="370446"/>
                </a:lnTo>
                <a:lnTo>
                  <a:pt x="1368602" y="386324"/>
                </a:lnTo>
                <a:lnTo>
                  <a:pt x="1323852" y="401084"/>
                </a:lnTo>
                <a:lnTo>
                  <a:pt x="1275135" y="414642"/>
                </a:lnTo>
                <a:lnTo>
                  <a:pt x="1222727" y="426915"/>
                </a:lnTo>
                <a:lnTo>
                  <a:pt x="1166901" y="437822"/>
                </a:lnTo>
                <a:lnTo>
                  <a:pt x="1107930" y="447277"/>
                </a:lnTo>
                <a:lnTo>
                  <a:pt x="1046089" y="455200"/>
                </a:lnTo>
                <a:lnTo>
                  <a:pt x="981651" y="461507"/>
                </a:lnTo>
                <a:lnTo>
                  <a:pt x="914890" y="466114"/>
                </a:lnTo>
                <a:lnTo>
                  <a:pt x="846079" y="468939"/>
                </a:lnTo>
                <a:lnTo>
                  <a:pt x="775493" y="469899"/>
                </a:lnTo>
                <a:lnTo>
                  <a:pt x="704907" y="468939"/>
                </a:lnTo>
                <a:lnTo>
                  <a:pt x="636097" y="466114"/>
                </a:lnTo>
                <a:lnTo>
                  <a:pt x="569336" y="461507"/>
                </a:lnTo>
                <a:lnTo>
                  <a:pt x="504898" y="455200"/>
                </a:lnTo>
                <a:lnTo>
                  <a:pt x="443057" y="447277"/>
                </a:lnTo>
                <a:lnTo>
                  <a:pt x="384086" y="437822"/>
                </a:lnTo>
                <a:lnTo>
                  <a:pt x="328260" y="426915"/>
                </a:lnTo>
                <a:lnTo>
                  <a:pt x="275852" y="414642"/>
                </a:lnTo>
                <a:lnTo>
                  <a:pt x="227136" y="401084"/>
                </a:lnTo>
                <a:lnTo>
                  <a:pt x="182386" y="386324"/>
                </a:lnTo>
                <a:lnTo>
                  <a:pt x="141875" y="370446"/>
                </a:lnTo>
                <a:lnTo>
                  <a:pt x="105877" y="353533"/>
                </a:lnTo>
                <a:lnTo>
                  <a:pt x="48516" y="316931"/>
                </a:lnTo>
                <a:lnTo>
                  <a:pt x="12494" y="277182"/>
                </a:lnTo>
                <a:lnTo>
                  <a:pt x="0" y="23494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863060" y="4122305"/>
            <a:ext cx="1362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Fachgebiet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2449487" y="4616335"/>
            <a:ext cx="1532255" cy="377825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45"/>
              </a:spcBef>
            </a:pPr>
            <a:r>
              <a:rPr sz="2400" spc="-5" dirty="0">
                <a:latin typeface="Times New Roman"/>
                <a:cs typeface="Times New Roman"/>
              </a:rPr>
              <a:t>Assistenten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4506886" y="4311535"/>
            <a:ext cx="1676400" cy="843280"/>
          </a:xfrm>
          <a:custGeom>
            <a:avLst/>
            <a:gdLst/>
            <a:ahLst/>
            <a:cxnLst/>
            <a:rect l="l" t="t" r="r" b="b"/>
            <a:pathLst>
              <a:path w="1676400" h="843279">
                <a:moveTo>
                  <a:pt x="838200" y="0"/>
                </a:moveTo>
                <a:lnTo>
                  <a:pt x="0" y="421487"/>
                </a:lnTo>
                <a:lnTo>
                  <a:pt x="838200" y="842962"/>
                </a:lnTo>
                <a:lnTo>
                  <a:pt x="1676400" y="421487"/>
                </a:lnTo>
                <a:lnTo>
                  <a:pt x="838200" y="0"/>
                </a:lnTo>
                <a:close/>
              </a:path>
            </a:pathLst>
          </a:custGeom>
          <a:solidFill>
            <a:srgbClr val="73F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4506886" y="4311535"/>
            <a:ext cx="1676400" cy="843280"/>
          </a:xfrm>
          <a:custGeom>
            <a:avLst/>
            <a:gdLst/>
            <a:ahLst/>
            <a:cxnLst/>
            <a:rect l="l" t="t" r="r" b="b"/>
            <a:pathLst>
              <a:path w="1676400" h="843279">
                <a:moveTo>
                  <a:pt x="0" y="421481"/>
                </a:moveTo>
                <a:lnTo>
                  <a:pt x="838199" y="0"/>
                </a:lnTo>
                <a:lnTo>
                  <a:pt x="1676399" y="421481"/>
                </a:lnTo>
                <a:lnTo>
                  <a:pt x="838199" y="842962"/>
                </a:lnTo>
                <a:lnTo>
                  <a:pt x="0" y="421481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6564286" y="4540135"/>
            <a:ext cx="1532255" cy="377825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45"/>
              </a:spcBef>
            </a:pPr>
            <a:r>
              <a:rPr sz="2400" spc="-5" dirty="0">
                <a:latin typeface="Times New Roman"/>
                <a:cs typeface="Times New Roman"/>
              </a:rPr>
              <a:t>Professoren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8594699" y="4768735"/>
            <a:ext cx="1322705" cy="450850"/>
          </a:xfrm>
          <a:custGeom>
            <a:avLst/>
            <a:gdLst/>
            <a:ahLst/>
            <a:cxnLst/>
            <a:rect l="l" t="t" r="r" b="b"/>
            <a:pathLst>
              <a:path w="1322704" h="450850">
                <a:moveTo>
                  <a:pt x="661187" y="0"/>
                </a:moveTo>
                <a:lnTo>
                  <a:pt x="593584" y="1163"/>
                </a:lnTo>
                <a:lnTo>
                  <a:pt x="527935" y="4579"/>
                </a:lnTo>
                <a:lnTo>
                  <a:pt x="464570" y="10134"/>
                </a:lnTo>
                <a:lnTo>
                  <a:pt x="403823" y="17715"/>
                </a:lnTo>
                <a:lnTo>
                  <a:pt x="346026" y="27207"/>
                </a:lnTo>
                <a:lnTo>
                  <a:pt x="291511" y="38499"/>
                </a:lnTo>
                <a:lnTo>
                  <a:pt x="240611" y="51476"/>
                </a:lnTo>
                <a:lnTo>
                  <a:pt x="193657" y="66025"/>
                </a:lnTo>
                <a:lnTo>
                  <a:pt x="150983" y="82034"/>
                </a:lnTo>
                <a:lnTo>
                  <a:pt x="112920" y="99388"/>
                </a:lnTo>
                <a:lnTo>
                  <a:pt x="51959" y="137679"/>
                </a:lnTo>
                <a:lnTo>
                  <a:pt x="13433" y="179994"/>
                </a:lnTo>
                <a:lnTo>
                  <a:pt x="0" y="225425"/>
                </a:lnTo>
                <a:lnTo>
                  <a:pt x="3413" y="248473"/>
                </a:lnTo>
                <a:lnTo>
                  <a:pt x="29725" y="292459"/>
                </a:lnTo>
                <a:lnTo>
                  <a:pt x="79801" y="332875"/>
                </a:lnTo>
                <a:lnTo>
                  <a:pt x="150983" y="368815"/>
                </a:lnTo>
                <a:lnTo>
                  <a:pt x="193657" y="384824"/>
                </a:lnTo>
                <a:lnTo>
                  <a:pt x="240611" y="399373"/>
                </a:lnTo>
                <a:lnTo>
                  <a:pt x="291511" y="412350"/>
                </a:lnTo>
                <a:lnTo>
                  <a:pt x="346026" y="423642"/>
                </a:lnTo>
                <a:lnTo>
                  <a:pt x="403823" y="433134"/>
                </a:lnTo>
                <a:lnTo>
                  <a:pt x="464570" y="440715"/>
                </a:lnTo>
                <a:lnTo>
                  <a:pt x="527935" y="446270"/>
                </a:lnTo>
                <a:lnTo>
                  <a:pt x="593584" y="449686"/>
                </a:lnTo>
                <a:lnTo>
                  <a:pt x="661187" y="450850"/>
                </a:lnTo>
                <a:lnTo>
                  <a:pt x="728790" y="449686"/>
                </a:lnTo>
                <a:lnTo>
                  <a:pt x="794440" y="446270"/>
                </a:lnTo>
                <a:lnTo>
                  <a:pt x="857805" y="440715"/>
                </a:lnTo>
                <a:lnTo>
                  <a:pt x="918553" y="433134"/>
                </a:lnTo>
                <a:lnTo>
                  <a:pt x="976351" y="423642"/>
                </a:lnTo>
                <a:lnTo>
                  <a:pt x="1030867" y="412350"/>
                </a:lnTo>
                <a:lnTo>
                  <a:pt x="1081768" y="399373"/>
                </a:lnTo>
                <a:lnTo>
                  <a:pt x="1128723" y="384824"/>
                </a:lnTo>
                <a:lnTo>
                  <a:pt x="1171399" y="368815"/>
                </a:lnTo>
                <a:lnTo>
                  <a:pt x="1209462" y="351461"/>
                </a:lnTo>
                <a:lnTo>
                  <a:pt x="1270426" y="313170"/>
                </a:lnTo>
                <a:lnTo>
                  <a:pt x="1308953" y="270855"/>
                </a:lnTo>
                <a:lnTo>
                  <a:pt x="1322387" y="225425"/>
                </a:lnTo>
                <a:lnTo>
                  <a:pt x="1318973" y="202376"/>
                </a:lnTo>
                <a:lnTo>
                  <a:pt x="1292660" y="158390"/>
                </a:lnTo>
                <a:lnTo>
                  <a:pt x="1242582" y="117974"/>
                </a:lnTo>
                <a:lnTo>
                  <a:pt x="1171399" y="82034"/>
                </a:lnTo>
                <a:lnTo>
                  <a:pt x="1128723" y="66025"/>
                </a:lnTo>
                <a:lnTo>
                  <a:pt x="1081768" y="51476"/>
                </a:lnTo>
                <a:lnTo>
                  <a:pt x="1030867" y="38499"/>
                </a:lnTo>
                <a:lnTo>
                  <a:pt x="976351" y="27207"/>
                </a:lnTo>
                <a:lnTo>
                  <a:pt x="918553" y="17715"/>
                </a:lnTo>
                <a:lnTo>
                  <a:pt x="857805" y="10134"/>
                </a:lnTo>
                <a:lnTo>
                  <a:pt x="794440" y="4579"/>
                </a:lnTo>
                <a:lnTo>
                  <a:pt x="728790" y="1163"/>
                </a:lnTo>
                <a:lnTo>
                  <a:pt x="661187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8594699" y="4768735"/>
            <a:ext cx="1322705" cy="450850"/>
          </a:xfrm>
          <a:custGeom>
            <a:avLst/>
            <a:gdLst/>
            <a:ahLst/>
            <a:cxnLst/>
            <a:rect l="l" t="t" r="r" b="b"/>
            <a:pathLst>
              <a:path w="1322704" h="450850">
                <a:moveTo>
                  <a:pt x="0" y="225424"/>
                </a:moveTo>
                <a:lnTo>
                  <a:pt x="13433" y="179993"/>
                </a:lnTo>
                <a:lnTo>
                  <a:pt x="51959" y="137679"/>
                </a:lnTo>
                <a:lnTo>
                  <a:pt x="112921" y="99387"/>
                </a:lnTo>
                <a:lnTo>
                  <a:pt x="150984" y="82033"/>
                </a:lnTo>
                <a:lnTo>
                  <a:pt x="193659" y="66025"/>
                </a:lnTo>
                <a:lnTo>
                  <a:pt x="240613" y="51476"/>
                </a:lnTo>
                <a:lnTo>
                  <a:pt x="291514" y="38498"/>
                </a:lnTo>
                <a:lnTo>
                  <a:pt x="346029" y="27207"/>
                </a:lnTo>
                <a:lnTo>
                  <a:pt x="403827" y="17714"/>
                </a:lnTo>
                <a:lnTo>
                  <a:pt x="464575" y="10134"/>
                </a:lnTo>
                <a:lnTo>
                  <a:pt x="527940" y="4579"/>
                </a:lnTo>
                <a:lnTo>
                  <a:pt x="593590" y="1163"/>
                </a:lnTo>
                <a:lnTo>
                  <a:pt x="661193" y="0"/>
                </a:lnTo>
                <a:lnTo>
                  <a:pt x="728796" y="1163"/>
                </a:lnTo>
                <a:lnTo>
                  <a:pt x="794446" y="4579"/>
                </a:lnTo>
                <a:lnTo>
                  <a:pt x="857812" y="10134"/>
                </a:lnTo>
                <a:lnTo>
                  <a:pt x="918559" y="17714"/>
                </a:lnTo>
                <a:lnTo>
                  <a:pt x="976357" y="27207"/>
                </a:lnTo>
                <a:lnTo>
                  <a:pt x="1030873" y="38498"/>
                </a:lnTo>
                <a:lnTo>
                  <a:pt x="1081774" y="51476"/>
                </a:lnTo>
                <a:lnTo>
                  <a:pt x="1128728" y="66025"/>
                </a:lnTo>
                <a:lnTo>
                  <a:pt x="1171403" y="82033"/>
                </a:lnTo>
                <a:lnTo>
                  <a:pt x="1209466" y="99387"/>
                </a:lnTo>
                <a:lnTo>
                  <a:pt x="1270428" y="137679"/>
                </a:lnTo>
                <a:lnTo>
                  <a:pt x="1308955" y="179993"/>
                </a:lnTo>
                <a:lnTo>
                  <a:pt x="1322389" y="225424"/>
                </a:lnTo>
                <a:lnTo>
                  <a:pt x="1318975" y="248473"/>
                </a:lnTo>
                <a:lnTo>
                  <a:pt x="1292662" y="292459"/>
                </a:lnTo>
                <a:lnTo>
                  <a:pt x="1242585" y="332875"/>
                </a:lnTo>
                <a:lnTo>
                  <a:pt x="1171403" y="368816"/>
                </a:lnTo>
                <a:lnTo>
                  <a:pt x="1128728" y="384824"/>
                </a:lnTo>
                <a:lnTo>
                  <a:pt x="1081774" y="399373"/>
                </a:lnTo>
                <a:lnTo>
                  <a:pt x="1030873" y="412350"/>
                </a:lnTo>
                <a:lnTo>
                  <a:pt x="976357" y="423642"/>
                </a:lnTo>
                <a:lnTo>
                  <a:pt x="918559" y="433134"/>
                </a:lnTo>
                <a:lnTo>
                  <a:pt x="857812" y="440715"/>
                </a:lnTo>
                <a:lnTo>
                  <a:pt x="794446" y="446269"/>
                </a:lnTo>
                <a:lnTo>
                  <a:pt x="728796" y="449685"/>
                </a:lnTo>
                <a:lnTo>
                  <a:pt x="661193" y="450849"/>
                </a:lnTo>
                <a:lnTo>
                  <a:pt x="593590" y="449685"/>
                </a:lnTo>
                <a:lnTo>
                  <a:pt x="527940" y="446269"/>
                </a:lnTo>
                <a:lnTo>
                  <a:pt x="464575" y="440715"/>
                </a:lnTo>
                <a:lnTo>
                  <a:pt x="403827" y="433134"/>
                </a:lnTo>
                <a:lnTo>
                  <a:pt x="346029" y="423642"/>
                </a:lnTo>
                <a:lnTo>
                  <a:pt x="291514" y="412350"/>
                </a:lnTo>
                <a:lnTo>
                  <a:pt x="240613" y="399373"/>
                </a:lnTo>
                <a:lnTo>
                  <a:pt x="193659" y="384824"/>
                </a:lnTo>
                <a:lnTo>
                  <a:pt x="150984" y="368816"/>
                </a:lnTo>
                <a:lnTo>
                  <a:pt x="112921" y="351462"/>
                </a:lnTo>
                <a:lnTo>
                  <a:pt x="51959" y="313170"/>
                </a:lnTo>
                <a:lnTo>
                  <a:pt x="13433" y="270855"/>
                </a:lnTo>
                <a:lnTo>
                  <a:pt x="0" y="225424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8594699" y="4159135"/>
            <a:ext cx="1322705" cy="454025"/>
          </a:xfrm>
          <a:custGeom>
            <a:avLst/>
            <a:gdLst/>
            <a:ahLst/>
            <a:cxnLst/>
            <a:rect l="l" t="t" r="r" b="b"/>
            <a:pathLst>
              <a:path w="1322704" h="454025">
                <a:moveTo>
                  <a:pt x="661187" y="0"/>
                </a:moveTo>
                <a:lnTo>
                  <a:pt x="593584" y="1172"/>
                </a:lnTo>
                <a:lnTo>
                  <a:pt x="527935" y="4612"/>
                </a:lnTo>
                <a:lnTo>
                  <a:pt x="464570" y="10206"/>
                </a:lnTo>
                <a:lnTo>
                  <a:pt x="403823" y="17839"/>
                </a:lnTo>
                <a:lnTo>
                  <a:pt x="346026" y="27399"/>
                </a:lnTo>
                <a:lnTo>
                  <a:pt x="291511" y="38770"/>
                </a:lnTo>
                <a:lnTo>
                  <a:pt x="240611" y="51838"/>
                </a:lnTo>
                <a:lnTo>
                  <a:pt x="193657" y="66490"/>
                </a:lnTo>
                <a:lnTo>
                  <a:pt x="150983" y="82611"/>
                </a:lnTo>
                <a:lnTo>
                  <a:pt x="112920" y="100088"/>
                </a:lnTo>
                <a:lnTo>
                  <a:pt x="51959" y="138649"/>
                </a:lnTo>
                <a:lnTo>
                  <a:pt x="13433" y="181261"/>
                </a:lnTo>
                <a:lnTo>
                  <a:pt x="0" y="227012"/>
                </a:lnTo>
                <a:lnTo>
                  <a:pt x="3413" y="250223"/>
                </a:lnTo>
                <a:lnTo>
                  <a:pt x="29725" y="294518"/>
                </a:lnTo>
                <a:lnTo>
                  <a:pt x="79801" y="335219"/>
                </a:lnTo>
                <a:lnTo>
                  <a:pt x="150983" y="371413"/>
                </a:lnTo>
                <a:lnTo>
                  <a:pt x="193657" y="387534"/>
                </a:lnTo>
                <a:lnTo>
                  <a:pt x="240611" y="402186"/>
                </a:lnTo>
                <a:lnTo>
                  <a:pt x="291511" y="415254"/>
                </a:lnTo>
                <a:lnTo>
                  <a:pt x="346026" y="426625"/>
                </a:lnTo>
                <a:lnTo>
                  <a:pt x="403823" y="436185"/>
                </a:lnTo>
                <a:lnTo>
                  <a:pt x="464570" y="443818"/>
                </a:lnTo>
                <a:lnTo>
                  <a:pt x="527935" y="449412"/>
                </a:lnTo>
                <a:lnTo>
                  <a:pt x="593584" y="452852"/>
                </a:lnTo>
                <a:lnTo>
                  <a:pt x="661187" y="454025"/>
                </a:lnTo>
                <a:lnTo>
                  <a:pt x="728790" y="452852"/>
                </a:lnTo>
                <a:lnTo>
                  <a:pt x="794440" y="449412"/>
                </a:lnTo>
                <a:lnTo>
                  <a:pt x="857805" y="443818"/>
                </a:lnTo>
                <a:lnTo>
                  <a:pt x="918553" y="436185"/>
                </a:lnTo>
                <a:lnTo>
                  <a:pt x="976351" y="426625"/>
                </a:lnTo>
                <a:lnTo>
                  <a:pt x="1030867" y="415254"/>
                </a:lnTo>
                <a:lnTo>
                  <a:pt x="1081768" y="402186"/>
                </a:lnTo>
                <a:lnTo>
                  <a:pt x="1128723" y="387534"/>
                </a:lnTo>
                <a:lnTo>
                  <a:pt x="1171399" y="371413"/>
                </a:lnTo>
                <a:lnTo>
                  <a:pt x="1209462" y="353936"/>
                </a:lnTo>
                <a:lnTo>
                  <a:pt x="1270426" y="315375"/>
                </a:lnTo>
                <a:lnTo>
                  <a:pt x="1308953" y="272763"/>
                </a:lnTo>
                <a:lnTo>
                  <a:pt x="1322387" y="227012"/>
                </a:lnTo>
                <a:lnTo>
                  <a:pt x="1318973" y="203801"/>
                </a:lnTo>
                <a:lnTo>
                  <a:pt x="1292660" y="159506"/>
                </a:lnTo>
                <a:lnTo>
                  <a:pt x="1242582" y="118805"/>
                </a:lnTo>
                <a:lnTo>
                  <a:pt x="1171399" y="82611"/>
                </a:lnTo>
                <a:lnTo>
                  <a:pt x="1128723" y="66490"/>
                </a:lnTo>
                <a:lnTo>
                  <a:pt x="1081768" y="51838"/>
                </a:lnTo>
                <a:lnTo>
                  <a:pt x="1030867" y="38770"/>
                </a:lnTo>
                <a:lnTo>
                  <a:pt x="976351" y="27399"/>
                </a:lnTo>
                <a:lnTo>
                  <a:pt x="918553" y="17839"/>
                </a:lnTo>
                <a:lnTo>
                  <a:pt x="857805" y="10206"/>
                </a:lnTo>
                <a:lnTo>
                  <a:pt x="794440" y="4612"/>
                </a:lnTo>
                <a:lnTo>
                  <a:pt x="728790" y="1172"/>
                </a:lnTo>
                <a:lnTo>
                  <a:pt x="661187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8594699" y="4159135"/>
            <a:ext cx="1322705" cy="454025"/>
          </a:xfrm>
          <a:custGeom>
            <a:avLst/>
            <a:gdLst/>
            <a:ahLst/>
            <a:cxnLst/>
            <a:rect l="l" t="t" r="r" b="b"/>
            <a:pathLst>
              <a:path w="1322704" h="454025">
                <a:moveTo>
                  <a:pt x="0" y="227012"/>
                </a:moveTo>
                <a:lnTo>
                  <a:pt x="13433" y="181261"/>
                </a:lnTo>
                <a:lnTo>
                  <a:pt x="51959" y="138649"/>
                </a:lnTo>
                <a:lnTo>
                  <a:pt x="112921" y="100087"/>
                </a:lnTo>
                <a:lnTo>
                  <a:pt x="150984" y="82611"/>
                </a:lnTo>
                <a:lnTo>
                  <a:pt x="193659" y="66490"/>
                </a:lnTo>
                <a:lnTo>
                  <a:pt x="240613" y="51838"/>
                </a:lnTo>
                <a:lnTo>
                  <a:pt x="291514" y="38770"/>
                </a:lnTo>
                <a:lnTo>
                  <a:pt x="346029" y="27399"/>
                </a:lnTo>
                <a:lnTo>
                  <a:pt x="403827" y="17839"/>
                </a:lnTo>
                <a:lnTo>
                  <a:pt x="464575" y="10206"/>
                </a:lnTo>
                <a:lnTo>
                  <a:pt x="527940" y="4612"/>
                </a:lnTo>
                <a:lnTo>
                  <a:pt x="593590" y="1172"/>
                </a:lnTo>
                <a:lnTo>
                  <a:pt x="661193" y="0"/>
                </a:lnTo>
                <a:lnTo>
                  <a:pt x="728796" y="1172"/>
                </a:lnTo>
                <a:lnTo>
                  <a:pt x="794446" y="4612"/>
                </a:lnTo>
                <a:lnTo>
                  <a:pt x="857812" y="10206"/>
                </a:lnTo>
                <a:lnTo>
                  <a:pt x="918559" y="17839"/>
                </a:lnTo>
                <a:lnTo>
                  <a:pt x="976357" y="27399"/>
                </a:lnTo>
                <a:lnTo>
                  <a:pt x="1030873" y="38770"/>
                </a:lnTo>
                <a:lnTo>
                  <a:pt x="1081774" y="51838"/>
                </a:lnTo>
                <a:lnTo>
                  <a:pt x="1128728" y="66490"/>
                </a:lnTo>
                <a:lnTo>
                  <a:pt x="1171403" y="82611"/>
                </a:lnTo>
                <a:lnTo>
                  <a:pt x="1209466" y="100087"/>
                </a:lnTo>
                <a:lnTo>
                  <a:pt x="1270428" y="138649"/>
                </a:lnTo>
                <a:lnTo>
                  <a:pt x="1308955" y="181261"/>
                </a:lnTo>
                <a:lnTo>
                  <a:pt x="1322389" y="227012"/>
                </a:lnTo>
                <a:lnTo>
                  <a:pt x="1318975" y="250223"/>
                </a:lnTo>
                <a:lnTo>
                  <a:pt x="1292662" y="294519"/>
                </a:lnTo>
                <a:lnTo>
                  <a:pt x="1242585" y="335220"/>
                </a:lnTo>
                <a:lnTo>
                  <a:pt x="1171403" y="371414"/>
                </a:lnTo>
                <a:lnTo>
                  <a:pt x="1128728" y="387535"/>
                </a:lnTo>
                <a:lnTo>
                  <a:pt x="1081774" y="402186"/>
                </a:lnTo>
                <a:lnTo>
                  <a:pt x="1030873" y="415255"/>
                </a:lnTo>
                <a:lnTo>
                  <a:pt x="976357" y="426626"/>
                </a:lnTo>
                <a:lnTo>
                  <a:pt x="918559" y="436185"/>
                </a:lnTo>
                <a:lnTo>
                  <a:pt x="857812" y="443819"/>
                </a:lnTo>
                <a:lnTo>
                  <a:pt x="794446" y="449413"/>
                </a:lnTo>
                <a:lnTo>
                  <a:pt x="728796" y="452853"/>
                </a:lnTo>
                <a:lnTo>
                  <a:pt x="661193" y="454025"/>
                </a:lnTo>
                <a:lnTo>
                  <a:pt x="593590" y="452853"/>
                </a:lnTo>
                <a:lnTo>
                  <a:pt x="527940" y="449413"/>
                </a:lnTo>
                <a:lnTo>
                  <a:pt x="464575" y="443819"/>
                </a:lnTo>
                <a:lnTo>
                  <a:pt x="403827" y="436185"/>
                </a:lnTo>
                <a:lnTo>
                  <a:pt x="346029" y="426626"/>
                </a:lnTo>
                <a:lnTo>
                  <a:pt x="291514" y="415255"/>
                </a:lnTo>
                <a:lnTo>
                  <a:pt x="240613" y="402186"/>
                </a:lnTo>
                <a:lnTo>
                  <a:pt x="193659" y="387535"/>
                </a:lnTo>
                <a:lnTo>
                  <a:pt x="150984" y="371414"/>
                </a:lnTo>
                <a:lnTo>
                  <a:pt x="112921" y="353937"/>
                </a:lnTo>
                <a:lnTo>
                  <a:pt x="51959" y="315376"/>
                </a:lnTo>
                <a:lnTo>
                  <a:pt x="13433" y="272763"/>
                </a:lnTo>
                <a:lnTo>
                  <a:pt x="0" y="227012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 txBox="1"/>
          <p:nvPr/>
        </p:nvSpPr>
        <p:spPr>
          <a:xfrm>
            <a:off x="8879788" y="4190568"/>
            <a:ext cx="753745" cy="999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Rang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905"/>
              </a:spcBef>
            </a:pP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um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1549374" y="4552835"/>
            <a:ext cx="900430" cy="252729"/>
          </a:xfrm>
          <a:custGeom>
            <a:avLst/>
            <a:gdLst/>
            <a:ahLst/>
            <a:cxnLst/>
            <a:rect l="l" t="t" r="r" b="b"/>
            <a:pathLst>
              <a:path w="900430" h="252729">
                <a:moveTo>
                  <a:pt x="0" y="0"/>
                </a:moveTo>
                <a:lnTo>
                  <a:pt x="900111" y="252412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8096224" y="4546485"/>
            <a:ext cx="692150" cy="182880"/>
          </a:xfrm>
          <a:custGeom>
            <a:avLst/>
            <a:gdLst/>
            <a:ahLst/>
            <a:cxnLst/>
            <a:rect l="l" t="t" r="r" b="b"/>
            <a:pathLst>
              <a:path w="692150" h="182879">
                <a:moveTo>
                  <a:pt x="0" y="182562"/>
                </a:moveTo>
                <a:lnTo>
                  <a:pt x="692149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8096224" y="4729048"/>
            <a:ext cx="498475" cy="265430"/>
          </a:xfrm>
          <a:custGeom>
            <a:avLst/>
            <a:gdLst/>
            <a:ahLst/>
            <a:cxnLst/>
            <a:rect l="l" t="t" r="r" b="b"/>
            <a:pathLst>
              <a:path w="498475" h="265429">
                <a:moveTo>
                  <a:pt x="0" y="0"/>
                </a:moveTo>
                <a:lnTo>
                  <a:pt x="498474" y="265111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6183287" y="4729048"/>
            <a:ext cx="381000" cy="5080"/>
          </a:xfrm>
          <a:custGeom>
            <a:avLst/>
            <a:gdLst/>
            <a:ahLst/>
            <a:cxnLst/>
            <a:rect l="l" t="t" r="r" b="b"/>
            <a:pathLst>
              <a:path w="381000" h="5079">
                <a:moveTo>
                  <a:pt x="0" y="4761"/>
                </a:moveTo>
                <a:lnTo>
                  <a:pt x="380999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3981424" y="4733810"/>
            <a:ext cx="525780" cy="71755"/>
          </a:xfrm>
          <a:custGeom>
            <a:avLst/>
            <a:gdLst/>
            <a:ahLst/>
            <a:cxnLst/>
            <a:rect l="l" t="t" r="r" b="b"/>
            <a:pathLst>
              <a:path w="525779" h="71754">
                <a:moveTo>
                  <a:pt x="0" y="71438"/>
                </a:moveTo>
                <a:lnTo>
                  <a:pt x="525461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4964086" y="5454535"/>
            <a:ext cx="914400" cy="440055"/>
          </a:xfrm>
          <a:custGeom>
            <a:avLst/>
            <a:gdLst/>
            <a:ahLst/>
            <a:cxnLst/>
            <a:rect l="l" t="t" r="r" b="b"/>
            <a:pathLst>
              <a:path w="914400" h="440054">
                <a:moveTo>
                  <a:pt x="685787" y="0"/>
                </a:moveTo>
                <a:lnTo>
                  <a:pt x="228600" y="0"/>
                </a:lnTo>
                <a:lnTo>
                  <a:pt x="0" y="219862"/>
                </a:lnTo>
                <a:lnTo>
                  <a:pt x="228600" y="439737"/>
                </a:lnTo>
                <a:lnTo>
                  <a:pt x="685787" y="439737"/>
                </a:lnTo>
                <a:lnTo>
                  <a:pt x="914400" y="219862"/>
                </a:lnTo>
                <a:lnTo>
                  <a:pt x="685787" y="0"/>
                </a:lnTo>
                <a:close/>
              </a:path>
            </a:pathLst>
          </a:custGeom>
          <a:solidFill>
            <a:srgbClr val="FF85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4964086" y="5454535"/>
            <a:ext cx="914400" cy="440055"/>
          </a:xfrm>
          <a:custGeom>
            <a:avLst/>
            <a:gdLst/>
            <a:ahLst/>
            <a:cxnLst/>
            <a:rect l="l" t="t" r="r" b="b"/>
            <a:pathLst>
              <a:path w="914400" h="440054">
                <a:moveTo>
                  <a:pt x="0" y="219868"/>
                </a:moveTo>
                <a:lnTo>
                  <a:pt x="228602" y="0"/>
                </a:lnTo>
                <a:lnTo>
                  <a:pt x="685797" y="0"/>
                </a:lnTo>
                <a:lnTo>
                  <a:pt x="914399" y="219868"/>
                </a:lnTo>
                <a:lnTo>
                  <a:pt x="685797" y="439737"/>
                </a:lnTo>
                <a:lnTo>
                  <a:pt x="228602" y="439737"/>
                </a:lnTo>
                <a:lnTo>
                  <a:pt x="0" y="219868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 txBox="1"/>
          <p:nvPr/>
        </p:nvSpPr>
        <p:spPr>
          <a:xfrm>
            <a:off x="5182527" y="5478818"/>
            <a:ext cx="482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Times New Roman"/>
                <a:cs typeface="Times New Roman"/>
              </a:rPr>
              <a:t>i</a:t>
            </a:r>
            <a:r>
              <a:rPr sz="2400" b="1" dirty="0">
                <a:latin typeface="Times New Roman"/>
                <a:cs typeface="Times New Roman"/>
              </a:rPr>
              <a:t>s-a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4659286" y="6445134"/>
            <a:ext cx="1532255" cy="377825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 marL="78740">
              <a:lnSpc>
                <a:spcPct val="100000"/>
              </a:lnSpc>
              <a:spcBef>
                <a:spcPts val="45"/>
              </a:spcBef>
            </a:pPr>
            <a:r>
              <a:rPr sz="2400" spc="-5" dirty="0">
                <a:latin typeface="Times New Roman"/>
                <a:cs typeface="Times New Roman"/>
              </a:rPr>
              <a:t>Angestellte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2601887" y="5911735"/>
            <a:ext cx="1551305" cy="469900"/>
          </a:xfrm>
          <a:custGeom>
            <a:avLst/>
            <a:gdLst/>
            <a:ahLst/>
            <a:cxnLst/>
            <a:rect l="l" t="t" r="r" b="b"/>
            <a:pathLst>
              <a:path w="1551304" h="469900">
                <a:moveTo>
                  <a:pt x="775487" y="0"/>
                </a:moveTo>
                <a:lnTo>
                  <a:pt x="704901" y="960"/>
                </a:lnTo>
                <a:lnTo>
                  <a:pt x="636091" y="3785"/>
                </a:lnTo>
                <a:lnTo>
                  <a:pt x="569330" y="8392"/>
                </a:lnTo>
                <a:lnTo>
                  <a:pt x="504892" y="14699"/>
                </a:lnTo>
                <a:lnTo>
                  <a:pt x="443051" y="22622"/>
                </a:lnTo>
                <a:lnTo>
                  <a:pt x="384081" y="32078"/>
                </a:lnTo>
                <a:lnTo>
                  <a:pt x="328256" y="42984"/>
                </a:lnTo>
                <a:lnTo>
                  <a:pt x="275848" y="55258"/>
                </a:lnTo>
                <a:lnTo>
                  <a:pt x="227133" y="68816"/>
                </a:lnTo>
                <a:lnTo>
                  <a:pt x="182383" y="83576"/>
                </a:lnTo>
                <a:lnTo>
                  <a:pt x="141872" y="99454"/>
                </a:lnTo>
                <a:lnTo>
                  <a:pt x="105875" y="116367"/>
                </a:lnTo>
                <a:lnTo>
                  <a:pt x="48515" y="152969"/>
                </a:lnTo>
                <a:lnTo>
                  <a:pt x="12493" y="192718"/>
                </a:lnTo>
                <a:lnTo>
                  <a:pt x="0" y="234950"/>
                </a:lnTo>
                <a:lnTo>
                  <a:pt x="3169" y="256334"/>
                </a:lnTo>
                <a:lnTo>
                  <a:pt x="27700" y="297407"/>
                </a:lnTo>
                <a:lnTo>
                  <a:pt x="74665" y="335665"/>
                </a:lnTo>
                <a:lnTo>
                  <a:pt x="141872" y="370445"/>
                </a:lnTo>
                <a:lnTo>
                  <a:pt x="182383" y="386323"/>
                </a:lnTo>
                <a:lnTo>
                  <a:pt x="227133" y="401082"/>
                </a:lnTo>
                <a:lnTo>
                  <a:pt x="275848" y="414640"/>
                </a:lnTo>
                <a:lnTo>
                  <a:pt x="328256" y="426914"/>
                </a:lnTo>
                <a:lnTo>
                  <a:pt x="384081" y="437820"/>
                </a:lnTo>
                <a:lnTo>
                  <a:pt x="443051" y="447276"/>
                </a:lnTo>
                <a:lnTo>
                  <a:pt x="504892" y="455199"/>
                </a:lnTo>
                <a:lnTo>
                  <a:pt x="569330" y="461505"/>
                </a:lnTo>
                <a:lnTo>
                  <a:pt x="636091" y="466113"/>
                </a:lnTo>
                <a:lnTo>
                  <a:pt x="704901" y="468938"/>
                </a:lnTo>
                <a:lnTo>
                  <a:pt x="775487" y="469898"/>
                </a:lnTo>
                <a:lnTo>
                  <a:pt x="846073" y="468938"/>
                </a:lnTo>
                <a:lnTo>
                  <a:pt x="914883" y="466113"/>
                </a:lnTo>
                <a:lnTo>
                  <a:pt x="981645" y="461505"/>
                </a:lnTo>
                <a:lnTo>
                  <a:pt x="1046083" y="455199"/>
                </a:lnTo>
                <a:lnTo>
                  <a:pt x="1107925" y="447276"/>
                </a:lnTo>
                <a:lnTo>
                  <a:pt x="1166896" y="437820"/>
                </a:lnTo>
                <a:lnTo>
                  <a:pt x="1222722" y="426914"/>
                </a:lnTo>
                <a:lnTo>
                  <a:pt x="1275131" y="414640"/>
                </a:lnTo>
                <a:lnTo>
                  <a:pt x="1323848" y="401082"/>
                </a:lnTo>
                <a:lnTo>
                  <a:pt x="1368598" y="386323"/>
                </a:lnTo>
                <a:lnTo>
                  <a:pt x="1409110" y="370445"/>
                </a:lnTo>
                <a:lnTo>
                  <a:pt x="1445108" y="353531"/>
                </a:lnTo>
                <a:lnTo>
                  <a:pt x="1502470" y="316930"/>
                </a:lnTo>
                <a:lnTo>
                  <a:pt x="1538493" y="277181"/>
                </a:lnTo>
                <a:lnTo>
                  <a:pt x="1550987" y="234950"/>
                </a:lnTo>
                <a:lnTo>
                  <a:pt x="1547818" y="213565"/>
                </a:lnTo>
                <a:lnTo>
                  <a:pt x="1523285" y="172492"/>
                </a:lnTo>
                <a:lnTo>
                  <a:pt x="1476319" y="134233"/>
                </a:lnTo>
                <a:lnTo>
                  <a:pt x="1409110" y="99454"/>
                </a:lnTo>
                <a:lnTo>
                  <a:pt x="1368598" y="83576"/>
                </a:lnTo>
                <a:lnTo>
                  <a:pt x="1323847" y="68816"/>
                </a:lnTo>
                <a:lnTo>
                  <a:pt x="1275131" y="55258"/>
                </a:lnTo>
                <a:lnTo>
                  <a:pt x="1222722" y="42984"/>
                </a:lnTo>
                <a:lnTo>
                  <a:pt x="1166896" y="32078"/>
                </a:lnTo>
                <a:lnTo>
                  <a:pt x="1107925" y="22622"/>
                </a:lnTo>
                <a:lnTo>
                  <a:pt x="1046083" y="14699"/>
                </a:lnTo>
                <a:lnTo>
                  <a:pt x="981645" y="8392"/>
                </a:lnTo>
                <a:lnTo>
                  <a:pt x="914883" y="3785"/>
                </a:lnTo>
                <a:lnTo>
                  <a:pt x="846073" y="960"/>
                </a:lnTo>
                <a:lnTo>
                  <a:pt x="775487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2601887" y="5911735"/>
            <a:ext cx="1551305" cy="469900"/>
          </a:xfrm>
          <a:custGeom>
            <a:avLst/>
            <a:gdLst/>
            <a:ahLst/>
            <a:cxnLst/>
            <a:rect l="l" t="t" r="r" b="b"/>
            <a:pathLst>
              <a:path w="1551304" h="469900">
                <a:moveTo>
                  <a:pt x="0" y="234949"/>
                </a:moveTo>
                <a:lnTo>
                  <a:pt x="12494" y="192717"/>
                </a:lnTo>
                <a:lnTo>
                  <a:pt x="48516" y="152968"/>
                </a:lnTo>
                <a:lnTo>
                  <a:pt x="105877" y="116366"/>
                </a:lnTo>
                <a:lnTo>
                  <a:pt x="141875" y="99452"/>
                </a:lnTo>
                <a:lnTo>
                  <a:pt x="182386" y="83574"/>
                </a:lnTo>
                <a:lnTo>
                  <a:pt x="227136" y="68815"/>
                </a:lnTo>
                <a:lnTo>
                  <a:pt x="275853" y="55257"/>
                </a:lnTo>
                <a:lnTo>
                  <a:pt x="328261" y="42983"/>
                </a:lnTo>
                <a:lnTo>
                  <a:pt x="384087" y="32077"/>
                </a:lnTo>
                <a:lnTo>
                  <a:pt x="443057" y="22621"/>
                </a:lnTo>
                <a:lnTo>
                  <a:pt x="504898" y="14699"/>
                </a:lnTo>
                <a:lnTo>
                  <a:pt x="569336" y="8392"/>
                </a:lnTo>
                <a:lnTo>
                  <a:pt x="636097" y="3785"/>
                </a:lnTo>
                <a:lnTo>
                  <a:pt x="704907" y="960"/>
                </a:lnTo>
                <a:lnTo>
                  <a:pt x="775493" y="0"/>
                </a:lnTo>
                <a:lnTo>
                  <a:pt x="846079" y="960"/>
                </a:lnTo>
                <a:lnTo>
                  <a:pt x="914890" y="3785"/>
                </a:lnTo>
                <a:lnTo>
                  <a:pt x="981651" y="8392"/>
                </a:lnTo>
                <a:lnTo>
                  <a:pt x="1046089" y="14699"/>
                </a:lnTo>
                <a:lnTo>
                  <a:pt x="1107930" y="22621"/>
                </a:lnTo>
                <a:lnTo>
                  <a:pt x="1166901" y="32077"/>
                </a:lnTo>
                <a:lnTo>
                  <a:pt x="1222727" y="42983"/>
                </a:lnTo>
                <a:lnTo>
                  <a:pt x="1275135" y="55257"/>
                </a:lnTo>
                <a:lnTo>
                  <a:pt x="1323851" y="68815"/>
                </a:lnTo>
                <a:lnTo>
                  <a:pt x="1368602" y="83574"/>
                </a:lnTo>
                <a:lnTo>
                  <a:pt x="1409113" y="99452"/>
                </a:lnTo>
                <a:lnTo>
                  <a:pt x="1445111" y="116366"/>
                </a:lnTo>
                <a:lnTo>
                  <a:pt x="1502472" y="152968"/>
                </a:lnTo>
                <a:lnTo>
                  <a:pt x="1538494" y="192717"/>
                </a:lnTo>
                <a:lnTo>
                  <a:pt x="1550988" y="234949"/>
                </a:lnTo>
                <a:lnTo>
                  <a:pt x="1547819" y="256334"/>
                </a:lnTo>
                <a:lnTo>
                  <a:pt x="1523287" y="297408"/>
                </a:lnTo>
                <a:lnTo>
                  <a:pt x="1476322" y="335667"/>
                </a:lnTo>
                <a:lnTo>
                  <a:pt x="1409113" y="370446"/>
                </a:lnTo>
                <a:lnTo>
                  <a:pt x="1368602" y="386324"/>
                </a:lnTo>
                <a:lnTo>
                  <a:pt x="1323851" y="401084"/>
                </a:lnTo>
                <a:lnTo>
                  <a:pt x="1275135" y="414642"/>
                </a:lnTo>
                <a:lnTo>
                  <a:pt x="1222727" y="426915"/>
                </a:lnTo>
                <a:lnTo>
                  <a:pt x="1166901" y="437821"/>
                </a:lnTo>
                <a:lnTo>
                  <a:pt x="1107930" y="447277"/>
                </a:lnTo>
                <a:lnTo>
                  <a:pt x="1046089" y="455200"/>
                </a:lnTo>
                <a:lnTo>
                  <a:pt x="981651" y="461506"/>
                </a:lnTo>
                <a:lnTo>
                  <a:pt x="914890" y="466114"/>
                </a:lnTo>
                <a:lnTo>
                  <a:pt x="846079" y="468939"/>
                </a:lnTo>
                <a:lnTo>
                  <a:pt x="775493" y="469899"/>
                </a:lnTo>
                <a:lnTo>
                  <a:pt x="704907" y="468939"/>
                </a:lnTo>
                <a:lnTo>
                  <a:pt x="636097" y="466114"/>
                </a:lnTo>
                <a:lnTo>
                  <a:pt x="569336" y="461506"/>
                </a:lnTo>
                <a:lnTo>
                  <a:pt x="504898" y="455200"/>
                </a:lnTo>
                <a:lnTo>
                  <a:pt x="443057" y="447277"/>
                </a:lnTo>
                <a:lnTo>
                  <a:pt x="384087" y="437821"/>
                </a:lnTo>
                <a:lnTo>
                  <a:pt x="328261" y="426915"/>
                </a:lnTo>
                <a:lnTo>
                  <a:pt x="275853" y="414642"/>
                </a:lnTo>
                <a:lnTo>
                  <a:pt x="227136" y="401084"/>
                </a:lnTo>
                <a:lnTo>
                  <a:pt x="182386" y="386324"/>
                </a:lnTo>
                <a:lnTo>
                  <a:pt x="141875" y="370446"/>
                </a:lnTo>
                <a:lnTo>
                  <a:pt x="105877" y="353533"/>
                </a:lnTo>
                <a:lnTo>
                  <a:pt x="48516" y="316931"/>
                </a:lnTo>
                <a:lnTo>
                  <a:pt x="12494" y="277182"/>
                </a:lnTo>
                <a:lnTo>
                  <a:pt x="0" y="23494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 txBox="1"/>
          <p:nvPr/>
        </p:nvSpPr>
        <p:spPr>
          <a:xfrm>
            <a:off x="2933153" y="5951105"/>
            <a:ext cx="872490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rsNr</a:t>
            </a:r>
            <a:endParaRPr sz="2400">
              <a:latin typeface="Times New Roman"/>
              <a:cs typeface="Times New Roman"/>
            </a:endParaRPr>
          </a:p>
          <a:p>
            <a:pPr marL="33020" algn="ctr">
              <a:lnSpc>
                <a:spcPct val="100000"/>
              </a:lnSpc>
              <a:spcBef>
                <a:spcPts val="1920"/>
              </a:spcBef>
            </a:pPr>
            <a:r>
              <a:rPr sz="2400" spc="-5" dirty="0">
                <a:latin typeface="Times New Roman"/>
                <a:cs typeface="Times New Roman"/>
              </a:rPr>
              <a:t>Name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3216249" y="4994160"/>
            <a:ext cx="1694814" cy="660400"/>
          </a:xfrm>
          <a:custGeom>
            <a:avLst/>
            <a:gdLst/>
            <a:ahLst/>
            <a:cxnLst/>
            <a:rect l="l" t="t" r="r" b="b"/>
            <a:pathLst>
              <a:path w="1694814" h="660400">
                <a:moveTo>
                  <a:pt x="0" y="0"/>
                </a:moveTo>
                <a:lnTo>
                  <a:pt x="1694588" y="660288"/>
                </a:lnTo>
              </a:path>
            </a:pathLst>
          </a:custGeom>
          <a:ln w="57149">
            <a:solidFill>
              <a:srgbClr val="FF4C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4773205" y="5533072"/>
            <a:ext cx="191135" cy="160020"/>
          </a:xfrm>
          <a:custGeom>
            <a:avLst/>
            <a:gdLst/>
            <a:ahLst/>
            <a:cxnLst/>
            <a:rect l="l" t="t" r="r" b="b"/>
            <a:pathLst>
              <a:path w="191135" h="160020">
                <a:moveTo>
                  <a:pt x="62242" y="0"/>
                </a:moveTo>
                <a:lnTo>
                  <a:pt x="0" y="159753"/>
                </a:lnTo>
                <a:lnTo>
                  <a:pt x="190880" y="142125"/>
                </a:lnTo>
                <a:lnTo>
                  <a:pt x="62242" y="0"/>
                </a:lnTo>
                <a:close/>
              </a:path>
            </a:pathLst>
          </a:custGeom>
          <a:solidFill>
            <a:srgbClr val="FF4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5929160" y="4917960"/>
            <a:ext cx="1402080" cy="730885"/>
          </a:xfrm>
          <a:custGeom>
            <a:avLst/>
            <a:gdLst/>
            <a:ahLst/>
            <a:cxnLst/>
            <a:rect l="l" t="t" r="r" b="b"/>
            <a:pathLst>
              <a:path w="1402079" h="730885">
                <a:moveTo>
                  <a:pt x="1401888" y="0"/>
                </a:moveTo>
                <a:lnTo>
                  <a:pt x="0" y="730819"/>
                </a:lnTo>
              </a:path>
            </a:pathLst>
          </a:custGeom>
          <a:ln w="57149">
            <a:solidFill>
              <a:srgbClr val="FF4C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5878486" y="5519928"/>
            <a:ext cx="191770" cy="155575"/>
          </a:xfrm>
          <a:custGeom>
            <a:avLst/>
            <a:gdLst/>
            <a:ahLst/>
            <a:cxnLst/>
            <a:rect l="l" t="t" r="r" b="b"/>
            <a:pathLst>
              <a:path w="191770" h="155575">
                <a:moveTo>
                  <a:pt x="112395" y="0"/>
                </a:moveTo>
                <a:lnTo>
                  <a:pt x="0" y="155270"/>
                </a:lnTo>
                <a:lnTo>
                  <a:pt x="191655" y="152031"/>
                </a:lnTo>
                <a:lnTo>
                  <a:pt x="112395" y="0"/>
                </a:lnTo>
                <a:close/>
              </a:path>
            </a:pathLst>
          </a:custGeom>
          <a:solidFill>
            <a:srgbClr val="FF4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5421286" y="5894273"/>
            <a:ext cx="4445" cy="494030"/>
          </a:xfrm>
          <a:custGeom>
            <a:avLst/>
            <a:gdLst/>
            <a:ahLst/>
            <a:cxnLst/>
            <a:rect l="l" t="t" r="r" b="b"/>
            <a:pathLst>
              <a:path w="4445" h="494029">
                <a:moveTo>
                  <a:pt x="2134" y="-28574"/>
                </a:moveTo>
                <a:lnTo>
                  <a:pt x="2134" y="522289"/>
                </a:lnTo>
              </a:path>
            </a:pathLst>
          </a:custGeom>
          <a:ln w="61418">
            <a:solidFill>
              <a:srgbClr val="FF4C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5338838" y="6272949"/>
            <a:ext cx="171450" cy="172720"/>
          </a:xfrm>
          <a:custGeom>
            <a:avLst/>
            <a:gdLst/>
            <a:ahLst/>
            <a:cxnLst/>
            <a:rect l="l" t="t" r="r" b="b"/>
            <a:pathLst>
              <a:path w="171450" h="172720">
                <a:moveTo>
                  <a:pt x="171450" y="0"/>
                </a:moveTo>
                <a:lnTo>
                  <a:pt x="0" y="1485"/>
                </a:lnTo>
                <a:lnTo>
                  <a:pt x="87210" y="172186"/>
                </a:lnTo>
                <a:lnTo>
                  <a:pt x="171450" y="0"/>
                </a:lnTo>
                <a:close/>
              </a:path>
            </a:pathLst>
          </a:custGeom>
          <a:solidFill>
            <a:srgbClr val="FF4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4152874" y="6146685"/>
            <a:ext cx="506730" cy="487680"/>
          </a:xfrm>
          <a:custGeom>
            <a:avLst/>
            <a:gdLst/>
            <a:ahLst/>
            <a:cxnLst/>
            <a:rect l="l" t="t" r="r" b="b"/>
            <a:pathLst>
              <a:path w="506729" h="487679">
                <a:moveTo>
                  <a:pt x="0" y="0"/>
                </a:moveTo>
                <a:lnTo>
                  <a:pt x="506411" y="487362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4152874" y="6634047"/>
            <a:ext cx="506730" cy="122555"/>
          </a:xfrm>
          <a:custGeom>
            <a:avLst/>
            <a:gdLst/>
            <a:ahLst/>
            <a:cxnLst/>
            <a:rect l="l" t="t" r="r" b="b"/>
            <a:pathLst>
              <a:path w="506729" h="122554">
                <a:moveTo>
                  <a:pt x="0" y="122236"/>
                </a:moveTo>
                <a:lnTo>
                  <a:pt x="506411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 txBox="1"/>
          <p:nvPr/>
        </p:nvSpPr>
        <p:spPr>
          <a:xfrm>
            <a:off x="4699127" y="1749793"/>
            <a:ext cx="1334135" cy="624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355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hören</a:t>
            </a:r>
            <a:endParaRPr sz="2400">
              <a:latin typeface="Times New Roman"/>
              <a:cs typeface="Times New Roman"/>
            </a:endParaRPr>
          </a:p>
          <a:p>
            <a:pPr marL="737235">
              <a:lnSpc>
                <a:spcPts val="2355"/>
              </a:lnSpc>
            </a:pPr>
            <a:r>
              <a:rPr sz="2400" dirty="0">
                <a:latin typeface="Times New Roman"/>
                <a:cs typeface="Times New Roman"/>
              </a:rPr>
              <a:t>(3,*)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6" name="object 9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dirty="0"/>
              <a:t>8</a:t>
            </a:fld>
            <a:endParaRPr dirty="0"/>
          </a:p>
        </p:txBody>
      </p:sp>
      <p:sp>
        <p:nvSpPr>
          <p:cNvPr id="87" name="object 87"/>
          <p:cNvSpPr txBox="1"/>
          <p:nvPr/>
        </p:nvSpPr>
        <p:spPr>
          <a:xfrm>
            <a:off x="5157626" y="915555"/>
            <a:ext cx="1285875" cy="775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356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(0,*)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600" spc="-75" baseline="1157" dirty="0">
                <a:latin typeface="Times New Roman"/>
                <a:cs typeface="Times New Roman"/>
              </a:rPr>
              <a:t>Vorgä</a:t>
            </a:r>
            <a:r>
              <a:rPr sz="2400" spc="-50" dirty="0">
                <a:latin typeface="Times New Roman"/>
                <a:cs typeface="Times New Roman"/>
              </a:rPr>
              <a:t>nger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7176427" y="839355"/>
            <a:ext cx="609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(0,*)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3899827" y="1890915"/>
            <a:ext cx="609600" cy="939800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20"/>
              </a:spcBef>
            </a:pPr>
            <a:r>
              <a:rPr sz="2400" dirty="0">
                <a:latin typeface="Times New Roman"/>
                <a:cs typeface="Times New Roman"/>
              </a:rPr>
              <a:t>(0,*)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400" dirty="0">
                <a:latin typeface="Times New Roman"/>
                <a:cs typeface="Times New Roman"/>
              </a:rPr>
              <a:t>(0,*)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5957227" y="2515755"/>
            <a:ext cx="609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(0,*)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7176427" y="2363355"/>
            <a:ext cx="609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(1,1)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3976027" y="4344555"/>
            <a:ext cx="609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(1,1)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7099033" y="3045180"/>
            <a:ext cx="915669" cy="1005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lesen</a:t>
            </a:r>
            <a:endParaRPr sz="2400">
              <a:latin typeface="Times New Roman"/>
              <a:cs typeface="Times New Roman"/>
            </a:endParaRPr>
          </a:p>
          <a:p>
            <a:pPr marL="318135">
              <a:lnSpc>
                <a:spcPct val="100000"/>
              </a:lnSpc>
              <a:spcBef>
                <a:spcPts val="1950"/>
              </a:spcBef>
            </a:pPr>
            <a:r>
              <a:rPr sz="2400" dirty="0">
                <a:latin typeface="Times New Roman"/>
                <a:cs typeface="Times New Roman"/>
              </a:rPr>
              <a:t>(0,*)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5804827" y="3506355"/>
            <a:ext cx="609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(0,*)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4623727" y="4268355"/>
            <a:ext cx="1943100" cy="660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ts val="25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(0,*)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500"/>
              </a:lnSpc>
            </a:pPr>
            <a:r>
              <a:rPr sz="2400" spc="-5" dirty="0">
                <a:latin typeface="Times New Roman"/>
                <a:cs typeface="Times New Roman"/>
              </a:rPr>
              <a:t>arbeitenFür</a:t>
            </a:r>
            <a:endParaRPr sz="24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24372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384300" y="4030230"/>
            <a:ext cx="8350250" cy="2998257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>
              <a:lnSpc>
                <a:spcPts val="2800"/>
              </a:lnSpc>
              <a:spcBef>
                <a:spcPts val="260"/>
              </a:spcBef>
              <a:buClr>
                <a:schemeClr val="accent1"/>
              </a:buClr>
              <a:buSzPct val="170000"/>
              <a:buChar char="•"/>
              <a:tabLst>
                <a:tab pos="152400" algn="l"/>
              </a:tabLst>
            </a:pPr>
            <a:r>
              <a:rPr lang="de-DE" sz="2400" dirty="0">
                <a:latin typeface="Tahoma"/>
                <a:cs typeface="Tahoma"/>
              </a:rPr>
              <a:t> </a:t>
            </a:r>
            <a:r>
              <a:rPr sz="2400" dirty="0" err="1">
                <a:latin typeface="Tahoma"/>
                <a:cs typeface="Tahoma"/>
              </a:rPr>
              <a:t>Beziehung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zwischen "starken" und </a:t>
            </a:r>
            <a:r>
              <a:rPr sz="2400" spc="-10" dirty="0">
                <a:latin typeface="Tahoma"/>
                <a:cs typeface="Tahoma"/>
              </a:rPr>
              <a:t>schwachem </a:t>
            </a:r>
            <a:r>
              <a:rPr sz="2400" spc="-80" dirty="0">
                <a:latin typeface="Tahoma"/>
                <a:cs typeface="Tahoma"/>
              </a:rPr>
              <a:t>Typ </a:t>
            </a:r>
            <a:r>
              <a:rPr sz="2400" dirty="0">
                <a:latin typeface="Tahoma"/>
                <a:cs typeface="Tahoma"/>
              </a:rPr>
              <a:t>ist </a:t>
            </a:r>
            <a:r>
              <a:rPr sz="2400" spc="-5" dirty="0">
                <a:latin typeface="Tahoma"/>
                <a:cs typeface="Tahoma"/>
              </a:rPr>
              <a:t>immer  </a:t>
            </a:r>
            <a:r>
              <a:rPr sz="2400" spc="-15" dirty="0">
                <a:latin typeface="Tahoma"/>
                <a:cs typeface="Tahoma"/>
              </a:rPr>
              <a:t>1:</a:t>
            </a:r>
            <a:r>
              <a:rPr sz="2450" i="1" spc="-15" dirty="0">
                <a:latin typeface="Tahoma"/>
                <a:cs typeface="Tahoma"/>
              </a:rPr>
              <a:t>N </a:t>
            </a:r>
            <a:r>
              <a:rPr sz="2400" spc="-5" dirty="0">
                <a:latin typeface="Tahoma"/>
                <a:cs typeface="Tahoma"/>
              </a:rPr>
              <a:t>(oder 1:1 in </a:t>
            </a:r>
            <a:r>
              <a:rPr sz="2400" dirty="0">
                <a:latin typeface="Tahoma"/>
                <a:cs typeface="Tahoma"/>
              </a:rPr>
              <a:t>seltenen</a:t>
            </a:r>
            <a:r>
              <a:rPr sz="2400" spc="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Fällen)</a:t>
            </a:r>
          </a:p>
          <a:p>
            <a:pPr>
              <a:lnSpc>
                <a:spcPct val="100000"/>
              </a:lnSpc>
              <a:spcBef>
                <a:spcPts val="30"/>
              </a:spcBef>
              <a:buClr>
                <a:schemeClr val="accent1"/>
              </a:buClr>
              <a:buSzPct val="170000"/>
              <a:buFont typeface="Tahoma"/>
              <a:buChar char="•"/>
            </a:pP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buClr>
                <a:schemeClr val="accent1"/>
              </a:buClr>
              <a:buSzPct val="170000"/>
              <a:buChar char="•"/>
              <a:tabLst>
                <a:tab pos="152400" algn="l"/>
              </a:tabLst>
            </a:pPr>
            <a:r>
              <a:rPr lang="de-DE" sz="2400" spc="-20" dirty="0">
                <a:latin typeface="Tahoma"/>
                <a:cs typeface="Tahoma"/>
              </a:rPr>
              <a:t> </a:t>
            </a:r>
            <a:r>
              <a:rPr sz="2400" spc="-20" dirty="0" err="1">
                <a:latin typeface="Tahoma"/>
                <a:cs typeface="Tahoma"/>
              </a:rPr>
              <a:t>Warum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kann das keine </a:t>
            </a:r>
            <a:r>
              <a:rPr sz="2450" i="1" spc="-15" dirty="0">
                <a:latin typeface="Tahoma"/>
                <a:cs typeface="Tahoma"/>
              </a:rPr>
              <a:t>N:M-</a:t>
            </a:r>
            <a:r>
              <a:rPr sz="2400" spc="-15" dirty="0">
                <a:latin typeface="Tahoma"/>
                <a:cs typeface="Tahoma"/>
              </a:rPr>
              <a:t>Beziehung</a:t>
            </a:r>
            <a:r>
              <a:rPr sz="2400" spc="2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sein?</a:t>
            </a:r>
            <a:endParaRPr sz="24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chemeClr val="accent1"/>
              </a:buClr>
              <a:buSzPct val="170000"/>
              <a:buFont typeface="Tahoma"/>
              <a:buChar char="•"/>
            </a:pPr>
            <a:endParaRPr sz="25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buClr>
                <a:schemeClr val="accent1"/>
              </a:buClr>
              <a:buSzPct val="170000"/>
              <a:buChar char="•"/>
              <a:tabLst>
                <a:tab pos="152400" algn="l"/>
              </a:tabLst>
            </a:pPr>
            <a:r>
              <a:rPr lang="de-DE" sz="2400" spc="-5" dirty="0">
                <a:latin typeface="Tahoma"/>
                <a:cs typeface="Tahoma"/>
              </a:rPr>
              <a:t> </a:t>
            </a:r>
            <a:r>
              <a:rPr sz="2400" spc="-5" dirty="0" err="1">
                <a:latin typeface="Tahoma"/>
                <a:cs typeface="Tahoma"/>
              </a:rPr>
              <a:t>RaumNr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ist </a:t>
            </a:r>
            <a:r>
              <a:rPr sz="2400" spc="-5" dirty="0">
                <a:latin typeface="Tahoma"/>
                <a:cs typeface="Tahoma"/>
              </a:rPr>
              <a:t>nur innerhalb </a:t>
            </a:r>
            <a:r>
              <a:rPr sz="2400" dirty="0">
                <a:latin typeface="Tahoma"/>
                <a:cs typeface="Tahoma"/>
              </a:rPr>
              <a:t>eines </a:t>
            </a:r>
            <a:r>
              <a:rPr sz="2400" spc="-5" dirty="0">
                <a:latin typeface="Tahoma"/>
                <a:cs typeface="Tahoma"/>
              </a:rPr>
              <a:t>Gebäudes</a:t>
            </a:r>
            <a:r>
              <a:rPr sz="2400" spc="2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eindeutig</a:t>
            </a:r>
            <a:endParaRPr sz="24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buClr>
                <a:schemeClr val="accent1"/>
              </a:buClr>
              <a:buSzPct val="170000"/>
              <a:buFont typeface="Tahoma"/>
              <a:buChar char="•"/>
            </a:pPr>
            <a:endParaRPr sz="24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buClr>
                <a:schemeClr val="accent1"/>
              </a:buClr>
              <a:buSzPct val="170000"/>
              <a:buChar char="•"/>
              <a:tabLst>
                <a:tab pos="152400" algn="l"/>
              </a:tabLst>
            </a:pPr>
            <a:r>
              <a:rPr lang="de-DE" sz="2400" spc="-5" dirty="0">
                <a:latin typeface="Tahoma"/>
                <a:cs typeface="Tahoma"/>
              </a:rPr>
              <a:t> </a:t>
            </a:r>
            <a:r>
              <a:rPr sz="2400" spc="-5" dirty="0" err="1">
                <a:latin typeface="Tahoma"/>
                <a:cs typeface="Tahoma"/>
              </a:rPr>
              <a:t>Schlüssel</a:t>
            </a:r>
            <a:r>
              <a:rPr sz="2400" spc="-5" dirty="0">
                <a:latin typeface="Tahoma"/>
                <a:cs typeface="Tahoma"/>
              </a:rPr>
              <a:t> ist: GebNr </a:t>
            </a:r>
            <a:r>
              <a:rPr sz="2400" b="1" spc="-5" dirty="0">
                <a:latin typeface="Tahoma"/>
                <a:cs typeface="Tahoma"/>
              </a:rPr>
              <a:t>und</a:t>
            </a:r>
            <a:r>
              <a:rPr sz="2400" b="1" spc="5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RaumNr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62112" y="2673235"/>
            <a:ext cx="1616075" cy="685800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160020" rIns="0" bIns="0" rtlCol="0">
            <a:spAutoFit/>
          </a:bodyPr>
          <a:lstStyle/>
          <a:p>
            <a:pPr marL="269240">
              <a:lnSpc>
                <a:spcPct val="100000"/>
              </a:lnSpc>
              <a:spcBef>
                <a:spcPts val="1260"/>
              </a:spcBef>
            </a:pPr>
            <a:r>
              <a:rPr sz="2400" spc="-5" dirty="0">
                <a:latin typeface="Times New Roman"/>
                <a:cs typeface="Times New Roman"/>
              </a:rPr>
              <a:t>Gebäude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243361" y="2673235"/>
            <a:ext cx="1532255" cy="800100"/>
          </a:xfrm>
          <a:custGeom>
            <a:avLst/>
            <a:gdLst/>
            <a:ahLst/>
            <a:cxnLst/>
            <a:rect l="l" t="t" r="r" b="b"/>
            <a:pathLst>
              <a:path w="1532254" h="800100">
                <a:moveTo>
                  <a:pt x="765962" y="0"/>
                </a:moveTo>
                <a:lnTo>
                  <a:pt x="0" y="400050"/>
                </a:lnTo>
                <a:lnTo>
                  <a:pt x="765962" y="800100"/>
                </a:lnTo>
                <a:lnTo>
                  <a:pt x="1531937" y="400050"/>
                </a:lnTo>
                <a:lnTo>
                  <a:pt x="765962" y="0"/>
                </a:lnTo>
                <a:close/>
              </a:path>
            </a:pathLst>
          </a:custGeom>
          <a:solidFill>
            <a:srgbClr val="73F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215928" y="2658908"/>
            <a:ext cx="1586865" cy="829310"/>
          </a:xfrm>
          <a:custGeom>
            <a:avLst/>
            <a:gdLst/>
            <a:ahLst/>
            <a:cxnLst/>
            <a:rect l="l" t="t" r="r" b="b"/>
            <a:pathLst>
              <a:path w="1586864" h="829310">
                <a:moveTo>
                  <a:pt x="0" y="414377"/>
                </a:moveTo>
                <a:lnTo>
                  <a:pt x="793401" y="0"/>
                </a:lnTo>
                <a:lnTo>
                  <a:pt x="1586802" y="414377"/>
                </a:lnTo>
                <a:lnTo>
                  <a:pt x="793401" y="828755"/>
                </a:lnTo>
                <a:lnTo>
                  <a:pt x="0" y="414377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270795" y="2687563"/>
            <a:ext cx="1477645" cy="771525"/>
          </a:xfrm>
          <a:custGeom>
            <a:avLst/>
            <a:gdLst/>
            <a:ahLst/>
            <a:cxnLst/>
            <a:rect l="l" t="t" r="r" b="b"/>
            <a:pathLst>
              <a:path w="1477645" h="771525">
                <a:moveTo>
                  <a:pt x="0" y="385721"/>
                </a:moveTo>
                <a:lnTo>
                  <a:pt x="738535" y="0"/>
                </a:lnTo>
                <a:lnTo>
                  <a:pt x="1477066" y="385721"/>
                </a:lnTo>
                <a:lnTo>
                  <a:pt x="738535" y="771443"/>
                </a:lnTo>
                <a:lnTo>
                  <a:pt x="0" y="385721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527283" y="2877705"/>
            <a:ext cx="95694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liegt_in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26199" y="2673235"/>
            <a:ext cx="1616075" cy="685800"/>
          </a:xfrm>
          <a:prstGeom prst="rect">
            <a:avLst/>
          </a:prstGeom>
          <a:solidFill>
            <a:srgbClr val="FFD300"/>
          </a:solidFill>
          <a:ln w="12699">
            <a:solidFill>
              <a:srgbClr val="000000"/>
            </a:solidFill>
          </a:ln>
        </p:spPr>
        <p:txBody>
          <a:bodyPr vert="horz" wrap="square" lIns="0" tIns="160020" rIns="0" bIns="0" rtlCol="0">
            <a:spAutoFit/>
          </a:bodyPr>
          <a:lstStyle/>
          <a:p>
            <a:pPr marL="370205">
              <a:lnSpc>
                <a:spcPct val="100000"/>
              </a:lnSpc>
              <a:spcBef>
                <a:spcPts val="1260"/>
              </a:spcBef>
            </a:pPr>
            <a:r>
              <a:rPr sz="2400" spc="-5" dirty="0">
                <a:latin typeface="Times New Roman"/>
                <a:cs typeface="Times New Roman"/>
              </a:rPr>
              <a:t>Räume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25483" y="1644535"/>
            <a:ext cx="1190625" cy="457200"/>
          </a:xfrm>
          <a:custGeom>
            <a:avLst/>
            <a:gdLst/>
            <a:ahLst/>
            <a:cxnLst/>
            <a:rect l="l" t="t" r="r" b="b"/>
            <a:pathLst>
              <a:path w="1190625" h="457200">
                <a:moveTo>
                  <a:pt x="595316" y="0"/>
                </a:moveTo>
                <a:lnTo>
                  <a:pt x="530449" y="1341"/>
                </a:lnTo>
                <a:lnTo>
                  <a:pt x="467606" y="5272"/>
                </a:lnTo>
                <a:lnTo>
                  <a:pt x="407149" y="11654"/>
                </a:lnTo>
                <a:lnTo>
                  <a:pt x="349442" y="20346"/>
                </a:lnTo>
                <a:lnTo>
                  <a:pt x="294848" y="31210"/>
                </a:lnTo>
                <a:lnTo>
                  <a:pt x="243729" y="44106"/>
                </a:lnTo>
                <a:lnTo>
                  <a:pt x="196450" y="58895"/>
                </a:lnTo>
                <a:lnTo>
                  <a:pt x="153373" y="75437"/>
                </a:lnTo>
                <a:lnTo>
                  <a:pt x="114861" y="93592"/>
                </a:lnTo>
                <a:lnTo>
                  <a:pt x="81277" y="113221"/>
                </a:lnTo>
                <a:lnTo>
                  <a:pt x="30349" y="156345"/>
                </a:lnTo>
                <a:lnTo>
                  <a:pt x="3493" y="203691"/>
                </a:lnTo>
                <a:lnTo>
                  <a:pt x="0" y="228600"/>
                </a:lnTo>
                <a:lnTo>
                  <a:pt x="3493" y="253508"/>
                </a:lnTo>
                <a:lnTo>
                  <a:pt x="30349" y="300854"/>
                </a:lnTo>
                <a:lnTo>
                  <a:pt x="81277" y="343978"/>
                </a:lnTo>
                <a:lnTo>
                  <a:pt x="114861" y="363607"/>
                </a:lnTo>
                <a:lnTo>
                  <a:pt x="153373" y="381762"/>
                </a:lnTo>
                <a:lnTo>
                  <a:pt x="196450" y="398304"/>
                </a:lnTo>
                <a:lnTo>
                  <a:pt x="243729" y="413093"/>
                </a:lnTo>
                <a:lnTo>
                  <a:pt x="294848" y="425989"/>
                </a:lnTo>
                <a:lnTo>
                  <a:pt x="349442" y="436853"/>
                </a:lnTo>
                <a:lnTo>
                  <a:pt x="407149" y="445545"/>
                </a:lnTo>
                <a:lnTo>
                  <a:pt x="467606" y="451927"/>
                </a:lnTo>
                <a:lnTo>
                  <a:pt x="530449" y="455858"/>
                </a:lnTo>
                <a:lnTo>
                  <a:pt x="595316" y="457200"/>
                </a:lnTo>
                <a:lnTo>
                  <a:pt x="660181" y="455858"/>
                </a:lnTo>
                <a:lnTo>
                  <a:pt x="723023" y="451927"/>
                </a:lnTo>
                <a:lnTo>
                  <a:pt x="783479" y="445545"/>
                </a:lnTo>
                <a:lnTo>
                  <a:pt x="841185" y="436853"/>
                </a:lnTo>
                <a:lnTo>
                  <a:pt x="895779" y="425989"/>
                </a:lnTo>
                <a:lnTo>
                  <a:pt x="946898" y="413093"/>
                </a:lnTo>
                <a:lnTo>
                  <a:pt x="994177" y="398304"/>
                </a:lnTo>
                <a:lnTo>
                  <a:pt x="1037254" y="381762"/>
                </a:lnTo>
                <a:lnTo>
                  <a:pt x="1075766" y="363607"/>
                </a:lnTo>
                <a:lnTo>
                  <a:pt x="1109350" y="343978"/>
                </a:lnTo>
                <a:lnTo>
                  <a:pt x="1160278" y="300854"/>
                </a:lnTo>
                <a:lnTo>
                  <a:pt x="1187135" y="253508"/>
                </a:lnTo>
                <a:lnTo>
                  <a:pt x="1190628" y="228600"/>
                </a:lnTo>
                <a:lnTo>
                  <a:pt x="1187135" y="203691"/>
                </a:lnTo>
                <a:lnTo>
                  <a:pt x="1160278" y="156345"/>
                </a:lnTo>
                <a:lnTo>
                  <a:pt x="1109350" y="113221"/>
                </a:lnTo>
                <a:lnTo>
                  <a:pt x="1075766" y="93592"/>
                </a:lnTo>
                <a:lnTo>
                  <a:pt x="1037254" y="75437"/>
                </a:lnTo>
                <a:lnTo>
                  <a:pt x="994177" y="58895"/>
                </a:lnTo>
                <a:lnTo>
                  <a:pt x="946898" y="44106"/>
                </a:lnTo>
                <a:lnTo>
                  <a:pt x="895779" y="31210"/>
                </a:lnTo>
                <a:lnTo>
                  <a:pt x="841185" y="20346"/>
                </a:lnTo>
                <a:lnTo>
                  <a:pt x="783479" y="11654"/>
                </a:lnTo>
                <a:lnTo>
                  <a:pt x="723023" y="5272"/>
                </a:lnTo>
                <a:lnTo>
                  <a:pt x="660181" y="1341"/>
                </a:lnTo>
                <a:lnTo>
                  <a:pt x="595316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25483" y="1644535"/>
            <a:ext cx="1190625" cy="457200"/>
          </a:xfrm>
          <a:custGeom>
            <a:avLst/>
            <a:gdLst/>
            <a:ahLst/>
            <a:cxnLst/>
            <a:rect l="l" t="t" r="r" b="b"/>
            <a:pathLst>
              <a:path w="1190625" h="457200">
                <a:moveTo>
                  <a:pt x="0" y="228599"/>
                </a:moveTo>
                <a:lnTo>
                  <a:pt x="13730" y="179559"/>
                </a:lnTo>
                <a:lnTo>
                  <a:pt x="52986" y="134185"/>
                </a:lnTo>
                <a:lnTo>
                  <a:pt x="114860" y="93591"/>
                </a:lnTo>
                <a:lnTo>
                  <a:pt x="153372" y="75436"/>
                </a:lnTo>
                <a:lnTo>
                  <a:pt x="196449" y="58895"/>
                </a:lnTo>
                <a:lnTo>
                  <a:pt x="243728" y="44106"/>
                </a:lnTo>
                <a:lnTo>
                  <a:pt x="294847" y="31210"/>
                </a:lnTo>
                <a:lnTo>
                  <a:pt x="349441" y="20346"/>
                </a:lnTo>
                <a:lnTo>
                  <a:pt x="407147" y="11654"/>
                </a:lnTo>
                <a:lnTo>
                  <a:pt x="467604" y="5272"/>
                </a:lnTo>
                <a:lnTo>
                  <a:pt x="530446" y="1341"/>
                </a:lnTo>
                <a:lnTo>
                  <a:pt x="595312" y="0"/>
                </a:lnTo>
                <a:lnTo>
                  <a:pt x="660178" y="1341"/>
                </a:lnTo>
                <a:lnTo>
                  <a:pt x="723021" y="5272"/>
                </a:lnTo>
                <a:lnTo>
                  <a:pt x="783477" y="11654"/>
                </a:lnTo>
                <a:lnTo>
                  <a:pt x="841184" y="20346"/>
                </a:lnTo>
                <a:lnTo>
                  <a:pt x="895779" y="31210"/>
                </a:lnTo>
                <a:lnTo>
                  <a:pt x="946897" y="44106"/>
                </a:lnTo>
                <a:lnTo>
                  <a:pt x="994177" y="58895"/>
                </a:lnTo>
                <a:lnTo>
                  <a:pt x="1037254" y="75436"/>
                </a:lnTo>
                <a:lnTo>
                  <a:pt x="1075766" y="93591"/>
                </a:lnTo>
                <a:lnTo>
                  <a:pt x="1109350" y="113221"/>
                </a:lnTo>
                <a:lnTo>
                  <a:pt x="1160279" y="156344"/>
                </a:lnTo>
                <a:lnTo>
                  <a:pt x="1187135" y="203691"/>
                </a:lnTo>
                <a:lnTo>
                  <a:pt x="1190629" y="228599"/>
                </a:lnTo>
                <a:lnTo>
                  <a:pt x="1187135" y="253508"/>
                </a:lnTo>
                <a:lnTo>
                  <a:pt x="1160279" y="300854"/>
                </a:lnTo>
                <a:lnTo>
                  <a:pt x="1109350" y="343978"/>
                </a:lnTo>
                <a:lnTo>
                  <a:pt x="1075766" y="363607"/>
                </a:lnTo>
                <a:lnTo>
                  <a:pt x="1037254" y="381763"/>
                </a:lnTo>
                <a:lnTo>
                  <a:pt x="994177" y="398304"/>
                </a:lnTo>
                <a:lnTo>
                  <a:pt x="946897" y="413093"/>
                </a:lnTo>
                <a:lnTo>
                  <a:pt x="895779" y="425989"/>
                </a:lnTo>
                <a:lnTo>
                  <a:pt x="841184" y="436852"/>
                </a:lnTo>
                <a:lnTo>
                  <a:pt x="783477" y="445545"/>
                </a:lnTo>
                <a:lnTo>
                  <a:pt x="723021" y="451927"/>
                </a:lnTo>
                <a:lnTo>
                  <a:pt x="660178" y="455858"/>
                </a:lnTo>
                <a:lnTo>
                  <a:pt x="595312" y="457199"/>
                </a:lnTo>
                <a:lnTo>
                  <a:pt x="530446" y="455858"/>
                </a:lnTo>
                <a:lnTo>
                  <a:pt x="467604" y="451927"/>
                </a:lnTo>
                <a:lnTo>
                  <a:pt x="407147" y="445545"/>
                </a:lnTo>
                <a:lnTo>
                  <a:pt x="349441" y="436852"/>
                </a:lnTo>
                <a:lnTo>
                  <a:pt x="294847" y="425989"/>
                </a:lnTo>
                <a:lnTo>
                  <a:pt x="243728" y="413093"/>
                </a:lnTo>
                <a:lnTo>
                  <a:pt x="196449" y="398304"/>
                </a:lnTo>
                <a:lnTo>
                  <a:pt x="153372" y="381763"/>
                </a:lnTo>
                <a:lnTo>
                  <a:pt x="114860" y="363607"/>
                </a:lnTo>
                <a:lnTo>
                  <a:pt x="81277" y="343978"/>
                </a:lnTo>
                <a:lnTo>
                  <a:pt x="30349" y="300854"/>
                </a:lnTo>
                <a:lnTo>
                  <a:pt x="3493" y="253508"/>
                </a:lnTo>
                <a:lnTo>
                  <a:pt x="0" y="22859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371699" y="1644535"/>
            <a:ext cx="1190625" cy="457200"/>
          </a:xfrm>
          <a:custGeom>
            <a:avLst/>
            <a:gdLst/>
            <a:ahLst/>
            <a:cxnLst/>
            <a:rect l="l" t="t" r="r" b="b"/>
            <a:pathLst>
              <a:path w="1190625" h="457200">
                <a:moveTo>
                  <a:pt x="595312" y="0"/>
                </a:moveTo>
                <a:lnTo>
                  <a:pt x="530445" y="1341"/>
                </a:lnTo>
                <a:lnTo>
                  <a:pt x="467601" y="5272"/>
                </a:lnTo>
                <a:lnTo>
                  <a:pt x="407144" y="11654"/>
                </a:lnTo>
                <a:lnTo>
                  <a:pt x="349437" y="20346"/>
                </a:lnTo>
                <a:lnTo>
                  <a:pt x="294843" y="31210"/>
                </a:lnTo>
                <a:lnTo>
                  <a:pt x="243725" y="44106"/>
                </a:lnTo>
                <a:lnTo>
                  <a:pt x="196446" y="58895"/>
                </a:lnTo>
                <a:lnTo>
                  <a:pt x="153369" y="75437"/>
                </a:lnTo>
                <a:lnTo>
                  <a:pt x="114858" y="93592"/>
                </a:lnTo>
                <a:lnTo>
                  <a:pt x="81275" y="113221"/>
                </a:lnTo>
                <a:lnTo>
                  <a:pt x="30348" y="156345"/>
                </a:lnTo>
                <a:lnTo>
                  <a:pt x="3493" y="203691"/>
                </a:lnTo>
                <a:lnTo>
                  <a:pt x="0" y="228600"/>
                </a:lnTo>
                <a:lnTo>
                  <a:pt x="3493" y="253508"/>
                </a:lnTo>
                <a:lnTo>
                  <a:pt x="30348" y="300854"/>
                </a:lnTo>
                <a:lnTo>
                  <a:pt x="81275" y="343978"/>
                </a:lnTo>
                <a:lnTo>
                  <a:pt x="114858" y="363607"/>
                </a:lnTo>
                <a:lnTo>
                  <a:pt x="153369" y="381762"/>
                </a:lnTo>
                <a:lnTo>
                  <a:pt x="196446" y="398304"/>
                </a:lnTo>
                <a:lnTo>
                  <a:pt x="243725" y="413093"/>
                </a:lnTo>
                <a:lnTo>
                  <a:pt x="294843" y="425989"/>
                </a:lnTo>
                <a:lnTo>
                  <a:pt x="349437" y="436853"/>
                </a:lnTo>
                <a:lnTo>
                  <a:pt x="407144" y="445545"/>
                </a:lnTo>
                <a:lnTo>
                  <a:pt x="467601" y="451927"/>
                </a:lnTo>
                <a:lnTo>
                  <a:pt x="530445" y="455858"/>
                </a:lnTo>
                <a:lnTo>
                  <a:pt x="595312" y="457200"/>
                </a:lnTo>
                <a:lnTo>
                  <a:pt x="660177" y="455858"/>
                </a:lnTo>
                <a:lnTo>
                  <a:pt x="723019" y="451927"/>
                </a:lnTo>
                <a:lnTo>
                  <a:pt x="783475" y="445545"/>
                </a:lnTo>
                <a:lnTo>
                  <a:pt x="841182" y="436853"/>
                </a:lnTo>
                <a:lnTo>
                  <a:pt x="895776" y="425989"/>
                </a:lnTo>
                <a:lnTo>
                  <a:pt x="946894" y="413093"/>
                </a:lnTo>
                <a:lnTo>
                  <a:pt x="994173" y="398304"/>
                </a:lnTo>
                <a:lnTo>
                  <a:pt x="1037251" y="381762"/>
                </a:lnTo>
                <a:lnTo>
                  <a:pt x="1075762" y="363607"/>
                </a:lnTo>
                <a:lnTo>
                  <a:pt x="1109346" y="343978"/>
                </a:lnTo>
                <a:lnTo>
                  <a:pt x="1160275" y="300854"/>
                </a:lnTo>
                <a:lnTo>
                  <a:pt x="1187131" y="253508"/>
                </a:lnTo>
                <a:lnTo>
                  <a:pt x="1190625" y="228600"/>
                </a:lnTo>
                <a:lnTo>
                  <a:pt x="1187131" y="203691"/>
                </a:lnTo>
                <a:lnTo>
                  <a:pt x="1160275" y="156345"/>
                </a:lnTo>
                <a:lnTo>
                  <a:pt x="1109346" y="113221"/>
                </a:lnTo>
                <a:lnTo>
                  <a:pt x="1075762" y="93592"/>
                </a:lnTo>
                <a:lnTo>
                  <a:pt x="1037251" y="75437"/>
                </a:lnTo>
                <a:lnTo>
                  <a:pt x="994173" y="58895"/>
                </a:lnTo>
                <a:lnTo>
                  <a:pt x="946894" y="44106"/>
                </a:lnTo>
                <a:lnTo>
                  <a:pt x="895776" y="31210"/>
                </a:lnTo>
                <a:lnTo>
                  <a:pt x="841182" y="20346"/>
                </a:lnTo>
                <a:lnTo>
                  <a:pt x="783475" y="11654"/>
                </a:lnTo>
                <a:lnTo>
                  <a:pt x="723019" y="5272"/>
                </a:lnTo>
                <a:lnTo>
                  <a:pt x="660177" y="1341"/>
                </a:lnTo>
                <a:lnTo>
                  <a:pt x="595312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371699" y="1644535"/>
            <a:ext cx="1190625" cy="457200"/>
          </a:xfrm>
          <a:custGeom>
            <a:avLst/>
            <a:gdLst/>
            <a:ahLst/>
            <a:cxnLst/>
            <a:rect l="l" t="t" r="r" b="b"/>
            <a:pathLst>
              <a:path w="1190625" h="457200">
                <a:moveTo>
                  <a:pt x="0" y="228599"/>
                </a:moveTo>
                <a:lnTo>
                  <a:pt x="13730" y="179559"/>
                </a:lnTo>
                <a:lnTo>
                  <a:pt x="52986" y="134185"/>
                </a:lnTo>
                <a:lnTo>
                  <a:pt x="114860" y="93591"/>
                </a:lnTo>
                <a:lnTo>
                  <a:pt x="153372" y="75436"/>
                </a:lnTo>
                <a:lnTo>
                  <a:pt x="196449" y="58895"/>
                </a:lnTo>
                <a:lnTo>
                  <a:pt x="243728" y="44106"/>
                </a:lnTo>
                <a:lnTo>
                  <a:pt x="294847" y="31210"/>
                </a:lnTo>
                <a:lnTo>
                  <a:pt x="349441" y="20346"/>
                </a:lnTo>
                <a:lnTo>
                  <a:pt x="407147" y="11654"/>
                </a:lnTo>
                <a:lnTo>
                  <a:pt x="467604" y="5272"/>
                </a:lnTo>
                <a:lnTo>
                  <a:pt x="530446" y="1341"/>
                </a:lnTo>
                <a:lnTo>
                  <a:pt x="595312" y="0"/>
                </a:lnTo>
                <a:lnTo>
                  <a:pt x="660178" y="1341"/>
                </a:lnTo>
                <a:lnTo>
                  <a:pt x="723021" y="5272"/>
                </a:lnTo>
                <a:lnTo>
                  <a:pt x="783477" y="11654"/>
                </a:lnTo>
                <a:lnTo>
                  <a:pt x="841184" y="20346"/>
                </a:lnTo>
                <a:lnTo>
                  <a:pt x="895779" y="31210"/>
                </a:lnTo>
                <a:lnTo>
                  <a:pt x="946897" y="44106"/>
                </a:lnTo>
                <a:lnTo>
                  <a:pt x="994177" y="58895"/>
                </a:lnTo>
                <a:lnTo>
                  <a:pt x="1037254" y="75436"/>
                </a:lnTo>
                <a:lnTo>
                  <a:pt x="1075766" y="93591"/>
                </a:lnTo>
                <a:lnTo>
                  <a:pt x="1109350" y="113221"/>
                </a:lnTo>
                <a:lnTo>
                  <a:pt x="1160279" y="156344"/>
                </a:lnTo>
                <a:lnTo>
                  <a:pt x="1187135" y="203691"/>
                </a:lnTo>
                <a:lnTo>
                  <a:pt x="1190629" y="228599"/>
                </a:lnTo>
                <a:lnTo>
                  <a:pt x="1187135" y="253508"/>
                </a:lnTo>
                <a:lnTo>
                  <a:pt x="1160279" y="300854"/>
                </a:lnTo>
                <a:lnTo>
                  <a:pt x="1109350" y="343978"/>
                </a:lnTo>
                <a:lnTo>
                  <a:pt x="1075766" y="363607"/>
                </a:lnTo>
                <a:lnTo>
                  <a:pt x="1037254" y="381763"/>
                </a:lnTo>
                <a:lnTo>
                  <a:pt x="994177" y="398304"/>
                </a:lnTo>
                <a:lnTo>
                  <a:pt x="946897" y="413093"/>
                </a:lnTo>
                <a:lnTo>
                  <a:pt x="895779" y="425989"/>
                </a:lnTo>
                <a:lnTo>
                  <a:pt x="841184" y="436852"/>
                </a:lnTo>
                <a:lnTo>
                  <a:pt x="783477" y="445545"/>
                </a:lnTo>
                <a:lnTo>
                  <a:pt x="723021" y="451927"/>
                </a:lnTo>
                <a:lnTo>
                  <a:pt x="660178" y="455858"/>
                </a:lnTo>
                <a:lnTo>
                  <a:pt x="595312" y="457199"/>
                </a:lnTo>
                <a:lnTo>
                  <a:pt x="530446" y="455858"/>
                </a:lnTo>
                <a:lnTo>
                  <a:pt x="467604" y="451927"/>
                </a:lnTo>
                <a:lnTo>
                  <a:pt x="407147" y="445545"/>
                </a:lnTo>
                <a:lnTo>
                  <a:pt x="349441" y="436852"/>
                </a:lnTo>
                <a:lnTo>
                  <a:pt x="294847" y="425989"/>
                </a:lnTo>
                <a:lnTo>
                  <a:pt x="243728" y="413093"/>
                </a:lnTo>
                <a:lnTo>
                  <a:pt x="196449" y="398304"/>
                </a:lnTo>
                <a:lnTo>
                  <a:pt x="153372" y="381763"/>
                </a:lnTo>
                <a:lnTo>
                  <a:pt x="114860" y="363607"/>
                </a:lnTo>
                <a:lnTo>
                  <a:pt x="81277" y="343978"/>
                </a:lnTo>
                <a:lnTo>
                  <a:pt x="30349" y="300854"/>
                </a:lnTo>
                <a:lnTo>
                  <a:pt x="3493" y="253508"/>
                </a:lnTo>
                <a:lnTo>
                  <a:pt x="0" y="22859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78586" y="1677555"/>
            <a:ext cx="2212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69695" algn="l"/>
              </a:tabLst>
            </a:pPr>
            <a:r>
              <a:rPr sz="2400" dirty="0">
                <a:latin typeface="Times New Roman"/>
                <a:cs typeface="Times New Roman"/>
              </a:rPr>
              <a:t>Höhe	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G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bNr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497861" y="2216035"/>
            <a:ext cx="1190625" cy="457200"/>
          </a:xfrm>
          <a:custGeom>
            <a:avLst/>
            <a:gdLst/>
            <a:ahLst/>
            <a:cxnLst/>
            <a:rect l="l" t="t" r="r" b="b"/>
            <a:pathLst>
              <a:path w="1190625" h="457200">
                <a:moveTo>
                  <a:pt x="595312" y="0"/>
                </a:moveTo>
                <a:lnTo>
                  <a:pt x="530445" y="1341"/>
                </a:lnTo>
                <a:lnTo>
                  <a:pt x="467601" y="5272"/>
                </a:lnTo>
                <a:lnTo>
                  <a:pt x="407144" y="11654"/>
                </a:lnTo>
                <a:lnTo>
                  <a:pt x="349437" y="20346"/>
                </a:lnTo>
                <a:lnTo>
                  <a:pt x="294843" y="31210"/>
                </a:lnTo>
                <a:lnTo>
                  <a:pt x="243725" y="44106"/>
                </a:lnTo>
                <a:lnTo>
                  <a:pt x="196446" y="58895"/>
                </a:lnTo>
                <a:lnTo>
                  <a:pt x="153369" y="75437"/>
                </a:lnTo>
                <a:lnTo>
                  <a:pt x="114858" y="93592"/>
                </a:lnTo>
                <a:lnTo>
                  <a:pt x="81275" y="113221"/>
                </a:lnTo>
                <a:lnTo>
                  <a:pt x="30348" y="156345"/>
                </a:lnTo>
                <a:lnTo>
                  <a:pt x="3493" y="203691"/>
                </a:lnTo>
                <a:lnTo>
                  <a:pt x="0" y="228600"/>
                </a:lnTo>
                <a:lnTo>
                  <a:pt x="3493" y="253508"/>
                </a:lnTo>
                <a:lnTo>
                  <a:pt x="30348" y="300854"/>
                </a:lnTo>
                <a:lnTo>
                  <a:pt x="81275" y="343978"/>
                </a:lnTo>
                <a:lnTo>
                  <a:pt x="114858" y="363607"/>
                </a:lnTo>
                <a:lnTo>
                  <a:pt x="153369" y="381762"/>
                </a:lnTo>
                <a:lnTo>
                  <a:pt x="196446" y="398304"/>
                </a:lnTo>
                <a:lnTo>
                  <a:pt x="243725" y="413093"/>
                </a:lnTo>
                <a:lnTo>
                  <a:pt x="294843" y="425989"/>
                </a:lnTo>
                <a:lnTo>
                  <a:pt x="349437" y="436853"/>
                </a:lnTo>
                <a:lnTo>
                  <a:pt x="407144" y="445545"/>
                </a:lnTo>
                <a:lnTo>
                  <a:pt x="467601" y="451927"/>
                </a:lnTo>
                <a:lnTo>
                  <a:pt x="530445" y="455858"/>
                </a:lnTo>
                <a:lnTo>
                  <a:pt x="595312" y="457200"/>
                </a:lnTo>
                <a:lnTo>
                  <a:pt x="660177" y="455858"/>
                </a:lnTo>
                <a:lnTo>
                  <a:pt x="723019" y="451927"/>
                </a:lnTo>
                <a:lnTo>
                  <a:pt x="783475" y="445545"/>
                </a:lnTo>
                <a:lnTo>
                  <a:pt x="841182" y="436853"/>
                </a:lnTo>
                <a:lnTo>
                  <a:pt x="895776" y="425989"/>
                </a:lnTo>
                <a:lnTo>
                  <a:pt x="946894" y="413093"/>
                </a:lnTo>
                <a:lnTo>
                  <a:pt x="994173" y="398304"/>
                </a:lnTo>
                <a:lnTo>
                  <a:pt x="1037251" y="381762"/>
                </a:lnTo>
                <a:lnTo>
                  <a:pt x="1075762" y="363607"/>
                </a:lnTo>
                <a:lnTo>
                  <a:pt x="1109346" y="343978"/>
                </a:lnTo>
                <a:lnTo>
                  <a:pt x="1160275" y="300854"/>
                </a:lnTo>
                <a:lnTo>
                  <a:pt x="1187131" y="253508"/>
                </a:lnTo>
                <a:lnTo>
                  <a:pt x="1190625" y="228600"/>
                </a:lnTo>
                <a:lnTo>
                  <a:pt x="1187131" y="203691"/>
                </a:lnTo>
                <a:lnTo>
                  <a:pt x="1160275" y="156345"/>
                </a:lnTo>
                <a:lnTo>
                  <a:pt x="1109346" y="113221"/>
                </a:lnTo>
                <a:lnTo>
                  <a:pt x="1075762" y="93592"/>
                </a:lnTo>
                <a:lnTo>
                  <a:pt x="1037251" y="75437"/>
                </a:lnTo>
                <a:lnTo>
                  <a:pt x="994173" y="58895"/>
                </a:lnTo>
                <a:lnTo>
                  <a:pt x="946894" y="44106"/>
                </a:lnTo>
                <a:lnTo>
                  <a:pt x="895776" y="31210"/>
                </a:lnTo>
                <a:lnTo>
                  <a:pt x="841182" y="20346"/>
                </a:lnTo>
                <a:lnTo>
                  <a:pt x="783475" y="11654"/>
                </a:lnTo>
                <a:lnTo>
                  <a:pt x="723019" y="5272"/>
                </a:lnTo>
                <a:lnTo>
                  <a:pt x="660177" y="1341"/>
                </a:lnTo>
                <a:lnTo>
                  <a:pt x="595312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497861" y="2216035"/>
            <a:ext cx="1190625" cy="457200"/>
          </a:xfrm>
          <a:custGeom>
            <a:avLst/>
            <a:gdLst/>
            <a:ahLst/>
            <a:cxnLst/>
            <a:rect l="l" t="t" r="r" b="b"/>
            <a:pathLst>
              <a:path w="1190625" h="457200">
                <a:moveTo>
                  <a:pt x="0" y="228599"/>
                </a:moveTo>
                <a:lnTo>
                  <a:pt x="13730" y="179559"/>
                </a:lnTo>
                <a:lnTo>
                  <a:pt x="52986" y="134185"/>
                </a:lnTo>
                <a:lnTo>
                  <a:pt x="114861" y="93591"/>
                </a:lnTo>
                <a:lnTo>
                  <a:pt x="153372" y="75436"/>
                </a:lnTo>
                <a:lnTo>
                  <a:pt x="196449" y="58895"/>
                </a:lnTo>
                <a:lnTo>
                  <a:pt x="243729" y="44106"/>
                </a:lnTo>
                <a:lnTo>
                  <a:pt x="294847" y="31210"/>
                </a:lnTo>
                <a:lnTo>
                  <a:pt x="349441" y="20346"/>
                </a:lnTo>
                <a:lnTo>
                  <a:pt x="407148" y="11654"/>
                </a:lnTo>
                <a:lnTo>
                  <a:pt x="467604" y="5272"/>
                </a:lnTo>
                <a:lnTo>
                  <a:pt x="530447" y="1341"/>
                </a:lnTo>
                <a:lnTo>
                  <a:pt x="595312" y="0"/>
                </a:lnTo>
                <a:lnTo>
                  <a:pt x="660178" y="1341"/>
                </a:lnTo>
                <a:lnTo>
                  <a:pt x="723021" y="5272"/>
                </a:lnTo>
                <a:lnTo>
                  <a:pt x="783478" y="11654"/>
                </a:lnTo>
                <a:lnTo>
                  <a:pt x="841185" y="20346"/>
                </a:lnTo>
                <a:lnTo>
                  <a:pt x="895779" y="31210"/>
                </a:lnTo>
                <a:lnTo>
                  <a:pt x="946898" y="44106"/>
                </a:lnTo>
                <a:lnTo>
                  <a:pt x="994177" y="58895"/>
                </a:lnTo>
                <a:lnTo>
                  <a:pt x="1037255" y="75436"/>
                </a:lnTo>
                <a:lnTo>
                  <a:pt x="1075767" y="93591"/>
                </a:lnTo>
                <a:lnTo>
                  <a:pt x="1109350" y="113221"/>
                </a:lnTo>
                <a:lnTo>
                  <a:pt x="1160279" y="156344"/>
                </a:lnTo>
                <a:lnTo>
                  <a:pt x="1187136" y="203691"/>
                </a:lnTo>
                <a:lnTo>
                  <a:pt x="1190629" y="228599"/>
                </a:lnTo>
                <a:lnTo>
                  <a:pt x="1187136" y="253508"/>
                </a:lnTo>
                <a:lnTo>
                  <a:pt x="1160279" y="300854"/>
                </a:lnTo>
                <a:lnTo>
                  <a:pt x="1109350" y="343978"/>
                </a:lnTo>
                <a:lnTo>
                  <a:pt x="1075767" y="363607"/>
                </a:lnTo>
                <a:lnTo>
                  <a:pt x="1037255" y="381762"/>
                </a:lnTo>
                <a:lnTo>
                  <a:pt x="994177" y="398304"/>
                </a:lnTo>
                <a:lnTo>
                  <a:pt x="946898" y="413093"/>
                </a:lnTo>
                <a:lnTo>
                  <a:pt x="895779" y="425988"/>
                </a:lnTo>
                <a:lnTo>
                  <a:pt x="841185" y="436852"/>
                </a:lnTo>
                <a:lnTo>
                  <a:pt x="783478" y="445545"/>
                </a:lnTo>
                <a:lnTo>
                  <a:pt x="723021" y="451926"/>
                </a:lnTo>
                <a:lnTo>
                  <a:pt x="660178" y="455858"/>
                </a:lnTo>
                <a:lnTo>
                  <a:pt x="595312" y="457199"/>
                </a:lnTo>
                <a:lnTo>
                  <a:pt x="530447" y="455858"/>
                </a:lnTo>
                <a:lnTo>
                  <a:pt x="467604" y="451926"/>
                </a:lnTo>
                <a:lnTo>
                  <a:pt x="407148" y="445545"/>
                </a:lnTo>
                <a:lnTo>
                  <a:pt x="349441" y="436852"/>
                </a:lnTo>
                <a:lnTo>
                  <a:pt x="294847" y="425988"/>
                </a:lnTo>
                <a:lnTo>
                  <a:pt x="243729" y="413093"/>
                </a:lnTo>
                <a:lnTo>
                  <a:pt x="196449" y="398304"/>
                </a:lnTo>
                <a:lnTo>
                  <a:pt x="153372" y="381762"/>
                </a:lnTo>
                <a:lnTo>
                  <a:pt x="114861" y="363607"/>
                </a:lnTo>
                <a:lnTo>
                  <a:pt x="81277" y="343978"/>
                </a:lnTo>
                <a:lnTo>
                  <a:pt x="30349" y="300854"/>
                </a:lnTo>
                <a:lnTo>
                  <a:pt x="3493" y="253508"/>
                </a:lnTo>
                <a:lnTo>
                  <a:pt x="0" y="22859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8700160" y="2249055"/>
            <a:ext cx="787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Größe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135786" y="1758835"/>
            <a:ext cx="1192530" cy="457200"/>
          </a:xfrm>
          <a:custGeom>
            <a:avLst/>
            <a:gdLst/>
            <a:ahLst/>
            <a:cxnLst/>
            <a:rect l="l" t="t" r="r" b="b"/>
            <a:pathLst>
              <a:path w="1192529" h="457200">
                <a:moveTo>
                  <a:pt x="596099" y="0"/>
                </a:moveTo>
                <a:lnTo>
                  <a:pt x="531147" y="1341"/>
                </a:lnTo>
                <a:lnTo>
                  <a:pt x="468220" y="5272"/>
                </a:lnTo>
                <a:lnTo>
                  <a:pt x="407684" y="11654"/>
                </a:lnTo>
                <a:lnTo>
                  <a:pt x="349900" y="20346"/>
                </a:lnTo>
                <a:lnTo>
                  <a:pt x="295234" y="31210"/>
                </a:lnTo>
                <a:lnTo>
                  <a:pt x="244048" y="44106"/>
                </a:lnTo>
                <a:lnTo>
                  <a:pt x="196707" y="58895"/>
                </a:lnTo>
                <a:lnTo>
                  <a:pt x="153573" y="75437"/>
                </a:lnTo>
                <a:lnTo>
                  <a:pt x="115011" y="93592"/>
                </a:lnTo>
                <a:lnTo>
                  <a:pt x="81383" y="113221"/>
                </a:lnTo>
                <a:lnTo>
                  <a:pt x="30389" y="156345"/>
                </a:lnTo>
                <a:lnTo>
                  <a:pt x="3497" y="203691"/>
                </a:lnTo>
                <a:lnTo>
                  <a:pt x="0" y="228600"/>
                </a:lnTo>
                <a:lnTo>
                  <a:pt x="3497" y="253508"/>
                </a:lnTo>
                <a:lnTo>
                  <a:pt x="30389" y="300854"/>
                </a:lnTo>
                <a:lnTo>
                  <a:pt x="81383" y="343978"/>
                </a:lnTo>
                <a:lnTo>
                  <a:pt x="115011" y="363607"/>
                </a:lnTo>
                <a:lnTo>
                  <a:pt x="153573" y="381762"/>
                </a:lnTo>
                <a:lnTo>
                  <a:pt x="196707" y="398304"/>
                </a:lnTo>
                <a:lnTo>
                  <a:pt x="244048" y="413093"/>
                </a:lnTo>
                <a:lnTo>
                  <a:pt x="295234" y="425989"/>
                </a:lnTo>
                <a:lnTo>
                  <a:pt x="349900" y="436853"/>
                </a:lnTo>
                <a:lnTo>
                  <a:pt x="407684" y="445545"/>
                </a:lnTo>
                <a:lnTo>
                  <a:pt x="468220" y="451927"/>
                </a:lnTo>
                <a:lnTo>
                  <a:pt x="531147" y="455858"/>
                </a:lnTo>
                <a:lnTo>
                  <a:pt x="596099" y="457200"/>
                </a:lnTo>
                <a:lnTo>
                  <a:pt x="661052" y="455858"/>
                </a:lnTo>
                <a:lnTo>
                  <a:pt x="723979" y="451927"/>
                </a:lnTo>
                <a:lnTo>
                  <a:pt x="784516" y="445545"/>
                </a:lnTo>
                <a:lnTo>
                  <a:pt x="842301" y="436853"/>
                </a:lnTo>
                <a:lnTo>
                  <a:pt x="896968" y="425989"/>
                </a:lnTo>
                <a:lnTo>
                  <a:pt x="948155" y="413093"/>
                </a:lnTo>
                <a:lnTo>
                  <a:pt x="995498" y="398304"/>
                </a:lnTo>
                <a:lnTo>
                  <a:pt x="1038633" y="381762"/>
                </a:lnTo>
                <a:lnTo>
                  <a:pt x="1077196" y="363607"/>
                </a:lnTo>
                <a:lnTo>
                  <a:pt x="1110825" y="343978"/>
                </a:lnTo>
                <a:lnTo>
                  <a:pt x="1161822" y="300854"/>
                </a:lnTo>
                <a:lnTo>
                  <a:pt x="1188714" y="253508"/>
                </a:lnTo>
                <a:lnTo>
                  <a:pt x="1192212" y="228600"/>
                </a:lnTo>
                <a:lnTo>
                  <a:pt x="1188714" y="203691"/>
                </a:lnTo>
                <a:lnTo>
                  <a:pt x="1161822" y="156345"/>
                </a:lnTo>
                <a:lnTo>
                  <a:pt x="1110825" y="113221"/>
                </a:lnTo>
                <a:lnTo>
                  <a:pt x="1077196" y="93592"/>
                </a:lnTo>
                <a:lnTo>
                  <a:pt x="1038633" y="75437"/>
                </a:lnTo>
                <a:lnTo>
                  <a:pt x="995498" y="58895"/>
                </a:lnTo>
                <a:lnTo>
                  <a:pt x="948155" y="44106"/>
                </a:lnTo>
                <a:lnTo>
                  <a:pt x="896968" y="31210"/>
                </a:lnTo>
                <a:lnTo>
                  <a:pt x="842301" y="20346"/>
                </a:lnTo>
                <a:lnTo>
                  <a:pt x="784516" y="11654"/>
                </a:lnTo>
                <a:lnTo>
                  <a:pt x="723979" y="5272"/>
                </a:lnTo>
                <a:lnTo>
                  <a:pt x="661052" y="1341"/>
                </a:lnTo>
                <a:lnTo>
                  <a:pt x="596099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135786" y="1758835"/>
            <a:ext cx="1192530" cy="457200"/>
          </a:xfrm>
          <a:custGeom>
            <a:avLst/>
            <a:gdLst/>
            <a:ahLst/>
            <a:cxnLst/>
            <a:rect l="l" t="t" r="r" b="b"/>
            <a:pathLst>
              <a:path w="1192529" h="457200">
                <a:moveTo>
                  <a:pt x="0" y="228599"/>
                </a:moveTo>
                <a:lnTo>
                  <a:pt x="13749" y="179559"/>
                </a:lnTo>
                <a:lnTo>
                  <a:pt x="53056" y="134185"/>
                </a:lnTo>
                <a:lnTo>
                  <a:pt x="115014" y="93591"/>
                </a:lnTo>
                <a:lnTo>
                  <a:pt x="153577" y="75436"/>
                </a:lnTo>
                <a:lnTo>
                  <a:pt x="196711" y="58895"/>
                </a:lnTo>
                <a:lnTo>
                  <a:pt x="244053" y="44106"/>
                </a:lnTo>
                <a:lnTo>
                  <a:pt x="295240" y="31210"/>
                </a:lnTo>
                <a:lnTo>
                  <a:pt x="349907" y="20346"/>
                </a:lnTo>
                <a:lnTo>
                  <a:pt x="407691" y="11654"/>
                </a:lnTo>
                <a:lnTo>
                  <a:pt x="468227" y="5272"/>
                </a:lnTo>
                <a:lnTo>
                  <a:pt x="531154" y="1341"/>
                </a:lnTo>
                <a:lnTo>
                  <a:pt x="596106" y="0"/>
                </a:lnTo>
                <a:lnTo>
                  <a:pt x="661059" y="1341"/>
                </a:lnTo>
                <a:lnTo>
                  <a:pt x="723985" y="5272"/>
                </a:lnTo>
                <a:lnTo>
                  <a:pt x="784522" y="11654"/>
                </a:lnTo>
                <a:lnTo>
                  <a:pt x="842305" y="20346"/>
                </a:lnTo>
                <a:lnTo>
                  <a:pt x="896972" y="31210"/>
                </a:lnTo>
                <a:lnTo>
                  <a:pt x="948158" y="44106"/>
                </a:lnTo>
                <a:lnTo>
                  <a:pt x="995500" y="58895"/>
                </a:lnTo>
                <a:lnTo>
                  <a:pt x="1038634" y="75436"/>
                </a:lnTo>
                <a:lnTo>
                  <a:pt x="1077196" y="93591"/>
                </a:lnTo>
                <a:lnTo>
                  <a:pt x="1110824" y="113221"/>
                </a:lnTo>
                <a:lnTo>
                  <a:pt x="1161820" y="156344"/>
                </a:lnTo>
                <a:lnTo>
                  <a:pt x="1188711" y="203691"/>
                </a:lnTo>
                <a:lnTo>
                  <a:pt x="1192209" y="228599"/>
                </a:lnTo>
                <a:lnTo>
                  <a:pt x="1188711" y="253508"/>
                </a:lnTo>
                <a:lnTo>
                  <a:pt x="1161820" y="300854"/>
                </a:lnTo>
                <a:lnTo>
                  <a:pt x="1110824" y="343978"/>
                </a:lnTo>
                <a:lnTo>
                  <a:pt x="1077196" y="363607"/>
                </a:lnTo>
                <a:lnTo>
                  <a:pt x="1038634" y="381763"/>
                </a:lnTo>
                <a:lnTo>
                  <a:pt x="995500" y="398304"/>
                </a:lnTo>
                <a:lnTo>
                  <a:pt x="948158" y="413093"/>
                </a:lnTo>
                <a:lnTo>
                  <a:pt x="896972" y="425989"/>
                </a:lnTo>
                <a:lnTo>
                  <a:pt x="842305" y="436852"/>
                </a:lnTo>
                <a:lnTo>
                  <a:pt x="784522" y="445545"/>
                </a:lnTo>
                <a:lnTo>
                  <a:pt x="723985" y="451927"/>
                </a:lnTo>
                <a:lnTo>
                  <a:pt x="661059" y="455858"/>
                </a:lnTo>
                <a:lnTo>
                  <a:pt x="596106" y="457199"/>
                </a:lnTo>
                <a:lnTo>
                  <a:pt x="531154" y="455858"/>
                </a:lnTo>
                <a:lnTo>
                  <a:pt x="468227" y="451927"/>
                </a:lnTo>
                <a:lnTo>
                  <a:pt x="407691" y="445545"/>
                </a:lnTo>
                <a:lnTo>
                  <a:pt x="349907" y="436852"/>
                </a:lnTo>
                <a:lnTo>
                  <a:pt x="295240" y="425989"/>
                </a:lnTo>
                <a:lnTo>
                  <a:pt x="244053" y="413093"/>
                </a:lnTo>
                <a:lnTo>
                  <a:pt x="196711" y="398304"/>
                </a:lnTo>
                <a:lnTo>
                  <a:pt x="153577" y="381763"/>
                </a:lnTo>
                <a:lnTo>
                  <a:pt x="115014" y="363607"/>
                </a:lnTo>
                <a:lnTo>
                  <a:pt x="81386" y="343978"/>
                </a:lnTo>
                <a:lnTo>
                  <a:pt x="30389" y="300854"/>
                </a:lnTo>
                <a:lnTo>
                  <a:pt x="3497" y="253508"/>
                </a:lnTo>
                <a:lnTo>
                  <a:pt x="0" y="22859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185914" y="1791855"/>
            <a:ext cx="10750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</a:t>
            </a:r>
            <a:r>
              <a:rPr sz="24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689574" y="3016135"/>
            <a:ext cx="936625" cy="0"/>
          </a:xfrm>
          <a:custGeom>
            <a:avLst/>
            <a:gdLst/>
            <a:ahLst/>
            <a:cxnLst/>
            <a:rect l="l" t="t" r="r" b="b"/>
            <a:pathLst>
              <a:path w="936625">
                <a:moveTo>
                  <a:pt x="0" y="0"/>
                </a:moveTo>
                <a:lnTo>
                  <a:pt x="936624" y="1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689574" y="3130435"/>
            <a:ext cx="936625" cy="0"/>
          </a:xfrm>
          <a:custGeom>
            <a:avLst/>
            <a:gdLst/>
            <a:ahLst/>
            <a:cxnLst/>
            <a:rect l="l" t="t" r="r" b="b"/>
            <a:pathLst>
              <a:path w="936625">
                <a:moveTo>
                  <a:pt x="0" y="0"/>
                </a:moveTo>
                <a:lnTo>
                  <a:pt x="936624" y="1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967011" y="2101735"/>
            <a:ext cx="0" cy="571500"/>
          </a:xfrm>
          <a:custGeom>
            <a:avLst/>
            <a:gdLst/>
            <a:ahLst/>
            <a:cxnLst/>
            <a:rect l="l" t="t" r="r" b="b"/>
            <a:pathLst>
              <a:path h="571500">
                <a:moveTo>
                  <a:pt x="0" y="0"/>
                </a:moveTo>
                <a:lnTo>
                  <a:pt x="0" y="57149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606524" y="2101735"/>
            <a:ext cx="765175" cy="571500"/>
          </a:xfrm>
          <a:custGeom>
            <a:avLst/>
            <a:gdLst/>
            <a:ahLst/>
            <a:cxnLst/>
            <a:rect l="l" t="t" r="r" b="b"/>
            <a:pathLst>
              <a:path w="765175" h="571500">
                <a:moveTo>
                  <a:pt x="0" y="0"/>
                </a:moveTo>
                <a:lnTo>
                  <a:pt x="765174" y="57149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478187" y="3016135"/>
            <a:ext cx="765175" cy="0"/>
          </a:xfrm>
          <a:custGeom>
            <a:avLst/>
            <a:gdLst/>
            <a:ahLst/>
            <a:cxnLst/>
            <a:rect l="l" t="t" r="r" b="b"/>
            <a:pathLst>
              <a:path w="765175">
                <a:moveTo>
                  <a:pt x="765174" y="0"/>
                </a:moveTo>
                <a:lnTo>
                  <a:pt x="0" y="1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3731552" y="2591955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138202" y="2447493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731099" y="2216035"/>
            <a:ext cx="0" cy="457200"/>
          </a:xfrm>
          <a:custGeom>
            <a:avLst/>
            <a:gdLst/>
            <a:ahLst/>
            <a:cxnLst/>
            <a:rect l="l" t="t" r="r" b="b"/>
            <a:pathLst>
              <a:path h="457200">
                <a:moveTo>
                  <a:pt x="0" y="0"/>
                </a:moveTo>
                <a:lnTo>
                  <a:pt x="0" y="45719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8242275" y="2558935"/>
            <a:ext cx="339725" cy="114300"/>
          </a:xfrm>
          <a:custGeom>
            <a:avLst/>
            <a:gdLst/>
            <a:ahLst/>
            <a:cxnLst/>
            <a:rect l="l" t="t" r="r" b="b"/>
            <a:pathLst>
              <a:path w="339725" h="114300">
                <a:moveTo>
                  <a:pt x="339724" y="0"/>
                </a:moveTo>
                <a:lnTo>
                  <a:pt x="0" y="11429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9620262" y="6952196"/>
            <a:ext cx="22352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dirty="0">
                <a:solidFill>
                  <a:srgbClr val="CC66FF"/>
                </a:solidFill>
                <a:latin typeface="Arial"/>
                <a:cs typeface="Arial"/>
              </a:rPr>
              <a:t>24</a:t>
            </a:r>
            <a:endParaRPr sz="1400">
              <a:latin typeface="Arial"/>
              <a:cs typeface="Arial"/>
            </a:endParaRPr>
          </a:p>
        </p:txBody>
      </p:sp>
      <p:sp>
        <p:nvSpPr>
          <p:cNvPr id="34" name="object 2">
            <a:extLst>
              <a:ext uri="{FF2B5EF4-FFF2-40B4-BE49-F238E27FC236}">
                <a16:creationId xmlns:a16="http://schemas.microsoft.com/office/drawing/2014/main" id="{F72BAC25-F0C5-B755-63DB-2D59912268EC}"/>
              </a:ext>
            </a:extLst>
          </p:cNvPr>
          <p:cNvSpPr txBox="1">
            <a:spLocks/>
          </p:cNvSpPr>
          <p:nvPr/>
        </p:nvSpPr>
        <p:spPr>
          <a:xfrm>
            <a:off x="1081114" y="686946"/>
            <a:ext cx="6399186" cy="540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4604">
              <a:lnSpc>
                <a:spcPct val="100000"/>
              </a:lnSpc>
              <a:spcBef>
                <a:spcPts val="100"/>
              </a:spcBef>
            </a:pPr>
            <a:r>
              <a:rPr lang="en-GB" spc="-5" dirty="0" err="1"/>
              <a:t>Schwache</a:t>
            </a:r>
            <a:r>
              <a:rPr lang="en-GB" spc="-5" dirty="0"/>
              <a:t>, </a:t>
            </a:r>
            <a:r>
              <a:rPr lang="en-GB" spc="-5" dirty="0" err="1"/>
              <a:t>existenzabhängige</a:t>
            </a:r>
            <a:r>
              <a:rPr lang="en-GB" spc="-5" dirty="0"/>
              <a:t> Entities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9287" y="596504"/>
            <a:ext cx="6881495" cy="54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05735" algn="l"/>
              </a:tabLst>
            </a:pPr>
            <a:r>
              <a:rPr spc="-5" dirty="0" err="1"/>
              <a:t>Prüfungen</a:t>
            </a:r>
            <a:r>
              <a:rPr lang="de-DE" spc="-5" dirty="0"/>
              <a:t> </a:t>
            </a:r>
            <a:r>
              <a:rPr dirty="0" err="1"/>
              <a:t>als</a:t>
            </a:r>
            <a:r>
              <a:rPr dirty="0"/>
              <a:t> </a:t>
            </a:r>
            <a:r>
              <a:rPr spc="-5" dirty="0"/>
              <a:t>schwacher</a:t>
            </a:r>
            <a:r>
              <a:rPr spc="-55" dirty="0"/>
              <a:t> </a:t>
            </a:r>
            <a:r>
              <a:rPr spc="-5" dirty="0"/>
              <a:t>Entitytyp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1683" y="1731848"/>
            <a:ext cx="1565275" cy="650875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142240" rIns="0" bIns="0" rtlCol="0">
            <a:spAutoFit/>
          </a:bodyPr>
          <a:lstStyle/>
          <a:p>
            <a:pPr marL="167640">
              <a:lnSpc>
                <a:spcPct val="100000"/>
              </a:lnSpc>
              <a:spcBef>
                <a:spcPts val="1120"/>
              </a:spcBef>
            </a:pPr>
            <a:r>
              <a:rPr sz="2400" spc="-5" dirty="0">
                <a:latin typeface="Times New Roman"/>
                <a:cs typeface="Times New Roman"/>
              </a:rPr>
              <a:t>Studenten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271811" y="1731848"/>
            <a:ext cx="1408430" cy="732155"/>
          </a:xfrm>
          <a:custGeom>
            <a:avLst/>
            <a:gdLst/>
            <a:ahLst/>
            <a:cxnLst/>
            <a:rect l="l" t="t" r="r" b="b"/>
            <a:pathLst>
              <a:path w="1408429" h="732155">
                <a:moveTo>
                  <a:pt x="704049" y="0"/>
                </a:moveTo>
                <a:lnTo>
                  <a:pt x="0" y="365925"/>
                </a:lnTo>
                <a:lnTo>
                  <a:pt x="704049" y="731837"/>
                </a:lnTo>
                <a:lnTo>
                  <a:pt x="1408112" y="365925"/>
                </a:lnTo>
                <a:lnTo>
                  <a:pt x="704049" y="0"/>
                </a:lnTo>
                <a:close/>
              </a:path>
            </a:pathLst>
          </a:custGeom>
          <a:solidFill>
            <a:srgbClr val="73F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253452" y="1722306"/>
            <a:ext cx="1445260" cy="751205"/>
          </a:xfrm>
          <a:custGeom>
            <a:avLst/>
            <a:gdLst/>
            <a:ahLst/>
            <a:cxnLst/>
            <a:rect l="l" t="t" r="r" b="b"/>
            <a:pathLst>
              <a:path w="1445260" h="751205">
                <a:moveTo>
                  <a:pt x="0" y="375460"/>
                </a:moveTo>
                <a:lnTo>
                  <a:pt x="722414" y="0"/>
                </a:lnTo>
                <a:lnTo>
                  <a:pt x="1444828" y="375460"/>
                </a:lnTo>
                <a:lnTo>
                  <a:pt x="722414" y="750921"/>
                </a:lnTo>
                <a:lnTo>
                  <a:pt x="0" y="375460"/>
                </a:lnTo>
                <a:close/>
              </a:path>
            </a:pathLst>
          </a:custGeom>
          <a:ln w="84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290171" y="1741390"/>
            <a:ext cx="1371600" cy="713105"/>
          </a:xfrm>
          <a:custGeom>
            <a:avLst/>
            <a:gdLst/>
            <a:ahLst/>
            <a:cxnLst/>
            <a:rect l="l" t="t" r="r" b="b"/>
            <a:pathLst>
              <a:path w="1371600" h="713105">
                <a:moveTo>
                  <a:pt x="0" y="356376"/>
                </a:moveTo>
                <a:lnTo>
                  <a:pt x="685696" y="0"/>
                </a:lnTo>
                <a:lnTo>
                  <a:pt x="1371389" y="356376"/>
                </a:lnTo>
                <a:lnTo>
                  <a:pt x="685696" y="712753"/>
                </a:lnTo>
                <a:lnTo>
                  <a:pt x="0" y="356376"/>
                </a:lnTo>
                <a:close/>
              </a:path>
            </a:pathLst>
          </a:custGeom>
          <a:ln w="84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486670" y="1902193"/>
            <a:ext cx="9734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b</a:t>
            </a:r>
            <a:r>
              <a:rPr sz="2400" spc="-5" dirty="0">
                <a:latin typeface="Times New Roman"/>
                <a:cs typeface="Times New Roman"/>
              </a:rPr>
              <a:t>le</a:t>
            </a:r>
            <a:r>
              <a:rPr sz="2400" dirty="0">
                <a:latin typeface="Times New Roman"/>
                <a:cs typeface="Times New Roman"/>
              </a:rPr>
              <a:t>g</a:t>
            </a:r>
            <a:r>
              <a:rPr sz="2400" spc="-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62561" y="1731848"/>
            <a:ext cx="1565275" cy="650875"/>
          </a:xfrm>
          <a:prstGeom prst="rect">
            <a:avLst/>
          </a:prstGeom>
          <a:solidFill>
            <a:srgbClr val="FFD300"/>
          </a:solidFill>
          <a:ln w="12699">
            <a:solidFill>
              <a:srgbClr val="000000"/>
            </a:solidFill>
          </a:ln>
        </p:spPr>
        <p:txBody>
          <a:bodyPr vert="horz" wrap="square" lIns="0" tIns="142240" rIns="0" bIns="0" rtlCol="0">
            <a:spAutoFit/>
          </a:bodyPr>
          <a:lstStyle/>
          <a:p>
            <a:pPr marL="142240">
              <a:lnSpc>
                <a:spcPct val="100000"/>
              </a:lnSpc>
              <a:spcBef>
                <a:spcPts val="1120"/>
              </a:spcBef>
            </a:pPr>
            <a:r>
              <a:rPr sz="2400" spc="-5" dirty="0">
                <a:latin typeface="Times New Roman"/>
                <a:cs typeface="Times New Roman"/>
              </a:rPr>
              <a:t>Prüfungen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602136" y="2057285"/>
            <a:ext cx="860425" cy="0"/>
          </a:xfrm>
          <a:custGeom>
            <a:avLst/>
            <a:gdLst/>
            <a:ahLst/>
            <a:cxnLst/>
            <a:rect l="l" t="t" r="r" b="b"/>
            <a:pathLst>
              <a:path w="860425">
                <a:moveTo>
                  <a:pt x="0" y="0"/>
                </a:moveTo>
                <a:lnTo>
                  <a:pt x="860424" y="1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602136" y="2138248"/>
            <a:ext cx="860425" cy="0"/>
          </a:xfrm>
          <a:custGeom>
            <a:avLst/>
            <a:gdLst/>
            <a:ahLst/>
            <a:cxnLst/>
            <a:rect l="l" t="t" r="r" b="b"/>
            <a:pathLst>
              <a:path w="860425">
                <a:moveTo>
                  <a:pt x="0" y="0"/>
                </a:moveTo>
                <a:lnTo>
                  <a:pt x="860424" y="1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802864" y="1677555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01552" y="1660093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262786" y="1568335"/>
            <a:ext cx="1408430" cy="488950"/>
          </a:xfrm>
          <a:custGeom>
            <a:avLst/>
            <a:gdLst/>
            <a:ahLst/>
            <a:cxnLst/>
            <a:rect l="l" t="t" r="r" b="b"/>
            <a:pathLst>
              <a:path w="1408429" h="488950">
                <a:moveTo>
                  <a:pt x="704049" y="0"/>
                </a:moveTo>
                <a:lnTo>
                  <a:pt x="636245" y="1119"/>
                </a:lnTo>
                <a:lnTo>
                  <a:pt x="570264" y="4408"/>
                </a:lnTo>
                <a:lnTo>
                  <a:pt x="506401" y="9765"/>
                </a:lnTo>
                <a:lnTo>
                  <a:pt x="444952" y="17087"/>
                </a:lnTo>
                <a:lnTo>
                  <a:pt x="386212" y="26272"/>
                </a:lnTo>
                <a:lnTo>
                  <a:pt x="330475" y="37216"/>
                </a:lnTo>
                <a:lnTo>
                  <a:pt x="278037" y="49819"/>
                </a:lnTo>
                <a:lnTo>
                  <a:pt x="229193" y="63977"/>
                </a:lnTo>
                <a:lnTo>
                  <a:pt x="184238" y="79587"/>
                </a:lnTo>
                <a:lnTo>
                  <a:pt x="143467" y="96548"/>
                </a:lnTo>
                <a:lnTo>
                  <a:pt x="107174" y="114757"/>
                </a:lnTo>
                <a:lnTo>
                  <a:pt x="49206" y="154508"/>
                </a:lnTo>
                <a:lnTo>
                  <a:pt x="12695" y="198020"/>
                </a:lnTo>
                <a:lnTo>
                  <a:pt x="0" y="244475"/>
                </a:lnTo>
                <a:lnTo>
                  <a:pt x="3222" y="268018"/>
                </a:lnTo>
                <a:lnTo>
                  <a:pt x="28121" y="313104"/>
                </a:lnTo>
                <a:lnTo>
                  <a:pt x="75656" y="354838"/>
                </a:lnTo>
                <a:lnTo>
                  <a:pt x="143467" y="392401"/>
                </a:lnTo>
                <a:lnTo>
                  <a:pt x="184238" y="409362"/>
                </a:lnTo>
                <a:lnTo>
                  <a:pt x="229193" y="424972"/>
                </a:lnTo>
                <a:lnTo>
                  <a:pt x="278037" y="439130"/>
                </a:lnTo>
                <a:lnTo>
                  <a:pt x="330475" y="451733"/>
                </a:lnTo>
                <a:lnTo>
                  <a:pt x="386212" y="462677"/>
                </a:lnTo>
                <a:lnTo>
                  <a:pt x="444952" y="471862"/>
                </a:lnTo>
                <a:lnTo>
                  <a:pt x="506401" y="479184"/>
                </a:lnTo>
                <a:lnTo>
                  <a:pt x="570264" y="484541"/>
                </a:lnTo>
                <a:lnTo>
                  <a:pt x="636245" y="487830"/>
                </a:lnTo>
                <a:lnTo>
                  <a:pt x="704049" y="488950"/>
                </a:lnTo>
                <a:lnTo>
                  <a:pt x="771856" y="487830"/>
                </a:lnTo>
                <a:lnTo>
                  <a:pt x="837839" y="484541"/>
                </a:lnTo>
                <a:lnTo>
                  <a:pt x="901703" y="479184"/>
                </a:lnTo>
                <a:lnTo>
                  <a:pt x="963154" y="471862"/>
                </a:lnTo>
                <a:lnTo>
                  <a:pt x="1021895" y="462677"/>
                </a:lnTo>
                <a:lnTo>
                  <a:pt x="1077633" y="451733"/>
                </a:lnTo>
                <a:lnTo>
                  <a:pt x="1130072" y="439130"/>
                </a:lnTo>
                <a:lnTo>
                  <a:pt x="1178916" y="424972"/>
                </a:lnTo>
                <a:lnTo>
                  <a:pt x="1223872" y="409362"/>
                </a:lnTo>
                <a:lnTo>
                  <a:pt x="1264644" y="392401"/>
                </a:lnTo>
                <a:lnTo>
                  <a:pt x="1300937" y="374192"/>
                </a:lnTo>
                <a:lnTo>
                  <a:pt x="1358905" y="334441"/>
                </a:lnTo>
                <a:lnTo>
                  <a:pt x="1395417" y="290929"/>
                </a:lnTo>
                <a:lnTo>
                  <a:pt x="1408112" y="244475"/>
                </a:lnTo>
                <a:lnTo>
                  <a:pt x="1404889" y="220931"/>
                </a:lnTo>
                <a:lnTo>
                  <a:pt x="1379991" y="175845"/>
                </a:lnTo>
                <a:lnTo>
                  <a:pt x="1332455" y="134111"/>
                </a:lnTo>
                <a:lnTo>
                  <a:pt x="1264644" y="96548"/>
                </a:lnTo>
                <a:lnTo>
                  <a:pt x="1223872" y="79587"/>
                </a:lnTo>
                <a:lnTo>
                  <a:pt x="1178916" y="63977"/>
                </a:lnTo>
                <a:lnTo>
                  <a:pt x="1130072" y="49819"/>
                </a:lnTo>
                <a:lnTo>
                  <a:pt x="1077633" y="37216"/>
                </a:lnTo>
                <a:lnTo>
                  <a:pt x="1021895" y="26272"/>
                </a:lnTo>
                <a:lnTo>
                  <a:pt x="963154" y="17087"/>
                </a:lnTo>
                <a:lnTo>
                  <a:pt x="901703" y="9765"/>
                </a:lnTo>
                <a:lnTo>
                  <a:pt x="837839" y="4408"/>
                </a:lnTo>
                <a:lnTo>
                  <a:pt x="771856" y="1119"/>
                </a:lnTo>
                <a:lnTo>
                  <a:pt x="704049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262786" y="1568335"/>
            <a:ext cx="1408430" cy="488950"/>
          </a:xfrm>
          <a:custGeom>
            <a:avLst/>
            <a:gdLst/>
            <a:ahLst/>
            <a:cxnLst/>
            <a:rect l="l" t="t" r="r" b="b"/>
            <a:pathLst>
              <a:path w="1408429" h="488950">
                <a:moveTo>
                  <a:pt x="0" y="244474"/>
                </a:moveTo>
                <a:lnTo>
                  <a:pt x="12695" y="198018"/>
                </a:lnTo>
                <a:lnTo>
                  <a:pt x="49207" y="154505"/>
                </a:lnTo>
                <a:lnTo>
                  <a:pt x="107175" y="114754"/>
                </a:lnTo>
                <a:lnTo>
                  <a:pt x="143468" y="96546"/>
                </a:lnTo>
                <a:lnTo>
                  <a:pt x="184240" y="79585"/>
                </a:lnTo>
                <a:lnTo>
                  <a:pt x="229195" y="63975"/>
                </a:lnTo>
                <a:lnTo>
                  <a:pt x="278040" y="49817"/>
                </a:lnTo>
                <a:lnTo>
                  <a:pt x="330478" y="37215"/>
                </a:lnTo>
                <a:lnTo>
                  <a:pt x="386215" y="26270"/>
                </a:lnTo>
                <a:lnTo>
                  <a:pt x="444956" y="17086"/>
                </a:lnTo>
                <a:lnTo>
                  <a:pt x="506406" y="9764"/>
                </a:lnTo>
                <a:lnTo>
                  <a:pt x="570269" y="4408"/>
                </a:lnTo>
                <a:lnTo>
                  <a:pt x="636251" y="1119"/>
                </a:lnTo>
                <a:lnTo>
                  <a:pt x="704056" y="0"/>
                </a:lnTo>
                <a:lnTo>
                  <a:pt x="771862" y="1119"/>
                </a:lnTo>
                <a:lnTo>
                  <a:pt x="837844" y="4408"/>
                </a:lnTo>
                <a:lnTo>
                  <a:pt x="901707" y="9764"/>
                </a:lnTo>
                <a:lnTo>
                  <a:pt x="963157" y="17086"/>
                </a:lnTo>
                <a:lnTo>
                  <a:pt x="1021898" y="26270"/>
                </a:lnTo>
                <a:lnTo>
                  <a:pt x="1077634" y="37215"/>
                </a:lnTo>
                <a:lnTo>
                  <a:pt x="1130072" y="49817"/>
                </a:lnTo>
                <a:lnTo>
                  <a:pt x="1178916" y="63975"/>
                </a:lnTo>
                <a:lnTo>
                  <a:pt x="1223872" y="79585"/>
                </a:lnTo>
                <a:lnTo>
                  <a:pt x="1264643" y="96546"/>
                </a:lnTo>
                <a:lnTo>
                  <a:pt x="1300935" y="114754"/>
                </a:lnTo>
                <a:lnTo>
                  <a:pt x="1358903" y="154505"/>
                </a:lnTo>
                <a:lnTo>
                  <a:pt x="1395414" y="198018"/>
                </a:lnTo>
                <a:lnTo>
                  <a:pt x="1408109" y="244474"/>
                </a:lnTo>
                <a:lnTo>
                  <a:pt x="1404886" y="268019"/>
                </a:lnTo>
                <a:lnTo>
                  <a:pt x="1379988" y="313106"/>
                </a:lnTo>
                <a:lnTo>
                  <a:pt x="1332453" y="354841"/>
                </a:lnTo>
                <a:lnTo>
                  <a:pt x="1264643" y="392403"/>
                </a:lnTo>
                <a:lnTo>
                  <a:pt x="1223872" y="409364"/>
                </a:lnTo>
                <a:lnTo>
                  <a:pt x="1178916" y="424974"/>
                </a:lnTo>
                <a:lnTo>
                  <a:pt x="1130072" y="439132"/>
                </a:lnTo>
                <a:lnTo>
                  <a:pt x="1077634" y="451734"/>
                </a:lnTo>
                <a:lnTo>
                  <a:pt x="1021898" y="462678"/>
                </a:lnTo>
                <a:lnTo>
                  <a:pt x="963157" y="471863"/>
                </a:lnTo>
                <a:lnTo>
                  <a:pt x="901707" y="479184"/>
                </a:lnTo>
                <a:lnTo>
                  <a:pt x="837844" y="484541"/>
                </a:lnTo>
                <a:lnTo>
                  <a:pt x="771862" y="487830"/>
                </a:lnTo>
                <a:lnTo>
                  <a:pt x="704056" y="488949"/>
                </a:lnTo>
                <a:lnTo>
                  <a:pt x="636251" y="487830"/>
                </a:lnTo>
                <a:lnTo>
                  <a:pt x="570269" y="484541"/>
                </a:lnTo>
                <a:lnTo>
                  <a:pt x="506406" y="479184"/>
                </a:lnTo>
                <a:lnTo>
                  <a:pt x="444956" y="471863"/>
                </a:lnTo>
                <a:lnTo>
                  <a:pt x="386215" y="462678"/>
                </a:lnTo>
                <a:lnTo>
                  <a:pt x="330478" y="451734"/>
                </a:lnTo>
                <a:lnTo>
                  <a:pt x="278040" y="439132"/>
                </a:lnTo>
                <a:lnTo>
                  <a:pt x="229195" y="424974"/>
                </a:lnTo>
                <a:lnTo>
                  <a:pt x="184240" y="409364"/>
                </a:lnTo>
                <a:lnTo>
                  <a:pt x="143468" y="392403"/>
                </a:lnTo>
                <a:lnTo>
                  <a:pt x="107175" y="374195"/>
                </a:lnTo>
                <a:lnTo>
                  <a:pt x="49207" y="334444"/>
                </a:lnTo>
                <a:lnTo>
                  <a:pt x="12695" y="290930"/>
                </a:lnTo>
                <a:lnTo>
                  <a:pt x="0" y="244474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662036" y="1617230"/>
            <a:ext cx="617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No</a:t>
            </a:r>
            <a:r>
              <a:rPr sz="2400" spc="-5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262786" y="2219210"/>
            <a:ext cx="1408430" cy="488950"/>
          </a:xfrm>
          <a:custGeom>
            <a:avLst/>
            <a:gdLst/>
            <a:ahLst/>
            <a:cxnLst/>
            <a:rect l="l" t="t" r="r" b="b"/>
            <a:pathLst>
              <a:path w="1408429" h="488950">
                <a:moveTo>
                  <a:pt x="704049" y="0"/>
                </a:moveTo>
                <a:lnTo>
                  <a:pt x="636245" y="1119"/>
                </a:lnTo>
                <a:lnTo>
                  <a:pt x="570264" y="4408"/>
                </a:lnTo>
                <a:lnTo>
                  <a:pt x="506401" y="9764"/>
                </a:lnTo>
                <a:lnTo>
                  <a:pt x="444952" y="17085"/>
                </a:lnTo>
                <a:lnTo>
                  <a:pt x="386212" y="26269"/>
                </a:lnTo>
                <a:lnTo>
                  <a:pt x="330475" y="37213"/>
                </a:lnTo>
                <a:lnTo>
                  <a:pt x="278037" y="49815"/>
                </a:lnTo>
                <a:lnTo>
                  <a:pt x="229193" y="63972"/>
                </a:lnTo>
                <a:lnTo>
                  <a:pt x="184238" y="79582"/>
                </a:lnTo>
                <a:lnTo>
                  <a:pt x="143467" y="96543"/>
                </a:lnTo>
                <a:lnTo>
                  <a:pt x="107174" y="114751"/>
                </a:lnTo>
                <a:lnTo>
                  <a:pt x="49206" y="154503"/>
                </a:lnTo>
                <a:lnTo>
                  <a:pt x="12695" y="198017"/>
                </a:lnTo>
                <a:lnTo>
                  <a:pt x="0" y="244475"/>
                </a:lnTo>
                <a:lnTo>
                  <a:pt x="3222" y="268018"/>
                </a:lnTo>
                <a:lnTo>
                  <a:pt x="28121" y="313104"/>
                </a:lnTo>
                <a:lnTo>
                  <a:pt x="75656" y="354838"/>
                </a:lnTo>
                <a:lnTo>
                  <a:pt x="143467" y="392401"/>
                </a:lnTo>
                <a:lnTo>
                  <a:pt x="184238" y="409362"/>
                </a:lnTo>
                <a:lnTo>
                  <a:pt x="229193" y="424972"/>
                </a:lnTo>
                <a:lnTo>
                  <a:pt x="278037" y="439130"/>
                </a:lnTo>
                <a:lnTo>
                  <a:pt x="330475" y="451733"/>
                </a:lnTo>
                <a:lnTo>
                  <a:pt x="386212" y="462677"/>
                </a:lnTo>
                <a:lnTo>
                  <a:pt x="444952" y="471862"/>
                </a:lnTo>
                <a:lnTo>
                  <a:pt x="506401" y="479184"/>
                </a:lnTo>
                <a:lnTo>
                  <a:pt x="570264" y="484541"/>
                </a:lnTo>
                <a:lnTo>
                  <a:pt x="636245" y="487830"/>
                </a:lnTo>
                <a:lnTo>
                  <a:pt x="704049" y="488950"/>
                </a:lnTo>
                <a:lnTo>
                  <a:pt x="771856" y="487830"/>
                </a:lnTo>
                <a:lnTo>
                  <a:pt x="837839" y="484541"/>
                </a:lnTo>
                <a:lnTo>
                  <a:pt x="901703" y="479184"/>
                </a:lnTo>
                <a:lnTo>
                  <a:pt x="963154" y="471862"/>
                </a:lnTo>
                <a:lnTo>
                  <a:pt x="1021895" y="462677"/>
                </a:lnTo>
                <a:lnTo>
                  <a:pt x="1077633" y="451733"/>
                </a:lnTo>
                <a:lnTo>
                  <a:pt x="1130072" y="439130"/>
                </a:lnTo>
                <a:lnTo>
                  <a:pt x="1178916" y="424972"/>
                </a:lnTo>
                <a:lnTo>
                  <a:pt x="1223872" y="409362"/>
                </a:lnTo>
                <a:lnTo>
                  <a:pt x="1264644" y="392401"/>
                </a:lnTo>
                <a:lnTo>
                  <a:pt x="1300937" y="374192"/>
                </a:lnTo>
                <a:lnTo>
                  <a:pt x="1358905" y="334441"/>
                </a:lnTo>
                <a:lnTo>
                  <a:pt x="1395417" y="290929"/>
                </a:lnTo>
                <a:lnTo>
                  <a:pt x="1408112" y="244475"/>
                </a:lnTo>
                <a:lnTo>
                  <a:pt x="1404889" y="220929"/>
                </a:lnTo>
                <a:lnTo>
                  <a:pt x="1379991" y="175840"/>
                </a:lnTo>
                <a:lnTo>
                  <a:pt x="1332455" y="134105"/>
                </a:lnTo>
                <a:lnTo>
                  <a:pt x="1264644" y="96543"/>
                </a:lnTo>
                <a:lnTo>
                  <a:pt x="1223872" y="79582"/>
                </a:lnTo>
                <a:lnTo>
                  <a:pt x="1178916" y="63972"/>
                </a:lnTo>
                <a:lnTo>
                  <a:pt x="1130072" y="49815"/>
                </a:lnTo>
                <a:lnTo>
                  <a:pt x="1077633" y="37213"/>
                </a:lnTo>
                <a:lnTo>
                  <a:pt x="1021895" y="26269"/>
                </a:lnTo>
                <a:lnTo>
                  <a:pt x="963154" y="17085"/>
                </a:lnTo>
                <a:lnTo>
                  <a:pt x="901703" y="9764"/>
                </a:lnTo>
                <a:lnTo>
                  <a:pt x="837839" y="4408"/>
                </a:lnTo>
                <a:lnTo>
                  <a:pt x="771856" y="1119"/>
                </a:lnTo>
                <a:lnTo>
                  <a:pt x="704049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262786" y="2219210"/>
            <a:ext cx="1408430" cy="488950"/>
          </a:xfrm>
          <a:custGeom>
            <a:avLst/>
            <a:gdLst/>
            <a:ahLst/>
            <a:cxnLst/>
            <a:rect l="l" t="t" r="r" b="b"/>
            <a:pathLst>
              <a:path w="1408429" h="488950">
                <a:moveTo>
                  <a:pt x="0" y="244474"/>
                </a:moveTo>
                <a:lnTo>
                  <a:pt x="12695" y="198018"/>
                </a:lnTo>
                <a:lnTo>
                  <a:pt x="49207" y="154505"/>
                </a:lnTo>
                <a:lnTo>
                  <a:pt x="107175" y="114754"/>
                </a:lnTo>
                <a:lnTo>
                  <a:pt x="143468" y="96545"/>
                </a:lnTo>
                <a:lnTo>
                  <a:pt x="184240" y="79585"/>
                </a:lnTo>
                <a:lnTo>
                  <a:pt x="229195" y="63974"/>
                </a:lnTo>
                <a:lnTo>
                  <a:pt x="278040" y="49817"/>
                </a:lnTo>
                <a:lnTo>
                  <a:pt x="330478" y="37215"/>
                </a:lnTo>
                <a:lnTo>
                  <a:pt x="386215" y="26270"/>
                </a:lnTo>
                <a:lnTo>
                  <a:pt x="444956" y="17086"/>
                </a:lnTo>
                <a:lnTo>
                  <a:pt x="506406" y="9764"/>
                </a:lnTo>
                <a:lnTo>
                  <a:pt x="570269" y="4408"/>
                </a:lnTo>
                <a:lnTo>
                  <a:pt x="636251" y="1119"/>
                </a:lnTo>
                <a:lnTo>
                  <a:pt x="704056" y="0"/>
                </a:lnTo>
                <a:lnTo>
                  <a:pt x="771862" y="1119"/>
                </a:lnTo>
                <a:lnTo>
                  <a:pt x="837844" y="4408"/>
                </a:lnTo>
                <a:lnTo>
                  <a:pt x="901707" y="9764"/>
                </a:lnTo>
                <a:lnTo>
                  <a:pt x="963157" y="17086"/>
                </a:lnTo>
                <a:lnTo>
                  <a:pt x="1021898" y="26270"/>
                </a:lnTo>
                <a:lnTo>
                  <a:pt x="1077634" y="37215"/>
                </a:lnTo>
                <a:lnTo>
                  <a:pt x="1130072" y="49817"/>
                </a:lnTo>
                <a:lnTo>
                  <a:pt x="1178916" y="63974"/>
                </a:lnTo>
                <a:lnTo>
                  <a:pt x="1223872" y="79585"/>
                </a:lnTo>
                <a:lnTo>
                  <a:pt x="1264643" y="96545"/>
                </a:lnTo>
                <a:lnTo>
                  <a:pt x="1300935" y="114754"/>
                </a:lnTo>
                <a:lnTo>
                  <a:pt x="1358903" y="154505"/>
                </a:lnTo>
                <a:lnTo>
                  <a:pt x="1395414" y="198018"/>
                </a:lnTo>
                <a:lnTo>
                  <a:pt x="1408109" y="244474"/>
                </a:lnTo>
                <a:lnTo>
                  <a:pt x="1404886" y="268019"/>
                </a:lnTo>
                <a:lnTo>
                  <a:pt x="1379988" y="313106"/>
                </a:lnTo>
                <a:lnTo>
                  <a:pt x="1332453" y="354841"/>
                </a:lnTo>
                <a:lnTo>
                  <a:pt x="1264643" y="392403"/>
                </a:lnTo>
                <a:lnTo>
                  <a:pt x="1223872" y="409364"/>
                </a:lnTo>
                <a:lnTo>
                  <a:pt x="1178916" y="424974"/>
                </a:lnTo>
                <a:lnTo>
                  <a:pt x="1130072" y="439132"/>
                </a:lnTo>
                <a:lnTo>
                  <a:pt x="1077634" y="451734"/>
                </a:lnTo>
                <a:lnTo>
                  <a:pt x="1021898" y="462678"/>
                </a:lnTo>
                <a:lnTo>
                  <a:pt x="963157" y="471863"/>
                </a:lnTo>
                <a:lnTo>
                  <a:pt x="901707" y="479184"/>
                </a:lnTo>
                <a:lnTo>
                  <a:pt x="837844" y="484541"/>
                </a:lnTo>
                <a:lnTo>
                  <a:pt x="771862" y="487830"/>
                </a:lnTo>
                <a:lnTo>
                  <a:pt x="704056" y="488949"/>
                </a:lnTo>
                <a:lnTo>
                  <a:pt x="636251" y="487830"/>
                </a:lnTo>
                <a:lnTo>
                  <a:pt x="570269" y="484541"/>
                </a:lnTo>
                <a:lnTo>
                  <a:pt x="506406" y="479184"/>
                </a:lnTo>
                <a:lnTo>
                  <a:pt x="444956" y="471863"/>
                </a:lnTo>
                <a:lnTo>
                  <a:pt x="386215" y="462678"/>
                </a:lnTo>
                <a:lnTo>
                  <a:pt x="330478" y="451734"/>
                </a:lnTo>
                <a:lnTo>
                  <a:pt x="278040" y="439132"/>
                </a:lnTo>
                <a:lnTo>
                  <a:pt x="229195" y="424974"/>
                </a:lnTo>
                <a:lnTo>
                  <a:pt x="184240" y="409364"/>
                </a:lnTo>
                <a:lnTo>
                  <a:pt x="143468" y="392403"/>
                </a:lnTo>
                <a:lnTo>
                  <a:pt x="107175" y="374195"/>
                </a:lnTo>
                <a:lnTo>
                  <a:pt x="49207" y="334444"/>
                </a:lnTo>
                <a:lnTo>
                  <a:pt x="12695" y="290930"/>
                </a:lnTo>
                <a:lnTo>
                  <a:pt x="0" y="244474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458836" y="2268105"/>
            <a:ext cx="10198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P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rüf</a:t>
            </a:r>
            <a:r>
              <a:rPr sz="2400" u="heavy" spc="-1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ei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079472" y="3033598"/>
            <a:ext cx="1409700" cy="488950"/>
          </a:xfrm>
          <a:custGeom>
            <a:avLst/>
            <a:gdLst/>
            <a:ahLst/>
            <a:cxnLst/>
            <a:rect l="l" t="t" r="r" b="b"/>
            <a:pathLst>
              <a:path w="1409700" h="488950">
                <a:moveTo>
                  <a:pt x="704852" y="0"/>
                </a:moveTo>
                <a:lnTo>
                  <a:pt x="636970" y="1119"/>
                </a:lnTo>
                <a:lnTo>
                  <a:pt x="570913" y="4408"/>
                </a:lnTo>
                <a:lnTo>
                  <a:pt x="506978" y="9765"/>
                </a:lnTo>
                <a:lnTo>
                  <a:pt x="445459" y="17087"/>
                </a:lnTo>
                <a:lnTo>
                  <a:pt x="386651" y="26272"/>
                </a:lnTo>
                <a:lnTo>
                  <a:pt x="330851" y="37216"/>
                </a:lnTo>
                <a:lnTo>
                  <a:pt x="278354" y="49819"/>
                </a:lnTo>
                <a:lnTo>
                  <a:pt x="229454" y="63977"/>
                </a:lnTo>
                <a:lnTo>
                  <a:pt x="184448" y="79587"/>
                </a:lnTo>
                <a:lnTo>
                  <a:pt x="143630" y="96548"/>
                </a:lnTo>
                <a:lnTo>
                  <a:pt x="107296" y="114757"/>
                </a:lnTo>
                <a:lnTo>
                  <a:pt x="49262" y="154508"/>
                </a:lnTo>
                <a:lnTo>
                  <a:pt x="12709" y="198020"/>
                </a:lnTo>
                <a:lnTo>
                  <a:pt x="0" y="244475"/>
                </a:lnTo>
                <a:lnTo>
                  <a:pt x="3226" y="268018"/>
                </a:lnTo>
                <a:lnTo>
                  <a:pt x="28153" y="313104"/>
                </a:lnTo>
                <a:lnTo>
                  <a:pt x="75742" y="354838"/>
                </a:lnTo>
                <a:lnTo>
                  <a:pt x="143630" y="392401"/>
                </a:lnTo>
                <a:lnTo>
                  <a:pt x="184448" y="409362"/>
                </a:lnTo>
                <a:lnTo>
                  <a:pt x="229454" y="424972"/>
                </a:lnTo>
                <a:lnTo>
                  <a:pt x="278354" y="439130"/>
                </a:lnTo>
                <a:lnTo>
                  <a:pt x="330851" y="451733"/>
                </a:lnTo>
                <a:lnTo>
                  <a:pt x="386651" y="462677"/>
                </a:lnTo>
                <a:lnTo>
                  <a:pt x="445459" y="471862"/>
                </a:lnTo>
                <a:lnTo>
                  <a:pt x="506978" y="479184"/>
                </a:lnTo>
                <a:lnTo>
                  <a:pt x="570913" y="484541"/>
                </a:lnTo>
                <a:lnTo>
                  <a:pt x="636970" y="487830"/>
                </a:lnTo>
                <a:lnTo>
                  <a:pt x="704852" y="488950"/>
                </a:lnTo>
                <a:lnTo>
                  <a:pt x="772734" y="487830"/>
                </a:lnTo>
                <a:lnTo>
                  <a:pt x="838791" y="484541"/>
                </a:lnTo>
                <a:lnTo>
                  <a:pt x="902726" y="479184"/>
                </a:lnTo>
                <a:lnTo>
                  <a:pt x="964245" y="471862"/>
                </a:lnTo>
                <a:lnTo>
                  <a:pt x="1023052" y="462677"/>
                </a:lnTo>
                <a:lnTo>
                  <a:pt x="1078852" y="451733"/>
                </a:lnTo>
                <a:lnTo>
                  <a:pt x="1131349" y="439130"/>
                </a:lnTo>
                <a:lnTo>
                  <a:pt x="1180249" y="424972"/>
                </a:lnTo>
                <a:lnTo>
                  <a:pt x="1225255" y="409362"/>
                </a:lnTo>
                <a:lnTo>
                  <a:pt x="1266073" y="392401"/>
                </a:lnTo>
                <a:lnTo>
                  <a:pt x="1302406" y="374192"/>
                </a:lnTo>
                <a:lnTo>
                  <a:pt x="1360440" y="334441"/>
                </a:lnTo>
                <a:lnTo>
                  <a:pt x="1396993" y="290929"/>
                </a:lnTo>
                <a:lnTo>
                  <a:pt x="1409702" y="244475"/>
                </a:lnTo>
                <a:lnTo>
                  <a:pt x="1406475" y="220931"/>
                </a:lnTo>
                <a:lnTo>
                  <a:pt x="1381549" y="175845"/>
                </a:lnTo>
                <a:lnTo>
                  <a:pt x="1333960" y="134111"/>
                </a:lnTo>
                <a:lnTo>
                  <a:pt x="1266073" y="96548"/>
                </a:lnTo>
                <a:lnTo>
                  <a:pt x="1225255" y="79587"/>
                </a:lnTo>
                <a:lnTo>
                  <a:pt x="1180249" y="63977"/>
                </a:lnTo>
                <a:lnTo>
                  <a:pt x="1131349" y="49819"/>
                </a:lnTo>
                <a:lnTo>
                  <a:pt x="1078852" y="37216"/>
                </a:lnTo>
                <a:lnTo>
                  <a:pt x="1023052" y="26272"/>
                </a:lnTo>
                <a:lnTo>
                  <a:pt x="964245" y="17087"/>
                </a:lnTo>
                <a:lnTo>
                  <a:pt x="902726" y="9765"/>
                </a:lnTo>
                <a:lnTo>
                  <a:pt x="838791" y="4408"/>
                </a:lnTo>
                <a:lnTo>
                  <a:pt x="772734" y="1119"/>
                </a:lnTo>
                <a:lnTo>
                  <a:pt x="704852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079472" y="3033598"/>
            <a:ext cx="1409700" cy="488950"/>
          </a:xfrm>
          <a:custGeom>
            <a:avLst/>
            <a:gdLst/>
            <a:ahLst/>
            <a:cxnLst/>
            <a:rect l="l" t="t" r="r" b="b"/>
            <a:pathLst>
              <a:path w="1409700" h="488950">
                <a:moveTo>
                  <a:pt x="0" y="244474"/>
                </a:moveTo>
                <a:lnTo>
                  <a:pt x="12709" y="198018"/>
                </a:lnTo>
                <a:lnTo>
                  <a:pt x="49262" y="154505"/>
                </a:lnTo>
                <a:lnTo>
                  <a:pt x="107296" y="114754"/>
                </a:lnTo>
                <a:lnTo>
                  <a:pt x="143629" y="96545"/>
                </a:lnTo>
                <a:lnTo>
                  <a:pt x="184447" y="79585"/>
                </a:lnTo>
                <a:lnTo>
                  <a:pt x="229453" y="63974"/>
                </a:lnTo>
                <a:lnTo>
                  <a:pt x="278353" y="49817"/>
                </a:lnTo>
                <a:lnTo>
                  <a:pt x="330850" y="37215"/>
                </a:lnTo>
                <a:lnTo>
                  <a:pt x="386650" y="26270"/>
                </a:lnTo>
                <a:lnTo>
                  <a:pt x="445457" y="17086"/>
                </a:lnTo>
                <a:lnTo>
                  <a:pt x="506976" y="9764"/>
                </a:lnTo>
                <a:lnTo>
                  <a:pt x="570911" y="4408"/>
                </a:lnTo>
                <a:lnTo>
                  <a:pt x="636967" y="1119"/>
                </a:lnTo>
                <a:lnTo>
                  <a:pt x="704849" y="0"/>
                </a:lnTo>
                <a:lnTo>
                  <a:pt x="772731" y="1119"/>
                </a:lnTo>
                <a:lnTo>
                  <a:pt x="838787" y="4408"/>
                </a:lnTo>
                <a:lnTo>
                  <a:pt x="902723" y="9764"/>
                </a:lnTo>
                <a:lnTo>
                  <a:pt x="964242" y="17086"/>
                </a:lnTo>
                <a:lnTo>
                  <a:pt x="1023049" y="26270"/>
                </a:lnTo>
                <a:lnTo>
                  <a:pt x="1078849" y="37215"/>
                </a:lnTo>
                <a:lnTo>
                  <a:pt x="1131346" y="49817"/>
                </a:lnTo>
                <a:lnTo>
                  <a:pt x="1180245" y="63974"/>
                </a:lnTo>
                <a:lnTo>
                  <a:pt x="1225252" y="79585"/>
                </a:lnTo>
                <a:lnTo>
                  <a:pt x="1266069" y="96545"/>
                </a:lnTo>
                <a:lnTo>
                  <a:pt x="1302403" y="114754"/>
                </a:lnTo>
                <a:lnTo>
                  <a:pt x="1360436" y="154505"/>
                </a:lnTo>
                <a:lnTo>
                  <a:pt x="1396989" y="198018"/>
                </a:lnTo>
                <a:lnTo>
                  <a:pt x="1409698" y="244474"/>
                </a:lnTo>
                <a:lnTo>
                  <a:pt x="1406472" y="268019"/>
                </a:lnTo>
                <a:lnTo>
                  <a:pt x="1381545" y="313106"/>
                </a:lnTo>
                <a:lnTo>
                  <a:pt x="1333957" y="354841"/>
                </a:lnTo>
                <a:lnTo>
                  <a:pt x="1266069" y="392403"/>
                </a:lnTo>
                <a:lnTo>
                  <a:pt x="1225252" y="409364"/>
                </a:lnTo>
                <a:lnTo>
                  <a:pt x="1180245" y="424974"/>
                </a:lnTo>
                <a:lnTo>
                  <a:pt x="1131346" y="439132"/>
                </a:lnTo>
                <a:lnTo>
                  <a:pt x="1078849" y="451734"/>
                </a:lnTo>
                <a:lnTo>
                  <a:pt x="1023049" y="462678"/>
                </a:lnTo>
                <a:lnTo>
                  <a:pt x="964242" y="471863"/>
                </a:lnTo>
                <a:lnTo>
                  <a:pt x="902723" y="479184"/>
                </a:lnTo>
                <a:lnTo>
                  <a:pt x="838787" y="484541"/>
                </a:lnTo>
                <a:lnTo>
                  <a:pt x="772731" y="487830"/>
                </a:lnTo>
                <a:lnTo>
                  <a:pt x="704849" y="488949"/>
                </a:lnTo>
                <a:lnTo>
                  <a:pt x="636967" y="487830"/>
                </a:lnTo>
                <a:lnTo>
                  <a:pt x="570911" y="484541"/>
                </a:lnTo>
                <a:lnTo>
                  <a:pt x="506976" y="479184"/>
                </a:lnTo>
                <a:lnTo>
                  <a:pt x="445457" y="471863"/>
                </a:lnTo>
                <a:lnTo>
                  <a:pt x="386650" y="462678"/>
                </a:lnTo>
                <a:lnTo>
                  <a:pt x="330850" y="451734"/>
                </a:lnTo>
                <a:lnTo>
                  <a:pt x="278353" y="439132"/>
                </a:lnTo>
                <a:lnTo>
                  <a:pt x="229453" y="424974"/>
                </a:lnTo>
                <a:lnTo>
                  <a:pt x="184447" y="409364"/>
                </a:lnTo>
                <a:lnTo>
                  <a:pt x="143629" y="392403"/>
                </a:lnTo>
                <a:lnTo>
                  <a:pt x="107296" y="374195"/>
                </a:lnTo>
                <a:lnTo>
                  <a:pt x="49262" y="334444"/>
                </a:lnTo>
                <a:lnTo>
                  <a:pt x="12709" y="290930"/>
                </a:lnTo>
                <a:lnTo>
                  <a:pt x="0" y="244474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313853" y="3082493"/>
            <a:ext cx="939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at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rNr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271811" y="3195523"/>
            <a:ext cx="1565275" cy="814705"/>
          </a:xfrm>
          <a:custGeom>
            <a:avLst/>
            <a:gdLst/>
            <a:ahLst/>
            <a:cxnLst/>
            <a:rect l="l" t="t" r="r" b="b"/>
            <a:pathLst>
              <a:path w="1565275" h="814704">
                <a:moveTo>
                  <a:pt x="782637" y="0"/>
                </a:moveTo>
                <a:lnTo>
                  <a:pt x="0" y="407200"/>
                </a:lnTo>
                <a:lnTo>
                  <a:pt x="782637" y="814387"/>
                </a:lnTo>
                <a:lnTo>
                  <a:pt x="1565275" y="407200"/>
                </a:lnTo>
                <a:lnTo>
                  <a:pt x="782637" y="0"/>
                </a:lnTo>
                <a:close/>
              </a:path>
            </a:pathLst>
          </a:custGeom>
          <a:solidFill>
            <a:srgbClr val="73F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271812" y="3195523"/>
            <a:ext cx="1565275" cy="814705"/>
          </a:xfrm>
          <a:custGeom>
            <a:avLst/>
            <a:gdLst/>
            <a:ahLst/>
            <a:cxnLst/>
            <a:rect l="l" t="t" r="r" b="b"/>
            <a:pathLst>
              <a:path w="1565275" h="814704">
                <a:moveTo>
                  <a:pt x="0" y="407193"/>
                </a:moveTo>
                <a:lnTo>
                  <a:pt x="782637" y="0"/>
                </a:lnTo>
                <a:lnTo>
                  <a:pt x="1565278" y="407193"/>
                </a:lnTo>
                <a:lnTo>
                  <a:pt x="782637" y="814386"/>
                </a:lnTo>
                <a:lnTo>
                  <a:pt x="0" y="407193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462464" y="3407143"/>
            <a:ext cx="11766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umfassen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706537" y="3928948"/>
            <a:ext cx="1408430" cy="488950"/>
          </a:xfrm>
          <a:custGeom>
            <a:avLst/>
            <a:gdLst/>
            <a:ahLst/>
            <a:cxnLst/>
            <a:rect l="l" t="t" r="r" b="b"/>
            <a:pathLst>
              <a:path w="1408430" h="488950">
                <a:moveTo>
                  <a:pt x="704049" y="0"/>
                </a:moveTo>
                <a:lnTo>
                  <a:pt x="636245" y="1119"/>
                </a:lnTo>
                <a:lnTo>
                  <a:pt x="570264" y="4408"/>
                </a:lnTo>
                <a:lnTo>
                  <a:pt x="506401" y="9765"/>
                </a:lnTo>
                <a:lnTo>
                  <a:pt x="444952" y="17087"/>
                </a:lnTo>
                <a:lnTo>
                  <a:pt x="386212" y="26272"/>
                </a:lnTo>
                <a:lnTo>
                  <a:pt x="330475" y="37216"/>
                </a:lnTo>
                <a:lnTo>
                  <a:pt x="278037" y="49819"/>
                </a:lnTo>
                <a:lnTo>
                  <a:pt x="229193" y="63977"/>
                </a:lnTo>
                <a:lnTo>
                  <a:pt x="184238" y="79587"/>
                </a:lnTo>
                <a:lnTo>
                  <a:pt x="143467" y="96548"/>
                </a:lnTo>
                <a:lnTo>
                  <a:pt x="107174" y="114757"/>
                </a:lnTo>
                <a:lnTo>
                  <a:pt x="49206" y="154508"/>
                </a:lnTo>
                <a:lnTo>
                  <a:pt x="12695" y="198020"/>
                </a:lnTo>
                <a:lnTo>
                  <a:pt x="0" y="244475"/>
                </a:lnTo>
                <a:lnTo>
                  <a:pt x="3222" y="268018"/>
                </a:lnTo>
                <a:lnTo>
                  <a:pt x="28121" y="313104"/>
                </a:lnTo>
                <a:lnTo>
                  <a:pt x="75656" y="354838"/>
                </a:lnTo>
                <a:lnTo>
                  <a:pt x="143467" y="392401"/>
                </a:lnTo>
                <a:lnTo>
                  <a:pt x="184238" y="409362"/>
                </a:lnTo>
                <a:lnTo>
                  <a:pt x="229193" y="424972"/>
                </a:lnTo>
                <a:lnTo>
                  <a:pt x="278037" y="439130"/>
                </a:lnTo>
                <a:lnTo>
                  <a:pt x="330475" y="451733"/>
                </a:lnTo>
                <a:lnTo>
                  <a:pt x="386212" y="462677"/>
                </a:lnTo>
                <a:lnTo>
                  <a:pt x="444952" y="471862"/>
                </a:lnTo>
                <a:lnTo>
                  <a:pt x="506401" y="479184"/>
                </a:lnTo>
                <a:lnTo>
                  <a:pt x="570264" y="484541"/>
                </a:lnTo>
                <a:lnTo>
                  <a:pt x="636245" y="487830"/>
                </a:lnTo>
                <a:lnTo>
                  <a:pt x="704049" y="488950"/>
                </a:lnTo>
                <a:lnTo>
                  <a:pt x="771856" y="487830"/>
                </a:lnTo>
                <a:lnTo>
                  <a:pt x="837839" y="484541"/>
                </a:lnTo>
                <a:lnTo>
                  <a:pt x="901703" y="479184"/>
                </a:lnTo>
                <a:lnTo>
                  <a:pt x="963154" y="471862"/>
                </a:lnTo>
                <a:lnTo>
                  <a:pt x="1021895" y="462677"/>
                </a:lnTo>
                <a:lnTo>
                  <a:pt x="1077633" y="451733"/>
                </a:lnTo>
                <a:lnTo>
                  <a:pt x="1130072" y="439130"/>
                </a:lnTo>
                <a:lnTo>
                  <a:pt x="1178916" y="424972"/>
                </a:lnTo>
                <a:lnTo>
                  <a:pt x="1223872" y="409362"/>
                </a:lnTo>
                <a:lnTo>
                  <a:pt x="1264644" y="392401"/>
                </a:lnTo>
                <a:lnTo>
                  <a:pt x="1300937" y="374192"/>
                </a:lnTo>
                <a:lnTo>
                  <a:pt x="1358905" y="334441"/>
                </a:lnTo>
                <a:lnTo>
                  <a:pt x="1395417" y="290929"/>
                </a:lnTo>
                <a:lnTo>
                  <a:pt x="1408112" y="244475"/>
                </a:lnTo>
                <a:lnTo>
                  <a:pt x="1404889" y="220931"/>
                </a:lnTo>
                <a:lnTo>
                  <a:pt x="1379991" y="175845"/>
                </a:lnTo>
                <a:lnTo>
                  <a:pt x="1332455" y="134111"/>
                </a:lnTo>
                <a:lnTo>
                  <a:pt x="1264644" y="96548"/>
                </a:lnTo>
                <a:lnTo>
                  <a:pt x="1223872" y="79587"/>
                </a:lnTo>
                <a:lnTo>
                  <a:pt x="1178916" y="63977"/>
                </a:lnTo>
                <a:lnTo>
                  <a:pt x="1130072" y="49819"/>
                </a:lnTo>
                <a:lnTo>
                  <a:pt x="1077633" y="37216"/>
                </a:lnTo>
                <a:lnTo>
                  <a:pt x="1021895" y="26272"/>
                </a:lnTo>
                <a:lnTo>
                  <a:pt x="963154" y="17087"/>
                </a:lnTo>
                <a:lnTo>
                  <a:pt x="901703" y="9765"/>
                </a:lnTo>
                <a:lnTo>
                  <a:pt x="837839" y="4408"/>
                </a:lnTo>
                <a:lnTo>
                  <a:pt x="771856" y="1119"/>
                </a:lnTo>
                <a:lnTo>
                  <a:pt x="704049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706537" y="3928948"/>
            <a:ext cx="1408430" cy="488950"/>
          </a:xfrm>
          <a:custGeom>
            <a:avLst/>
            <a:gdLst/>
            <a:ahLst/>
            <a:cxnLst/>
            <a:rect l="l" t="t" r="r" b="b"/>
            <a:pathLst>
              <a:path w="1408430" h="488950">
                <a:moveTo>
                  <a:pt x="0" y="244474"/>
                </a:moveTo>
                <a:lnTo>
                  <a:pt x="12695" y="198018"/>
                </a:lnTo>
                <a:lnTo>
                  <a:pt x="49207" y="154505"/>
                </a:lnTo>
                <a:lnTo>
                  <a:pt x="107175" y="114754"/>
                </a:lnTo>
                <a:lnTo>
                  <a:pt x="143468" y="96545"/>
                </a:lnTo>
                <a:lnTo>
                  <a:pt x="184240" y="79585"/>
                </a:lnTo>
                <a:lnTo>
                  <a:pt x="229195" y="63975"/>
                </a:lnTo>
                <a:lnTo>
                  <a:pt x="278040" y="49817"/>
                </a:lnTo>
                <a:lnTo>
                  <a:pt x="330478" y="37215"/>
                </a:lnTo>
                <a:lnTo>
                  <a:pt x="386215" y="26270"/>
                </a:lnTo>
                <a:lnTo>
                  <a:pt x="444956" y="17086"/>
                </a:lnTo>
                <a:lnTo>
                  <a:pt x="506406" y="9764"/>
                </a:lnTo>
                <a:lnTo>
                  <a:pt x="570269" y="4408"/>
                </a:lnTo>
                <a:lnTo>
                  <a:pt x="636251" y="1119"/>
                </a:lnTo>
                <a:lnTo>
                  <a:pt x="704056" y="0"/>
                </a:lnTo>
                <a:lnTo>
                  <a:pt x="771862" y="1119"/>
                </a:lnTo>
                <a:lnTo>
                  <a:pt x="837844" y="4408"/>
                </a:lnTo>
                <a:lnTo>
                  <a:pt x="901707" y="9764"/>
                </a:lnTo>
                <a:lnTo>
                  <a:pt x="963157" y="17086"/>
                </a:lnTo>
                <a:lnTo>
                  <a:pt x="1021897" y="26270"/>
                </a:lnTo>
                <a:lnTo>
                  <a:pt x="1077634" y="37215"/>
                </a:lnTo>
                <a:lnTo>
                  <a:pt x="1130072" y="49817"/>
                </a:lnTo>
                <a:lnTo>
                  <a:pt x="1178916" y="63975"/>
                </a:lnTo>
                <a:lnTo>
                  <a:pt x="1223871" y="79585"/>
                </a:lnTo>
                <a:lnTo>
                  <a:pt x="1264643" y="96545"/>
                </a:lnTo>
                <a:lnTo>
                  <a:pt x="1300935" y="114754"/>
                </a:lnTo>
                <a:lnTo>
                  <a:pt x="1358902" y="154505"/>
                </a:lnTo>
                <a:lnTo>
                  <a:pt x="1395414" y="198018"/>
                </a:lnTo>
                <a:lnTo>
                  <a:pt x="1408109" y="244474"/>
                </a:lnTo>
                <a:lnTo>
                  <a:pt x="1404886" y="268019"/>
                </a:lnTo>
                <a:lnTo>
                  <a:pt x="1379987" y="313106"/>
                </a:lnTo>
                <a:lnTo>
                  <a:pt x="1332453" y="354841"/>
                </a:lnTo>
                <a:lnTo>
                  <a:pt x="1264643" y="392403"/>
                </a:lnTo>
                <a:lnTo>
                  <a:pt x="1223871" y="409364"/>
                </a:lnTo>
                <a:lnTo>
                  <a:pt x="1178916" y="424974"/>
                </a:lnTo>
                <a:lnTo>
                  <a:pt x="1130072" y="439132"/>
                </a:lnTo>
                <a:lnTo>
                  <a:pt x="1077634" y="451734"/>
                </a:lnTo>
                <a:lnTo>
                  <a:pt x="1021897" y="462678"/>
                </a:lnTo>
                <a:lnTo>
                  <a:pt x="963157" y="471863"/>
                </a:lnTo>
                <a:lnTo>
                  <a:pt x="901707" y="479184"/>
                </a:lnTo>
                <a:lnTo>
                  <a:pt x="837844" y="484541"/>
                </a:lnTo>
                <a:lnTo>
                  <a:pt x="771862" y="487830"/>
                </a:lnTo>
                <a:lnTo>
                  <a:pt x="704056" y="488949"/>
                </a:lnTo>
                <a:lnTo>
                  <a:pt x="636251" y="487830"/>
                </a:lnTo>
                <a:lnTo>
                  <a:pt x="570269" y="484541"/>
                </a:lnTo>
                <a:lnTo>
                  <a:pt x="506406" y="479184"/>
                </a:lnTo>
                <a:lnTo>
                  <a:pt x="444956" y="471863"/>
                </a:lnTo>
                <a:lnTo>
                  <a:pt x="386215" y="462678"/>
                </a:lnTo>
                <a:lnTo>
                  <a:pt x="330478" y="451734"/>
                </a:lnTo>
                <a:lnTo>
                  <a:pt x="278040" y="439132"/>
                </a:lnTo>
                <a:lnTo>
                  <a:pt x="229195" y="424974"/>
                </a:lnTo>
                <a:lnTo>
                  <a:pt x="184240" y="409364"/>
                </a:lnTo>
                <a:lnTo>
                  <a:pt x="143468" y="392403"/>
                </a:lnTo>
                <a:lnTo>
                  <a:pt x="107175" y="374195"/>
                </a:lnTo>
                <a:lnTo>
                  <a:pt x="49207" y="334444"/>
                </a:lnTo>
                <a:lnTo>
                  <a:pt x="12695" y="290930"/>
                </a:lnTo>
                <a:lnTo>
                  <a:pt x="0" y="244474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1978786" y="3977843"/>
            <a:ext cx="866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heavy" spc="-3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V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or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784324" y="2382723"/>
            <a:ext cx="0" cy="650875"/>
          </a:xfrm>
          <a:custGeom>
            <a:avLst/>
            <a:gdLst/>
            <a:ahLst/>
            <a:cxnLst/>
            <a:rect l="l" t="t" r="r" b="b"/>
            <a:pathLst>
              <a:path h="650875">
                <a:moveTo>
                  <a:pt x="0" y="0"/>
                </a:moveTo>
                <a:lnTo>
                  <a:pt x="0" y="650874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908274" y="4346460"/>
            <a:ext cx="363855" cy="478155"/>
          </a:xfrm>
          <a:custGeom>
            <a:avLst/>
            <a:gdLst/>
            <a:ahLst/>
            <a:cxnLst/>
            <a:rect l="l" t="t" r="r" b="b"/>
            <a:pathLst>
              <a:path w="363854" h="478154">
                <a:moveTo>
                  <a:pt x="0" y="0"/>
                </a:moveTo>
                <a:lnTo>
                  <a:pt x="363536" y="477837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054449" y="2403360"/>
            <a:ext cx="2190750" cy="792480"/>
          </a:xfrm>
          <a:custGeom>
            <a:avLst/>
            <a:gdLst/>
            <a:ahLst/>
            <a:cxnLst/>
            <a:rect l="l" t="t" r="r" b="b"/>
            <a:pathLst>
              <a:path w="2190750" h="792480">
                <a:moveTo>
                  <a:pt x="0" y="792162"/>
                </a:moveTo>
                <a:lnTo>
                  <a:pt x="2190748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715099" y="3195523"/>
            <a:ext cx="1565275" cy="814705"/>
          </a:xfrm>
          <a:custGeom>
            <a:avLst/>
            <a:gdLst/>
            <a:ahLst/>
            <a:cxnLst/>
            <a:rect l="l" t="t" r="r" b="b"/>
            <a:pathLst>
              <a:path w="1565275" h="814704">
                <a:moveTo>
                  <a:pt x="782637" y="0"/>
                </a:moveTo>
                <a:lnTo>
                  <a:pt x="0" y="407200"/>
                </a:lnTo>
                <a:lnTo>
                  <a:pt x="782637" y="814387"/>
                </a:lnTo>
                <a:lnTo>
                  <a:pt x="1565275" y="407200"/>
                </a:lnTo>
                <a:lnTo>
                  <a:pt x="782637" y="0"/>
                </a:lnTo>
                <a:close/>
              </a:path>
            </a:pathLst>
          </a:custGeom>
          <a:solidFill>
            <a:srgbClr val="73F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715099" y="3195523"/>
            <a:ext cx="1565275" cy="814705"/>
          </a:xfrm>
          <a:custGeom>
            <a:avLst/>
            <a:gdLst/>
            <a:ahLst/>
            <a:cxnLst/>
            <a:rect l="l" t="t" r="r" b="b"/>
            <a:pathLst>
              <a:path w="1565275" h="814704">
                <a:moveTo>
                  <a:pt x="0" y="407193"/>
                </a:moveTo>
                <a:lnTo>
                  <a:pt x="782637" y="0"/>
                </a:lnTo>
                <a:lnTo>
                  <a:pt x="1565278" y="407193"/>
                </a:lnTo>
                <a:lnTo>
                  <a:pt x="782637" y="814386"/>
                </a:lnTo>
                <a:lnTo>
                  <a:pt x="0" y="407193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245199" y="2403360"/>
            <a:ext cx="1252855" cy="792480"/>
          </a:xfrm>
          <a:custGeom>
            <a:avLst/>
            <a:gdLst/>
            <a:ahLst/>
            <a:cxnLst/>
            <a:rect l="l" t="t" r="r" b="b"/>
            <a:pathLst>
              <a:path w="1252854" h="792480">
                <a:moveTo>
                  <a:pt x="0" y="0"/>
                </a:moveTo>
                <a:lnTo>
                  <a:pt x="1252539" y="792162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280374" y="3847985"/>
            <a:ext cx="1408430" cy="487680"/>
          </a:xfrm>
          <a:custGeom>
            <a:avLst/>
            <a:gdLst/>
            <a:ahLst/>
            <a:cxnLst/>
            <a:rect l="l" t="t" r="r" b="b"/>
            <a:pathLst>
              <a:path w="1408429" h="487679">
                <a:moveTo>
                  <a:pt x="704049" y="0"/>
                </a:moveTo>
                <a:lnTo>
                  <a:pt x="636245" y="1115"/>
                </a:lnTo>
                <a:lnTo>
                  <a:pt x="570264" y="4394"/>
                </a:lnTo>
                <a:lnTo>
                  <a:pt x="506401" y="9733"/>
                </a:lnTo>
                <a:lnTo>
                  <a:pt x="444952" y="17031"/>
                </a:lnTo>
                <a:lnTo>
                  <a:pt x="386212" y="26186"/>
                </a:lnTo>
                <a:lnTo>
                  <a:pt x="330475" y="37096"/>
                </a:lnTo>
                <a:lnTo>
                  <a:pt x="278037" y="49658"/>
                </a:lnTo>
                <a:lnTo>
                  <a:pt x="229193" y="63770"/>
                </a:lnTo>
                <a:lnTo>
                  <a:pt x="184238" y="79330"/>
                </a:lnTo>
                <a:lnTo>
                  <a:pt x="143467" y="96236"/>
                </a:lnTo>
                <a:lnTo>
                  <a:pt x="107174" y="114386"/>
                </a:lnTo>
                <a:lnTo>
                  <a:pt x="49206" y="154009"/>
                </a:lnTo>
                <a:lnTo>
                  <a:pt x="12695" y="197382"/>
                </a:lnTo>
                <a:lnTo>
                  <a:pt x="0" y="243687"/>
                </a:lnTo>
                <a:lnTo>
                  <a:pt x="3222" y="267155"/>
                </a:lnTo>
                <a:lnTo>
                  <a:pt x="28121" y="312096"/>
                </a:lnTo>
                <a:lnTo>
                  <a:pt x="75656" y="353694"/>
                </a:lnTo>
                <a:lnTo>
                  <a:pt x="143467" y="391134"/>
                </a:lnTo>
                <a:lnTo>
                  <a:pt x="184238" y="408039"/>
                </a:lnTo>
                <a:lnTo>
                  <a:pt x="229193" y="423598"/>
                </a:lnTo>
                <a:lnTo>
                  <a:pt x="278037" y="437709"/>
                </a:lnTo>
                <a:lnTo>
                  <a:pt x="330475" y="450269"/>
                </a:lnTo>
                <a:lnTo>
                  <a:pt x="386212" y="461178"/>
                </a:lnTo>
                <a:lnTo>
                  <a:pt x="444952" y="470332"/>
                </a:lnTo>
                <a:lnTo>
                  <a:pt x="506401" y="477629"/>
                </a:lnTo>
                <a:lnTo>
                  <a:pt x="570264" y="482968"/>
                </a:lnTo>
                <a:lnTo>
                  <a:pt x="636245" y="486247"/>
                </a:lnTo>
                <a:lnTo>
                  <a:pt x="704049" y="487362"/>
                </a:lnTo>
                <a:lnTo>
                  <a:pt x="771854" y="486247"/>
                </a:lnTo>
                <a:lnTo>
                  <a:pt x="837836" y="482968"/>
                </a:lnTo>
                <a:lnTo>
                  <a:pt x="901699" y="477629"/>
                </a:lnTo>
                <a:lnTo>
                  <a:pt x="963149" y="470332"/>
                </a:lnTo>
                <a:lnTo>
                  <a:pt x="1021890" y="461178"/>
                </a:lnTo>
                <a:lnTo>
                  <a:pt x="1077627" y="450269"/>
                </a:lnTo>
                <a:lnTo>
                  <a:pt x="1130066" y="437709"/>
                </a:lnTo>
                <a:lnTo>
                  <a:pt x="1178911" y="423598"/>
                </a:lnTo>
                <a:lnTo>
                  <a:pt x="1223868" y="408039"/>
                </a:lnTo>
                <a:lnTo>
                  <a:pt x="1264640" y="391134"/>
                </a:lnTo>
                <a:lnTo>
                  <a:pt x="1300934" y="372985"/>
                </a:lnTo>
                <a:lnTo>
                  <a:pt x="1358903" y="333364"/>
                </a:lnTo>
                <a:lnTo>
                  <a:pt x="1395416" y="289992"/>
                </a:lnTo>
                <a:lnTo>
                  <a:pt x="1408112" y="243687"/>
                </a:lnTo>
                <a:lnTo>
                  <a:pt x="1404889" y="220219"/>
                </a:lnTo>
                <a:lnTo>
                  <a:pt x="1379990" y="175278"/>
                </a:lnTo>
                <a:lnTo>
                  <a:pt x="1332453" y="133678"/>
                </a:lnTo>
                <a:lnTo>
                  <a:pt x="1264640" y="96236"/>
                </a:lnTo>
                <a:lnTo>
                  <a:pt x="1223868" y="79330"/>
                </a:lnTo>
                <a:lnTo>
                  <a:pt x="1178911" y="63770"/>
                </a:lnTo>
                <a:lnTo>
                  <a:pt x="1130066" y="49658"/>
                </a:lnTo>
                <a:lnTo>
                  <a:pt x="1077627" y="37096"/>
                </a:lnTo>
                <a:lnTo>
                  <a:pt x="1021890" y="26186"/>
                </a:lnTo>
                <a:lnTo>
                  <a:pt x="963149" y="17031"/>
                </a:lnTo>
                <a:lnTo>
                  <a:pt x="901699" y="9733"/>
                </a:lnTo>
                <a:lnTo>
                  <a:pt x="837836" y="4394"/>
                </a:lnTo>
                <a:lnTo>
                  <a:pt x="771854" y="1115"/>
                </a:lnTo>
                <a:lnTo>
                  <a:pt x="704049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280374" y="3847985"/>
            <a:ext cx="1408430" cy="487680"/>
          </a:xfrm>
          <a:custGeom>
            <a:avLst/>
            <a:gdLst/>
            <a:ahLst/>
            <a:cxnLst/>
            <a:rect l="l" t="t" r="r" b="b"/>
            <a:pathLst>
              <a:path w="1408429" h="487679">
                <a:moveTo>
                  <a:pt x="0" y="243681"/>
                </a:moveTo>
                <a:lnTo>
                  <a:pt x="12695" y="197376"/>
                </a:lnTo>
                <a:lnTo>
                  <a:pt x="49207" y="154004"/>
                </a:lnTo>
                <a:lnTo>
                  <a:pt x="107175" y="114382"/>
                </a:lnTo>
                <a:lnTo>
                  <a:pt x="143468" y="96232"/>
                </a:lnTo>
                <a:lnTo>
                  <a:pt x="184239" y="79327"/>
                </a:lnTo>
                <a:lnTo>
                  <a:pt x="229195" y="63767"/>
                </a:lnTo>
                <a:lnTo>
                  <a:pt x="278039" y="49655"/>
                </a:lnTo>
                <a:lnTo>
                  <a:pt x="330478" y="37094"/>
                </a:lnTo>
                <a:lnTo>
                  <a:pt x="386215" y="26185"/>
                </a:lnTo>
                <a:lnTo>
                  <a:pt x="444955" y="17031"/>
                </a:lnTo>
                <a:lnTo>
                  <a:pt x="506405" y="9733"/>
                </a:lnTo>
                <a:lnTo>
                  <a:pt x="570268" y="4393"/>
                </a:lnTo>
                <a:lnTo>
                  <a:pt x="636250" y="1115"/>
                </a:lnTo>
                <a:lnTo>
                  <a:pt x="704055" y="0"/>
                </a:lnTo>
                <a:lnTo>
                  <a:pt x="771860" y="1115"/>
                </a:lnTo>
                <a:lnTo>
                  <a:pt x="837841" y="4393"/>
                </a:lnTo>
                <a:lnTo>
                  <a:pt x="901703" y="9733"/>
                </a:lnTo>
                <a:lnTo>
                  <a:pt x="963152" y="17031"/>
                </a:lnTo>
                <a:lnTo>
                  <a:pt x="1021893" y="26185"/>
                </a:lnTo>
                <a:lnTo>
                  <a:pt x="1077630" y="37094"/>
                </a:lnTo>
                <a:lnTo>
                  <a:pt x="1130068" y="49655"/>
                </a:lnTo>
                <a:lnTo>
                  <a:pt x="1178912" y="63767"/>
                </a:lnTo>
                <a:lnTo>
                  <a:pt x="1223868" y="79327"/>
                </a:lnTo>
                <a:lnTo>
                  <a:pt x="1264640" y="96232"/>
                </a:lnTo>
                <a:lnTo>
                  <a:pt x="1300932" y="114382"/>
                </a:lnTo>
                <a:lnTo>
                  <a:pt x="1358901" y="154004"/>
                </a:lnTo>
                <a:lnTo>
                  <a:pt x="1395413" y="197376"/>
                </a:lnTo>
                <a:lnTo>
                  <a:pt x="1408109" y="243681"/>
                </a:lnTo>
                <a:lnTo>
                  <a:pt x="1404886" y="267149"/>
                </a:lnTo>
                <a:lnTo>
                  <a:pt x="1379987" y="312090"/>
                </a:lnTo>
                <a:lnTo>
                  <a:pt x="1332451" y="353690"/>
                </a:lnTo>
                <a:lnTo>
                  <a:pt x="1264640" y="391130"/>
                </a:lnTo>
                <a:lnTo>
                  <a:pt x="1223868" y="408036"/>
                </a:lnTo>
                <a:lnTo>
                  <a:pt x="1178912" y="423596"/>
                </a:lnTo>
                <a:lnTo>
                  <a:pt x="1130068" y="437707"/>
                </a:lnTo>
                <a:lnTo>
                  <a:pt x="1077630" y="450268"/>
                </a:lnTo>
                <a:lnTo>
                  <a:pt x="1021893" y="461177"/>
                </a:lnTo>
                <a:lnTo>
                  <a:pt x="963152" y="470332"/>
                </a:lnTo>
                <a:lnTo>
                  <a:pt x="901703" y="477630"/>
                </a:lnTo>
                <a:lnTo>
                  <a:pt x="837841" y="482969"/>
                </a:lnTo>
                <a:lnTo>
                  <a:pt x="771860" y="486248"/>
                </a:lnTo>
                <a:lnTo>
                  <a:pt x="704055" y="487363"/>
                </a:lnTo>
                <a:lnTo>
                  <a:pt x="636250" y="486248"/>
                </a:lnTo>
                <a:lnTo>
                  <a:pt x="570268" y="482969"/>
                </a:lnTo>
                <a:lnTo>
                  <a:pt x="506405" y="477630"/>
                </a:lnTo>
                <a:lnTo>
                  <a:pt x="444955" y="470332"/>
                </a:lnTo>
                <a:lnTo>
                  <a:pt x="386215" y="461177"/>
                </a:lnTo>
                <a:lnTo>
                  <a:pt x="330478" y="450268"/>
                </a:lnTo>
                <a:lnTo>
                  <a:pt x="278039" y="437707"/>
                </a:lnTo>
                <a:lnTo>
                  <a:pt x="229195" y="423596"/>
                </a:lnTo>
                <a:lnTo>
                  <a:pt x="184239" y="408036"/>
                </a:lnTo>
                <a:lnTo>
                  <a:pt x="143468" y="391130"/>
                </a:lnTo>
                <a:lnTo>
                  <a:pt x="107175" y="372981"/>
                </a:lnTo>
                <a:lnTo>
                  <a:pt x="49207" y="333359"/>
                </a:lnTo>
                <a:lnTo>
                  <a:pt x="12695" y="289987"/>
                </a:lnTo>
                <a:lnTo>
                  <a:pt x="0" y="243681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8539924" y="3896080"/>
            <a:ext cx="8724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rsNr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566962" y="2057285"/>
            <a:ext cx="690880" cy="40005"/>
          </a:xfrm>
          <a:custGeom>
            <a:avLst/>
            <a:gdLst/>
            <a:ahLst/>
            <a:cxnLst/>
            <a:rect l="l" t="t" r="r" b="b"/>
            <a:pathLst>
              <a:path w="690879" h="40005">
                <a:moveTo>
                  <a:pt x="0" y="0"/>
                </a:moveTo>
                <a:lnTo>
                  <a:pt x="690562" y="39687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8280374" y="4263910"/>
            <a:ext cx="206375" cy="560705"/>
          </a:xfrm>
          <a:custGeom>
            <a:avLst/>
            <a:gdLst/>
            <a:ahLst/>
            <a:cxnLst/>
            <a:rect l="l" t="t" r="r" b="b"/>
            <a:pathLst>
              <a:path w="206375" h="560704">
                <a:moveTo>
                  <a:pt x="206374" y="0"/>
                </a:moveTo>
                <a:lnTo>
                  <a:pt x="0" y="560387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046886" y="1812810"/>
            <a:ext cx="215900" cy="244475"/>
          </a:xfrm>
          <a:custGeom>
            <a:avLst/>
            <a:gdLst/>
            <a:ahLst/>
            <a:cxnLst/>
            <a:rect l="l" t="t" r="r" b="b"/>
            <a:pathLst>
              <a:path w="215900" h="244475">
                <a:moveTo>
                  <a:pt x="0" y="244474"/>
                </a:moveTo>
                <a:lnTo>
                  <a:pt x="215899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046886" y="2057285"/>
            <a:ext cx="215900" cy="406400"/>
          </a:xfrm>
          <a:custGeom>
            <a:avLst/>
            <a:gdLst/>
            <a:ahLst/>
            <a:cxnLst/>
            <a:rect l="l" t="t" r="r" b="b"/>
            <a:pathLst>
              <a:path w="215900" h="406400">
                <a:moveTo>
                  <a:pt x="0" y="0"/>
                </a:moveTo>
                <a:lnTo>
                  <a:pt x="215899" y="40639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4882489" y="2834843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806539" y="2628303"/>
            <a:ext cx="1220470" cy="1170305"/>
          </a:xfrm>
          <a:prstGeom prst="rect">
            <a:avLst/>
          </a:prstGeom>
        </p:spPr>
        <p:txBody>
          <a:bodyPr vert="horz" wrap="square" lIns="0" tIns="2190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25"/>
              </a:spcBef>
            </a:pPr>
            <a:r>
              <a:rPr sz="2400" dirty="0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  <a:p>
            <a:pPr marL="175260">
              <a:lnSpc>
                <a:spcPct val="100000"/>
              </a:lnSpc>
              <a:spcBef>
                <a:spcPts val="1625"/>
              </a:spcBef>
            </a:pP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bh</a:t>
            </a:r>
            <a:r>
              <a:rPr sz="2400" spc="-5" dirty="0">
                <a:latin typeface="Times New Roman"/>
                <a:cs typeface="Times New Roman"/>
              </a:rPr>
              <a:t>alte</a:t>
            </a:r>
            <a:r>
              <a:rPr sz="2400" dirty="0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43" name="object 43"/>
          <p:cNvGraphicFramePr>
            <a:graphicFrameLocks noGrp="1"/>
          </p:cNvGraphicFramePr>
          <p:nvPr/>
        </p:nvGraphicFramePr>
        <p:xfrm>
          <a:off x="3268637" y="4009910"/>
          <a:ext cx="1565910" cy="11385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29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29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83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0830">
                        <a:lnSpc>
                          <a:spcPts val="2825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M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240">
                <a:tc gridSpan="2">
                  <a:txBody>
                    <a:bodyPr/>
                    <a:lstStyle/>
                    <a:p>
                      <a:pPr marL="17780">
                        <a:lnSpc>
                          <a:spcPct val="100000"/>
                        </a:lnSpc>
                        <a:spcBef>
                          <a:spcPts val="1120"/>
                        </a:spcBef>
                      </a:pPr>
                      <a:r>
                        <a:rPr sz="2400" spc="-30" dirty="0">
                          <a:latin typeface="Times New Roman"/>
                          <a:cs typeface="Times New Roman"/>
                        </a:rPr>
                        <a:t>Vorlesungen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42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3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4" name="object 44"/>
          <p:cNvGraphicFramePr>
            <a:graphicFrameLocks noGrp="1"/>
          </p:cNvGraphicFramePr>
          <p:nvPr/>
        </p:nvGraphicFramePr>
        <p:xfrm>
          <a:off x="6711924" y="4009910"/>
          <a:ext cx="1565910" cy="11385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29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29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8315">
                <a:tc>
                  <a:txBody>
                    <a:bodyPr/>
                    <a:lstStyle/>
                    <a:p>
                      <a:pPr marL="311785">
                        <a:lnSpc>
                          <a:spcPts val="2825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M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240">
                <a:tc gridSpan="2"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120"/>
                        </a:spcBef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Professoren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42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3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5" name="object 45"/>
          <p:cNvSpPr txBox="1"/>
          <p:nvPr/>
        </p:nvSpPr>
        <p:spPr>
          <a:xfrm>
            <a:off x="1385227" y="5424170"/>
            <a:ext cx="8027187" cy="1071768"/>
          </a:xfrm>
          <a:prstGeom prst="rect">
            <a:avLst/>
          </a:prstGeom>
        </p:spPr>
        <p:txBody>
          <a:bodyPr vert="horz" wrap="square" lIns="0" tIns="1854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60"/>
              </a:spcBef>
              <a:buClr>
                <a:schemeClr val="accent1"/>
              </a:buClr>
              <a:buSzPct val="170000"/>
              <a:buChar char="•"/>
              <a:tabLst>
                <a:tab pos="152400" algn="l"/>
              </a:tabLst>
            </a:pPr>
            <a:r>
              <a:rPr lang="de-DE" sz="2400" spc="-5" dirty="0">
                <a:latin typeface="Tahoma"/>
                <a:cs typeface="Tahoma"/>
              </a:rPr>
              <a:t> </a:t>
            </a:r>
            <a:r>
              <a:rPr sz="2400" spc="-5" dirty="0" err="1">
                <a:latin typeface="Tahoma"/>
                <a:cs typeface="Tahoma"/>
              </a:rPr>
              <a:t>Mehrere</a:t>
            </a:r>
            <a:r>
              <a:rPr sz="2400" spc="-5" dirty="0">
                <a:latin typeface="Tahoma"/>
                <a:cs typeface="Tahoma"/>
              </a:rPr>
              <a:t> Prüfer in </a:t>
            </a:r>
            <a:r>
              <a:rPr sz="2400" dirty="0">
                <a:latin typeface="Tahoma"/>
                <a:cs typeface="Tahoma"/>
              </a:rPr>
              <a:t>einer </a:t>
            </a:r>
            <a:r>
              <a:rPr sz="2400" spc="-5" dirty="0">
                <a:latin typeface="Tahoma"/>
                <a:cs typeface="Tahoma"/>
              </a:rPr>
              <a:t>Prüfung</a:t>
            </a:r>
            <a:endParaRPr sz="2400" dirty="0">
              <a:latin typeface="Tahoma"/>
              <a:cs typeface="Tahoma"/>
            </a:endParaRPr>
          </a:p>
          <a:p>
            <a:pPr marL="12700" marR="5080">
              <a:lnSpc>
                <a:spcPct val="102800"/>
              </a:lnSpc>
              <a:spcBef>
                <a:spcPts val="1280"/>
              </a:spcBef>
              <a:buClr>
                <a:schemeClr val="accent1"/>
              </a:buClr>
              <a:buSzPct val="170000"/>
              <a:buChar char="•"/>
              <a:tabLst>
                <a:tab pos="152400" algn="l"/>
              </a:tabLst>
            </a:pPr>
            <a:r>
              <a:rPr lang="de-DE" sz="2400" spc="-5" dirty="0">
                <a:latin typeface="Tahoma"/>
                <a:cs typeface="Tahoma"/>
              </a:rPr>
              <a:t> </a:t>
            </a:r>
            <a:r>
              <a:rPr sz="2400" spc="-5" dirty="0" err="1">
                <a:latin typeface="Tahoma"/>
                <a:cs typeface="Tahoma"/>
              </a:rPr>
              <a:t>Mehrere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spc="-15" dirty="0">
                <a:latin typeface="Tahoma"/>
                <a:cs typeface="Tahoma"/>
              </a:rPr>
              <a:t>Vorlesungen </a:t>
            </a:r>
            <a:r>
              <a:rPr sz="2400" spc="-5" dirty="0">
                <a:latin typeface="Tahoma"/>
                <a:cs typeface="Tahoma"/>
              </a:rPr>
              <a:t>werden in </a:t>
            </a:r>
            <a:r>
              <a:rPr sz="2400" dirty="0">
                <a:latin typeface="Tahoma"/>
                <a:cs typeface="Tahoma"/>
              </a:rPr>
              <a:t>einer </a:t>
            </a:r>
            <a:r>
              <a:rPr sz="2400" spc="-5" dirty="0">
                <a:latin typeface="Tahoma"/>
                <a:cs typeface="Tahoma"/>
              </a:rPr>
              <a:t>Prüfung  </a:t>
            </a:r>
            <a:r>
              <a:rPr sz="2400" spc="-10" dirty="0">
                <a:latin typeface="Tahoma"/>
                <a:cs typeface="Tahoma"/>
              </a:rPr>
              <a:t>abgefragt</a:t>
            </a:r>
            <a:endParaRPr sz="24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6410" y="613524"/>
            <a:ext cx="6620089" cy="54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Generalisierung</a:t>
            </a:r>
          </a:p>
        </p:txBody>
      </p:sp>
      <p:sp>
        <p:nvSpPr>
          <p:cNvPr id="3" name="object 3"/>
          <p:cNvSpPr/>
          <p:nvPr/>
        </p:nvSpPr>
        <p:spPr>
          <a:xfrm>
            <a:off x="1039783" y="4692535"/>
            <a:ext cx="1562100" cy="533400"/>
          </a:xfrm>
          <a:custGeom>
            <a:avLst/>
            <a:gdLst/>
            <a:ahLst/>
            <a:cxnLst/>
            <a:rect l="l" t="t" r="r" b="b"/>
            <a:pathLst>
              <a:path w="1562100" h="533400">
                <a:moveTo>
                  <a:pt x="0" y="266699"/>
                </a:moveTo>
                <a:lnTo>
                  <a:pt x="11311" y="221219"/>
                </a:lnTo>
                <a:lnTo>
                  <a:pt x="43995" y="178234"/>
                </a:lnTo>
                <a:lnTo>
                  <a:pt x="96175" y="138383"/>
                </a:lnTo>
                <a:lnTo>
                  <a:pt x="165977" y="102308"/>
                </a:lnTo>
                <a:lnTo>
                  <a:pt x="206899" y="85886"/>
                </a:lnTo>
                <a:lnTo>
                  <a:pt x="251524" y="70648"/>
                </a:lnTo>
                <a:lnTo>
                  <a:pt x="299616" y="56675"/>
                </a:lnTo>
                <a:lnTo>
                  <a:pt x="350941" y="44045"/>
                </a:lnTo>
                <a:lnTo>
                  <a:pt x="405265" y="32840"/>
                </a:lnTo>
                <a:lnTo>
                  <a:pt x="462353" y="23139"/>
                </a:lnTo>
                <a:lnTo>
                  <a:pt x="521970" y="15022"/>
                </a:lnTo>
                <a:lnTo>
                  <a:pt x="583883" y="8570"/>
                </a:lnTo>
                <a:lnTo>
                  <a:pt x="647857" y="3862"/>
                </a:lnTo>
                <a:lnTo>
                  <a:pt x="713657" y="978"/>
                </a:lnTo>
                <a:lnTo>
                  <a:pt x="781049" y="0"/>
                </a:lnTo>
                <a:lnTo>
                  <a:pt x="848441" y="978"/>
                </a:lnTo>
                <a:lnTo>
                  <a:pt x="914240" y="3862"/>
                </a:lnTo>
                <a:lnTo>
                  <a:pt x="978214" y="8570"/>
                </a:lnTo>
                <a:lnTo>
                  <a:pt x="1040127" y="15022"/>
                </a:lnTo>
                <a:lnTo>
                  <a:pt x="1099744" y="23139"/>
                </a:lnTo>
                <a:lnTo>
                  <a:pt x="1156832" y="32840"/>
                </a:lnTo>
                <a:lnTo>
                  <a:pt x="1211156" y="44045"/>
                </a:lnTo>
                <a:lnTo>
                  <a:pt x="1262481" y="56675"/>
                </a:lnTo>
                <a:lnTo>
                  <a:pt x="1310573" y="70648"/>
                </a:lnTo>
                <a:lnTo>
                  <a:pt x="1355198" y="85886"/>
                </a:lnTo>
                <a:lnTo>
                  <a:pt x="1396121" y="102308"/>
                </a:lnTo>
                <a:lnTo>
                  <a:pt x="1433107" y="119833"/>
                </a:lnTo>
                <a:lnTo>
                  <a:pt x="1494333" y="157876"/>
                </a:lnTo>
                <a:lnTo>
                  <a:pt x="1536999" y="199375"/>
                </a:lnTo>
                <a:lnTo>
                  <a:pt x="1559231" y="243687"/>
                </a:lnTo>
                <a:lnTo>
                  <a:pt x="1562098" y="266699"/>
                </a:lnTo>
                <a:lnTo>
                  <a:pt x="1559231" y="289711"/>
                </a:lnTo>
                <a:lnTo>
                  <a:pt x="1536999" y="334024"/>
                </a:lnTo>
                <a:lnTo>
                  <a:pt x="1494333" y="375522"/>
                </a:lnTo>
                <a:lnTo>
                  <a:pt x="1433107" y="413565"/>
                </a:lnTo>
                <a:lnTo>
                  <a:pt x="1396121" y="431091"/>
                </a:lnTo>
                <a:lnTo>
                  <a:pt x="1355198" y="447513"/>
                </a:lnTo>
                <a:lnTo>
                  <a:pt x="1310573" y="462750"/>
                </a:lnTo>
                <a:lnTo>
                  <a:pt x="1262481" y="476724"/>
                </a:lnTo>
                <a:lnTo>
                  <a:pt x="1211156" y="489353"/>
                </a:lnTo>
                <a:lnTo>
                  <a:pt x="1156832" y="500559"/>
                </a:lnTo>
                <a:lnTo>
                  <a:pt x="1099744" y="510260"/>
                </a:lnTo>
                <a:lnTo>
                  <a:pt x="1040127" y="518376"/>
                </a:lnTo>
                <a:lnTo>
                  <a:pt x="978214" y="524829"/>
                </a:lnTo>
                <a:lnTo>
                  <a:pt x="914240" y="529537"/>
                </a:lnTo>
                <a:lnTo>
                  <a:pt x="848441" y="532420"/>
                </a:lnTo>
                <a:lnTo>
                  <a:pt x="781049" y="533399"/>
                </a:lnTo>
                <a:lnTo>
                  <a:pt x="713657" y="532420"/>
                </a:lnTo>
                <a:lnTo>
                  <a:pt x="647857" y="529537"/>
                </a:lnTo>
                <a:lnTo>
                  <a:pt x="583883" y="524829"/>
                </a:lnTo>
                <a:lnTo>
                  <a:pt x="521970" y="518376"/>
                </a:lnTo>
                <a:lnTo>
                  <a:pt x="462353" y="510260"/>
                </a:lnTo>
                <a:lnTo>
                  <a:pt x="405265" y="500559"/>
                </a:lnTo>
                <a:lnTo>
                  <a:pt x="350941" y="489353"/>
                </a:lnTo>
                <a:lnTo>
                  <a:pt x="299616" y="476724"/>
                </a:lnTo>
                <a:lnTo>
                  <a:pt x="251524" y="462750"/>
                </a:lnTo>
                <a:lnTo>
                  <a:pt x="206899" y="447513"/>
                </a:lnTo>
                <a:lnTo>
                  <a:pt x="165977" y="431091"/>
                </a:lnTo>
                <a:lnTo>
                  <a:pt x="128990" y="413565"/>
                </a:lnTo>
                <a:lnTo>
                  <a:pt x="67765" y="375522"/>
                </a:lnTo>
                <a:lnTo>
                  <a:pt x="25098" y="334024"/>
                </a:lnTo>
                <a:lnTo>
                  <a:pt x="2866" y="289711"/>
                </a:lnTo>
                <a:lnTo>
                  <a:pt x="0" y="266699"/>
                </a:lnTo>
                <a:close/>
              </a:path>
            </a:pathLst>
          </a:custGeom>
          <a:solidFill>
            <a:srgbClr val="FFFEAB"/>
          </a:solidFill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47292" y="4763655"/>
            <a:ext cx="939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at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rNr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86087" y="1949335"/>
            <a:ext cx="1906905" cy="586105"/>
          </a:xfrm>
          <a:prstGeom prst="rect">
            <a:avLst/>
          </a:prstGeom>
          <a:solidFill>
            <a:srgbClr val="FFC000"/>
          </a:solidFill>
          <a:ln w="6349">
            <a:solidFill>
              <a:srgbClr val="000000"/>
            </a:solidFill>
          </a:ln>
        </p:spPr>
        <p:txBody>
          <a:bodyPr vert="horz" wrap="square" lIns="0" tIns="109855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865"/>
              </a:spcBef>
            </a:pPr>
            <a:r>
              <a:rPr sz="2400" spc="-5" dirty="0">
                <a:latin typeface="Times New Roman"/>
                <a:cs typeface="Times New Roman"/>
              </a:rPr>
              <a:t>Uni-Mitglieder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576611" y="2992323"/>
            <a:ext cx="1243330" cy="522605"/>
          </a:xfrm>
          <a:custGeom>
            <a:avLst/>
            <a:gdLst/>
            <a:ahLst/>
            <a:cxnLst/>
            <a:rect l="l" t="t" r="r" b="b"/>
            <a:pathLst>
              <a:path w="1243329" h="522604">
                <a:moveTo>
                  <a:pt x="0" y="261143"/>
                </a:moveTo>
                <a:lnTo>
                  <a:pt x="310755" y="0"/>
                </a:lnTo>
                <a:lnTo>
                  <a:pt x="932256" y="0"/>
                </a:lnTo>
                <a:lnTo>
                  <a:pt x="1243009" y="261143"/>
                </a:lnTo>
                <a:lnTo>
                  <a:pt x="932256" y="522286"/>
                </a:lnTo>
                <a:lnTo>
                  <a:pt x="310755" y="522286"/>
                </a:lnTo>
                <a:lnTo>
                  <a:pt x="0" y="261143"/>
                </a:lnTo>
                <a:close/>
              </a:path>
            </a:pathLst>
          </a:custGeom>
          <a:solidFill>
            <a:srgbClr val="FF5AE7"/>
          </a:solidFill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951414" y="3057880"/>
            <a:ext cx="482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Times New Roman"/>
                <a:cs typeface="Times New Roman"/>
              </a:rPr>
              <a:t>i</a:t>
            </a:r>
            <a:r>
              <a:rPr sz="2400" b="1" dirty="0">
                <a:latin typeface="Times New Roman"/>
                <a:cs typeface="Times New Roman"/>
              </a:rPr>
              <a:t>s-a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35137" y="3841635"/>
            <a:ext cx="1908175" cy="586105"/>
          </a:xfrm>
          <a:prstGeom prst="rect">
            <a:avLst/>
          </a:prstGeom>
          <a:solidFill>
            <a:srgbClr val="FFC000"/>
          </a:solidFill>
          <a:ln w="6349">
            <a:solidFill>
              <a:srgbClr val="000000"/>
            </a:solidFill>
          </a:ln>
        </p:spPr>
        <p:txBody>
          <a:bodyPr vert="horz" wrap="square" lIns="0" tIns="109855" rIns="0" bIns="0" rtlCol="0">
            <a:spAutoFit/>
          </a:bodyPr>
          <a:lstStyle/>
          <a:p>
            <a:pPr marL="345440">
              <a:lnSpc>
                <a:spcPct val="100000"/>
              </a:lnSpc>
              <a:spcBef>
                <a:spcPts val="865"/>
              </a:spcBef>
            </a:pPr>
            <a:r>
              <a:rPr sz="2400" spc="-5" dirty="0">
                <a:latin typeface="Times New Roman"/>
                <a:cs typeface="Times New Roman"/>
              </a:rPr>
              <a:t>Studenten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06712" y="5471998"/>
            <a:ext cx="1908175" cy="587375"/>
          </a:xfrm>
          <a:prstGeom prst="rect">
            <a:avLst/>
          </a:prstGeom>
          <a:solidFill>
            <a:srgbClr val="FFC000"/>
          </a:solidFill>
          <a:ln w="6349">
            <a:solidFill>
              <a:srgbClr val="000000"/>
            </a:solidFill>
          </a:ln>
        </p:spPr>
        <p:txBody>
          <a:bodyPr vert="horz" wrap="square" lIns="0" tIns="110489" rIns="0" bIns="0" rtlCol="0">
            <a:spAutoFit/>
          </a:bodyPr>
          <a:lstStyle/>
          <a:p>
            <a:pPr marL="256540">
              <a:lnSpc>
                <a:spcPct val="100000"/>
              </a:lnSpc>
              <a:spcBef>
                <a:spcPts val="869"/>
              </a:spcBef>
            </a:pPr>
            <a:r>
              <a:rPr sz="2400" spc="-5" dirty="0">
                <a:latin typeface="Times New Roman"/>
                <a:cs typeface="Times New Roman"/>
              </a:rPr>
              <a:t>Assistenten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729136" y="4662373"/>
            <a:ext cx="1246505" cy="522605"/>
          </a:xfrm>
          <a:custGeom>
            <a:avLst/>
            <a:gdLst/>
            <a:ahLst/>
            <a:cxnLst/>
            <a:rect l="l" t="t" r="r" b="b"/>
            <a:pathLst>
              <a:path w="1246504" h="522604">
                <a:moveTo>
                  <a:pt x="0" y="261143"/>
                </a:moveTo>
                <a:lnTo>
                  <a:pt x="311549" y="0"/>
                </a:lnTo>
                <a:lnTo>
                  <a:pt x="934638" y="0"/>
                </a:lnTo>
                <a:lnTo>
                  <a:pt x="1246189" y="261143"/>
                </a:lnTo>
                <a:lnTo>
                  <a:pt x="934638" y="522286"/>
                </a:lnTo>
                <a:lnTo>
                  <a:pt x="311549" y="522286"/>
                </a:lnTo>
                <a:lnTo>
                  <a:pt x="0" y="261143"/>
                </a:lnTo>
                <a:close/>
              </a:path>
            </a:pathLst>
          </a:custGeom>
          <a:solidFill>
            <a:srgbClr val="FF5AE7"/>
          </a:solidFill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117172" y="4727930"/>
            <a:ext cx="482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Times New Roman"/>
                <a:cs typeface="Times New Roman"/>
              </a:rPr>
              <a:t>i</a:t>
            </a:r>
            <a:r>
              <a:rPr sz="2400" b="1" dirty="0">
                <a:latin typeface="Times New Roman"/>
                <a:cs typeface="Times New Roman"/>
              </a:rPr>
              <a:t>s-a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53036" y="5471998"/>
            <a:ext cx="1906905" cy="587375"/>
          </a:xfrm>
          <a:prstGeom prst="rect">
            <a:avLst/>
          </a:prstGeom>
          <a:solidFill>
            <a:srgbClr val="FFC000"/>
          </a:solidFill>
          <a:ln w="6349">
            <a:solidFill>
              <a:srgbClr val="000000"/>
            </a:solidFill>
          </a:ln>
        </p:spPr>
        <p:txBody>
          <a:bodyPr vert="horz" wrap="square" lIns="0" tIns="110489" rIns="0" bIns="0" rtlCol="0">
            <a:spAutoFit/>
          </a:bodyPr>
          <a:lstStyle/>
          <a:p>
            <a:pPr marL="231140">
              <a:lnSpc>
                <a:spcPct val="100000"/>
              </a:lnSpc>
              <a:spcBef>
                <a:spcPts val="869"/>
              </a:spcBef>
            </a:pPr>
            <a:r>
              <a:rPr sz="2400" spc="-5" dirty="0">
                <a:latin typeface="Times New Roman"/>
                <a:cs typeface="Times New Roman"/>
              </a:rPr>
              <a:t>Professoren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73083" y="5516448"/>
            <a:ext cx="1704975" cy="542925"/>
          </a:xfrm>
          <a:custGeom>
            <a:avLst/>
            <a:gdLst/>
            <a:ahLst/>
            <a:cxnLst/>
            <a:rect l="l" t="t" r="r" b="b"/>
            <a:pathLst>
              <a:path w="1704975" h="542925">
                <a:moveTo>
                  <a:pt x="0" y="271462"/>
                </a:moveTo>
                <a:lnTo>
                  <a:pt x="11157" y="227430"/>
                </a:lnTo>
                <a:lnTo>
                  <a:pt x="43460" y="185659"/>
                </a:lnTo>
                <a:lnTo>
                  <a:pt x="95153" y="146709"/>
                </a:lnTo>
                <a:lnTo>
                  <a:pt x="164480" y="111140"/>
                </a:lnTo>
                <a:lnTo>
                  <a:pt x="205208" y="94797"/>
                </a:lnTo>
                <a:lnTo>
                  <a:pt x="249687" y="79509"/>
                </a:lnTo>
                <a:lnTo>
                  <a:pt x="297697" y="65345"/>
                </a:lnTo>
                <a:lnTo>
                  <a:pt x="349019" y="52376"/>
                </a:lnTo>
                <a:lnTo>
                  <a:pt x="403433" y="40671"/>
                </a:lnTo>
                <a:lnTo>
                  <a:pt x="460720" y="30300"/>
                </a:lnTo>
                <a:lnTo>
                  <a:pt x="520660" y="21332"/>
                </a:lnTo>
                <a:lnTo>
                  <a:pt x="583035" y="13839"/>
                </a:lnTo>
                <a:lnTo>
                  <a:pt x="647624" y="7889"/>
                </a:lnTo>
                <a:lnTo>
                  <a:pt x="714209" y="3552"/>
                </a:lnTo>
                <a:lnTo>
                  <a:pt x="782570" y="899"/>
                </a:lnTo>
                <a:lnTo>
                  <a:pt x="852487" y="0"/>
                </a:lnTo>
                <a:lnTo>
                  <a:pt x="922404" y="899"/>
                </a:lnTo>
                <a:lnTo>
                  <a:pt x="990764" y="3552"/>
                </a:lnTo>
                <a:lnTo>
                  <a:pt x="1057348" y="7889"/>
                </a:lnTo>
                <a:lnTo>
                  <a:pt x="1121938" y="13839"/>
                </a:lnTo>
                <a:lnTo>
                  <a:pt x="1184312" y="21332"/>
                </a:lnTo>
                <a:lnTo>
                  <a:pt x="1244253" y="30300"/>
                </a:lnTo>
                <a:lnTo>
                  <a:pt x="1301540" y="40671"/>
                </a:lnTo>
                <a:lnTo>
                  <a:pt x="1355954" y="52376"/>
                </a:lnTo>
                <a:lnTo>
                  <a:pt x="1407277" y="65345"/>
                </a:lnTo>
                <a:lnTo>
                  <a:pt x="1455287" y="79509"/>
                </a:lnTo>
                <a:lnTo>
                  <a:pt x="1499766" y="94797"/>
                </a:lnTo>
                <a:lnTo>
                  <a:pt x="1540495" y="111140"/>
                </a:lnTo>
                <a:lnTo>
                  <a:pt x="1577254" y="128467"/>
                </a:lnTo>
                <a:lnTo>
                  <a:pt x="1637984" y="165797"/>
                </a:lnTo>
                <a:lnTo>
                  <a:pt x="1680202" y="206227"/>
                </a:lnTo>
                <a:lnTo>
                  <a:pt x="1702152" y="249198"/>
                </a:lnTo>
                <a:lnTo>
                  <a:pt x="1704978" y="271462"/>
                </a:lnTo>
                <a:lnTo>
                  <a:pt x="1702152" y="293726"/>
                </a:lnTo>
                <a:lnTo>
                  <a:pt x="1680202" y="336698"/>
                </a:lnTo>
                <a:lnTo>
                  <a:pt x="1637984" y="377128"/>
                </a:lnTo>
                <a:lnTo>
                  <a:pt x="1577254" y="414457"/>
                </a:lnTo>
                <a:lnTo>
                  <a:pt x="1540495" y="431785"/>
                </a:lnTo>
                <a:lnTo>
                  <a:pt x="1499766" y="448127"/>
                </a:lnTo>
                <a:lnTo>
                  <a:pt x="1455287" y="463415"/>
                </a:lnTo>
                <a:lnTo>
                  <a:pt x="1407277" y="477579"/>
                </a:lnTo>
                <a:lnTo>
                  <a:pt x="1355954" y="490548"/>
                </a:lnTo>
                <a:lnTo>
                  <a:pt x="1301540" y="502254"/>
                </a:lnTo>
                <a:lnTo>
                  <a:pt x="1244253" y="512625"/>
                </a:lnTo>
                <a:lnTo>
                  <a:pt x="1184312" y="521592"/>
                </a:lnTo>
                <a:lnTo>
                  <a:pt x="1121938" y="529086"/>
                </a:lnTo>
                <a:lnTo>
                  <a:pt x="1057348" y="535036"/>
                </a:lnTo>
                <a:lnTo>
                  <a:pt x="990764" y="539372"/>
                </a:lnTo>
                <a:lnTo>
                  <a:pt x="922404" y="542025"/>
                </a:lnTo>
                <a:lnTo>
                  <a:pt x="852487" y="542925"/>
                </a:lnTo>
                <a:lnTo>
                  <a:pt x="782570" y="542025"/>
                </a:lnTo>
                <a:lnTo>
                  <a:pt x="714209" y="539372"/>
                </a:lnTo>
                <a:lnTo>
                  <a:pt x="647624" y="535036"/>
                </a:lnTo>
                <a:lnTo>
                  <a:pt x="583035" y="529086"/>
                </a:lnTo>
                <a:lnTo>
                  <a:pt x="520660" y="521592"/>
                </a:lnTo>
                <a:lnTo>
                  <a:pt x="460720" y="512625"/>
                </a:lnTo>
                <a:lnTo>
                  <a:pt x="403433" y="502254"/>
                </a:lnTo>
                <a:lnTo>
                  <a:pt x="349019" y="490548"/>
                </a:lnTo>
                <a:lnTo>
                  <a:pt x="297697" y="477579"/>
                </a:lnTo>
                <a:lnTo>
                  <a:pt x="249687" y="463415"/>
                </a:lnTo>
                <a:lnTo>
                  <a:pt x="205208" y="448127"/>
                </a:lnTo>
                <a:lnTo>
                  <a:pt x="164480" y="431785"/>
                </a:lnTo>
                <a:lnTo>
                  <a:pt x="127722" y="414457"/>
                </a:lnTo>
                <a:lnTo>
                  <a:pt x="66992" y="377128"/>
                </a:lnTo>
                <a:lnTo>
                  <a:pt x="24775" y="336698"/>
                </a:lnTo>
                <a:lnTo>
                  <a:pt x="2825" y="293726"/>
                </a:lnTo>
                <a:lnTo>
                  <a:pt x="0" y="271462"/>
                </a:lnTo>
                <a:close/>
              </a:path>
            </a:pathLst>
          </a:custGeom>
          <a:solidFill>
            <a:srgbClr val="FFFEAB"/>
          </a:solidFill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36411" y="5592330"/>
            <a:ext cx="1362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Fachgebiet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50872" y="2027123"/>
            <a:ext cx="1859280" cy="542925"/>
          </a:xfrm>
          <a:custGeom>
            <a:avLst/>
            <a:gdLst/>
            <a:ahLst/>
            <a:cxnLst/>
            <a:rect l="l" t="t" r="r" b="b"/>
            <a:pathLst>
              <a:path w="1859280" h="542925">
                <a:moveTo>
                  <a:pt x="0" y="271462"/>
                </a:moveTo>
                <a:lnTo>
                  <a:pt x="10077" y="231347"/>
                </a:lnTo>
                <a:lnTo>
                  <a:pt x="39353" y="193060"/>
                </a:lnTo>
                <a:lnTo>
                  <a:pt x="86388" y="157020"/>
                </a:lnTo>
                <a:lnTo>
                  <a:pt x="149745" y="123648"/>
                </a:lnTo>
                <a:lnTo>
                  <a:pt x="187094" y="108093"/>
                </a:lnTo>
                <a:lnTo>
                  <a:pt x="227985" y="93363"/>
                </a:lnTo>
                <a:lnTo>
                  <a:pt x="272238" y="79509"/>
                </a:lnTo>
                <a:lnTo>
                  <a:pt x="319673" y="66585"/>
                </a:lnTo>
                <a:lnTo>
                  <a:pt x="370109" y="54642"/>
                </a:lnTo>
                <a:lnTo>
                  <a:pt x="423368" y="43734"/>
                </a:lnTo>
                <a:lnTo>
                  <a:pt x="479270" y="33912"/>
                </a:lnTo>
                <a:lnTo>
                  <a:pt x="537634" y="25230"/>
                </a:lnTo>
                <a:lnTo>
                  <a:pt x="598282" y="17739"/>
                </a:lnTo>
                <a:lnTo>
                  <a:pt x="661034" y="11493"/>
                </a:lnTo>
                <a:lnTo>
                  <a:pt x="725709" y="6543"/>
                </a:lnTo>
                <a:lnTo>
                  <a:pt x="792128" y="2943"/>
                </a:lnTo>
                <a:lnTo>
                  <a:pt x="860112" y="744"/>
                </a:lnTo>
                <a:lnTo>
                  <a:pt x="929480" y="0"/>
                </a:lnTo>
                <a:lnTo>
                  <a:pt x="998848" y="744"/>
                </a:lnTo>
                <a:lnTo>
                  <a:pt x="1066832" y="2943"/>
                </a:lnTo>
                <a:lnTo>
                  <a:pt x="1133251" y="6543"/>
                </a:lnTo>
                <a:lnTo>
                  <a:pt x="1197926" y="11493"/>
                </a:lnTo>
                <a:lnTo>
                  <a:pt x="1260677" y="17739"/>
                </a:lnTo>
                <a:lnTo>
                  <a:pt x="1321325" y="25230"/>
                </a:lnTo>
                <a:lnTo>
                  <a:pt x="1379690" y="33912"/>
                </a:lnTo>
                <a:lnTo>
                  <a:pt x="1435591" y="43734"/>
                </a:lnTo>
                <a:lnTo>
                  <a:pt x="1488850" y="54642"/>
                </a:lnTo>
                <a:lnTo>
                  <a:pt x="1539287" y="66585"/>
                </a:lnTo>
                <a:lnTo>
                  <a:pt x="1586721" y="79509"/>
                </a:lnTo>
                <a:lnTo>
                  <a:pt x="1630973" y="93363"/>
                </a:lnTo>
                <a:lnTo>
                  <a:pt x="1671864" y="108093"/>
                </a:lnTo>
                <a:lnTo>
                  <a:pt x="1709214" y="123648"/>
                </a:lnTo>
                <a:lnTo>
                  <a:pt x="1772570" y="157020"/>
                </a:lnTo>
                <a:lnTo>
                  <a:pt x="1819605" y="193060"/>
                </a:lnTo>
                <a:lnTo>
                  <a:pt x="1848880" y="231347"/>
                </a:lnTo>
                <a:lnTo>
                  <a:pt x="1858958" y="271462"/>
                </a:lnTo>
                <a:lnTo>
                  <a:pt x="1856409" y="291722"/>
                </a:lnTo>
                <a:lnTo>
                  <a:pt x="1836552" y="330975"/>
                </a:lnTo>
                <a:lnTo>
                  <a:pt x="1798218" y="368191"/>
                </a:lnTo>
                <a:lnTo>
                  <a:pt x="1742843" y="402950"/>
                </a:lnTo>
                <a:lnTo>
                  <a:pt x="1671864" y="434831"/>
                </a:lnTo>
                <a:lnTo>
                  <a:pt x="1630973" y="449562"/>
                </a:lnTo>
                <a:lnTo>
                  <a:pt x="1586721" y="463415"/>
                </a:lnTo>
                <a:lnTo>
                  <a:pt x="1539287" y="476340"/>
                </a:lnTo>
                <a:lnTo>
                  <a:pt x="1488850" y="488282"/>
                </a:lnTo>
                <a:lnTo>
                  <a:pt x="1435591" y="499190"/>
                </a:lnTo>
                <a:lnTo>
                  <a:pt x="1379690" y="509012"/>
                </a:lnTo>
                <a:lnTo>
                  <a:pt x="1321325" y="517694"/>
                </a:lnTo>
                <a:lnTo>
                  <a:pt x="1260677" y="525185"/>
                </a:lnTo>
                <a:lnTo>
                  <a:pt x="1197926" y="531431"/>
                </a:lnTo>
                <a:lnTo>
                  <a:pt x="1133251" y="536381"/>
                </a:lnTo>
                <a:lnTo>
                  <a:pt x="1066832" y="539981"/>
                </a:lnTo>
                <a:lnTo>
                  <a:pt x="998848" y="542180"/>
                </a:lnTo>
                <a:lnTo>
                  <a:pt x="929480" y="542925"/>
                </a:lnTo>
                <a:lnTo>
                  <a:pt x="860112" y="542180"/>
                </a:lnTo>
                <a:lnTo>
                  <a:pt x="792128" y="539981"/>
                </a:lnTo>
                <a:lnTo>
                  <a:pt x="725709" y="536381"/>
                </a:lnTo>
                <a:lnTo>
                  <a:pt x="661034" y="531431"/>
                </a:lnTo>
                <a:lnTo>
                  <a:pt x="598282" y="525185"/>
                </a:lnTo>
                <a:lnTo>
                  <a:pt x="537634" y="517694"/>
                </a:lnTo>
                <a:lnTo>
                  <a:pt x="479270" y="509012"/>
                </a:lnTo>
                <a:lnTo>
                  <a:pt x="423368" y="499190"/>
                </a:lnTo>
                <a:lnTo>
                  <a:pt x="370109" y="488282"/>
                </a:lnTo>
                <a:lnTo>
                  <a:pt x="319673" y="476340"/>
                </a:lnTo>
                <a:lnTo>
                  <a:pt x="272238" y="463415"/>
                </a:lnTo>
                <a:lnTo>
                  <a:pt x="227985" y="449562"/>
                </a:lnTo>
                <a:lnTo>
                  <a:pt x="187094" y="434831"/>
                </a:lnTo>
                <a:lnTo>
                  <a:pt x="149745" y="419276"/>
                </a:lnTo>
                <a:lnTo>
                  <a:pt x="86388" y="385904"/>
                </a:lnTo>
                <a:lnTo>
                  <a:pt x="39353" y="349864"/>
                </a:lnTo>
                <a:lnTo>
                  <a:pt x="10077" y="311577"/>
                </a:lnTo>
                <a:lnTo>
                  <a:pt x="0" y="271462"/>
                </a:lnTo>
                <a:close/>
              </a:path>
            </a:pathLst>
          </a:custGeom>
          <a:solidFill>
            <a:srgbClr val="FFFEAB"/>
          </a:solidFill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405051" y="2103005"/>
            <a:ext cx="7531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Name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457674" y="3809885"/>
            <a:ext cx="1906905" cy="587375"/>
          </a:xfrm>
          <a:prstGeom prst="rect">
            <a:avLst/>
          </a:prstGeom>
          <a:solidFill>
            <a:srgbClr val="FFC000"/>
          </a:solidFill>
          <a:ln w="6349">
            <a:solidFill>
              <a:srgbClr val="000000"/>
            </a:solidFill>
          </a:ln>
        </p:spPr>
        <p:txBody>
          <a:bodyPr vert="horz" wrap="square" lIns="0" tIns="110489" rIns="0" bIns="0" rtlCol="0">
            <a:spAutoFit/>
          </a:bodyPr>
          <a:lstStyle/>
          <a:p>
            <a:pPr marL="268605">
              <a:lnSpc>
                <a:spcPct val="100000"/>
              </a:lnSpc>
              <a:spcBef>
                <a:spcPts val="869"/>
              </a:spcBef>
            </a:pPr>
            <a:r>
              <a:rPr sz="2400" spc="-5" dirty="0">
                <a:latin typeface="Times New Roman"/>
                <a:cs typeface="Times New Roman"/>
              </a:rPr>
              <a:t>Angestellte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816699" y="3809885"/>
            <a:ext cx="1859280" cy="542925"/>
          </a:xfrm>
          <a:custGeom>
            <a:avLst/>
            <a:gdLst/>
            <a:ahLst/>
            <a:cxnLst/>
            <a:rect l="l" t="t" r="r" b="b"/>
            <a:pathLst>
              <a:path w="1859279" h="542925">
                <a:moveTo>
                  <a:pt x="0" y="271462"/>
                </a:moveTo>
                <a:lnTo>
                  <a:pt x="10077" y="231347"/>
                </a:lnTo>
                <a:lnTo>
                  <a:pt x="39353" y="193060"/>
                </a:lnTo>
                <a:lnTo>
                  <a:pt x="86388" y="157020"/>
                </a:lnTo>
                <a:lnTo>
                  <a:pt x="149745" y="123648"/>
                </a:lnTo>
                <a:lnTo>
                  <a:pt x="187094" y="108093"/>
                </a:lnTo>
                <a:lnTo>
                  <a:pt x="227985" y="93363"/>
                </a:lnTo>
                <a:lnTo>
                  <a:pt x="272238" y="79509"/>
                </a:lnTo>
                <a:lnTo>
                  <a:pt x="319672" y="66585"/>
                </a:lnTo>
                <a:lnTo>
                  <a:pt x="370109" y="54642"/>
                </a:lnTo>
                <a:lnTo>
                  <a:pt x="423368" y="43734"/>
                </a:lnTo>
                <a:lnTo>
                  <a:pt x="479270" y="33912"/>
                </a:lnTo>
                <a:lnTo>
                  <a:pt x="537634" y="25230"/>
                </a:lnTo>
                <a:lnTo>
                  <a:pt x="598282" y="17739"/>
                </a:lnTo>
                <a:lnTo>
                  <a:pt x="661034" y="11493"/>
                </a:lnTo>
                <a:lnTo>
                  <a:pt x="725709" y="6543"/>
                </a:lnTo>
                <a:lnTo>
                  <a:pt x="792128" y="2943"/>
                </a:lnTo>
                <a:lnTo>
                  <a:pt x="860112" y="744"/>
                </a:lnTo>
                <a:lnTo>
                  <a:pt x="929480" y="0"/>
                </a:lnTo>
                <a:lnTo>
                  <a:pt x="998848" y="744"/>
                </a:lnTo>
                <a:lnTo>
                  <a:pt x="1066832" y="2943"/>
                </a:lnTo>
                <a:lnTo>
                  <a:pt x="1133251" y="6543"/>
                </a:lnTo>
                <a:lnTo>
                  <a:pt x="1197926" y="11493"/>
                </a:lnTo>
                <a:lnTo>
                  <a:pt x="1260677" y="17739"/>
                </a:lnTo>
                <a:lnTo>
                  <a:pt x="1321325" y="25230"/>
                </a:lnTo>
                <a:lnTo>
                  <a:pt x="1379690" y="33912"/>
                </a:lnTo>
                <a:lnTo>
                  <a:pt x="1435591" y="43734"/>
                </a:lnTo>
                <a:lnTo>
                  <a:pt x="1488850" y="54642"/>
                </a:lnTo>
                <a:lnTo>
                  <a:pt x="1539287" y="66585"/>
                </a:lnTo>
                <a:lnTo>
                  <a:pt x="1586721" y="79509"/>
                </a:lnTo>
                <a:lnTo>
                  <a:pt x="1630973" y="93363"/>
                </a:lnTo>
                <a:lnTo>
                  <a:pt x="1671864" y="108093"/>
                </a:lnTo>
                <a:lnTo>
                  <a:pt x="1709214" y="123648"/>
                </a:lnTo>
                <a:lnTo>
                  <a:pt x="1772570" y="157020"/>
                </a:lnTo>
                <a:lnTo>
                  <a:pt x="1819605" y="193060"/>
                </a:lnTo>
                <a:lnTo>
                  <a:pt x="1848880" y="231347"/>
                </a:lnTo>
                <a:lnTo>
                  <a:pt x="1858958" y="271462"/>
                </a:lnTo>
                <a:lnTo>
                  <a:pt x="1856409" y="291722"/>
                </a:lnTo>
                <a:lnTo>
                  <a:pt x="1836552" y="330975"/>
                </a:lnTo>
                <a:lnTo>
                  <a:pt x="1798218" y="368191"/>
                </a:lnTo>
                <a:lnTo>
                  <a:pt x="1742842" y="402950"/>
                </a:lnTo>
                <a:lnTo>
                  <a:pt x="1671864" y="434831"/>
                </a:lnTo>
                <a:lnTo>
                  <a:pt x="1630973" y="449562"/>
                </a:lnTo>
                <a:lnTo>
                  <a:pt x="1586721" y="463415"/>
                </a:lnTo>
                <a:lnTo>
                  <a:pt x="1539287" y="476340"/>
                </a:lnTo>
                <a:lnTo>
                  <a:pt x="1488850" y="488282"/>
                </a:lnTo>
                <a:lnTo>
                  <a:pt x="1435591" y="499191"/>
                </a:lnTo>
                <a:lnTo>
                  <a:pt x="1379690" y="509012"/>
                </a:lnTo>
                <a:lnTo>
                  <a:pt x="1321325" y="517695"/>
                </a:lnTo>
                <a:lnTo>
                  <a:pt x="1260677" y="525185"/>
                </a:lnTo>
                <a:lnTo>
                  <a:pt x="1197926" y="531432"/>
                </a:lnTo>
                <a:lnTo>
                  <a:pt x="1133251" y="536381"/>
                </a:lnTo>
                <a:lnTo>
                  <a:pt x="1066832" y="539982"/>
                </a:lnTo>
                <a:lnTo>
                  <a:pt x="998848" y="542180"/>
                </a:lnTo>
                <a:lnTo>
                  <a:pt x="929480" y="542925"/>
                </a:lnTo>
                <a:lnTo>
                  <a:pt x="860112" y="542180"/>
                </a:lnTo>
                <a:lnTo>
                  <a:pt x="792128" y="539982"/>
                </a:lnTo>
                <a:lnTo>
                  <a:pt x="725709" y="536381"/>
                </a:lnTo>
                <a:lnTo>
                  <a:pt x="661034" y="531432"/>
                </a:lnTo>
                <a:lnTo>
                  <a:pt x="598282" y="525185"/>
                </a:lnTo>
                <a:lnTo>
                  <a:pt x="537634" y="517695"/>
                </a:lnTo>
                <a:lnTo>
                  <a:pt x="479270" y="509012"/>
                </a:lnTo>
                <a:lnTo>
                  <a:pt x="423368" y="499191"/>
                </a:lnTo>
                <a:lnTo>
                  <a:pt x="370109" y="488282"/>
                </a:lnTo>
                <a:lnTo>
                  <a:pt x="319672" y="476340"/>
                </a:lnTo>
                <a:lnTo>
                  <a:pt x="272238" y="463415"/>
                </a:lnTo>
                <a:lnTo>
                  <a:pt x="227985" y="449562"/>
                </a:lnTo>
                <a:lnTo>
                  <a:pt x="187094" y="434831"/>
                </a:lnTo>
                <a:lnTo>
                  <a:pt x="149745" y="419277"/>
                </a:lnTo>
                <a:lnTo>
                  <a:pt x="86388" y="385904"/>
                </a:lnTo>
                <a:lnTo>
                  <a:pt x="39353" y="349864"/>
                </a:lnTo>
                <a:lnTo>
                  <a:pt x="10077" y="311577"/>
                </a:lnTo>
                <a:lnTo>
                  <a:pt x="0" y="271462"/>
                </a:lnTo>
                <a:close/>
              </a:path>
            </a:pathLst>
          </a:custGeom>
          <a:solidFill>
            <a:srgbClr val="FFFEAB"/>
          </a:solidFill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307376" y="3885768"/>
            <a:ext cx="8724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rsNr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904136" y="5826010"/>
            <a:ext cx="1860550" cy="542925"/>
          </a:xfrm>
          <a:custGeom>
            <a:avLst/>
            <a:gdLst/>
            <a:ahLst/>
            <a:cxnLst/>
            <a:rect l="l" t="t" r="r" b="b"/>
            <a:pathLst>
              <a:path w="1860550" h="542925">
                <a:moveTo>
                  <a:pt x="0" y="271462"/>
                </a:moveTo>
                <a:lnTo>
                  <a:pt x="10086" y="231347"/>
                </a:lnTo>
                <a:lnTo>
                  <a:pt x="39386" y="193060"/>
                </a:lnTo>
                <a:lnTo>
                  <a:pt x="86462" y="157020"/>
                </a:lnTo>
                <a:lnTo>
                  <a:pt x="149872" y="123648"/>
                </a:lnTo>
                <a:lnTo>
                  <a:pt x="187254" y="108093"/>
                </a:lnTo>
                <a:lnTo>
                  <a:pt x="228180" y="93363"/>
                </a:lnTo>
                <a:lnTo>
                  <a:pt x="272471" y="79509"/>
                </a:lnTo>
                <a:lnTo>
                  <a:pt x="319946" y="66585"/>
                </a:lnTo>
                <a:lnTo>
                  <a:pt x="370425" y="54642"/>
                </a:lnTo>
                <a:lnTo>
                  <a:pt x="423730" y="43734"/>
                </a:lnTo>
                <a:lnTo>
                  <a:pt x="479679" y="33912"/>
                </a:lnTo>
                <a:lnTo>
                  <a:pt x="538094" y="25230"/>
                </a:lnTo>
                <a:lnTo>
                  <a:pt x="598793" y="17739"/>
                </a:lnTo>
                <a:lnTo>
                  <a:pt x="661598" y="11493"/>
                </a:lnTo>
                <a:lnTo>
                  <a:pt x="726329" y="6543"/>
                </a:lnTo>
                <a:lnTo>
                  <a:pt x="792805" y="2943"/>
                </a:lnTo>
                <a:lnTo>
                  <a:pt x="860847" y="744"/>
                </a:lnTo>
                <a:lnTo>
                  <a:pt x="930274" y="0"/>
                </a:lnTo>
                <a:lnTo>
                  <a:pt x="999701" y="744"/>
                </a:lnTo>
                <a:lnTo>
                  <a:pt x="1067743" y="2943"/>
                </a:lnTo>
                <a:lnTo>
                  <a:pt x="1134219" y="6543"/>
                </a:lnTo>
                <a:lnTo>
                  <a:pt x="1198949" y="11493"/>
                </a:lnTo>
                <a:lnTo>
                  <a:pt x="1261754" y="17739"/>
                </a:lnTo>
                <a:lnTo>
                  <a:pt x="1322454" y="25230"/>
                </a:lnTo>
                <a:lnTo>
                  <a:pt x="1380868" y="33912"/>
                </a:lnTo>
                <a:lnTo>
                  <a:pt x="1436817" y="43734"/>
                </a:lnTo>
                <a:lnTo>
                  <a:pt x="1490122" y="54642"/>
                </a:lnTo>
                <a:lnTo>
                  <a:pt x="1540602" y="66585"/>
                </a:lnTo>
                <a:lnTo>
                  <a:pt x="1588077" y="79509"/>
                </a:lnTo>
                <a:lnTo>
                  <a:pt x="1632367" y="93363"/>
                </a:lnTo>
                <a:lnTo>
                  <a:pt x="1673293" y="108093"/>
                </a:lnTo>
                <a:lnTo>
                  <a:pt x="1710675" y="123648"/>
                </a:lnTo>
                <a:lnTo>
                  <a:pt x="1774086" y="157020"/>
                </a:lnTo>
                <a:lnTo>
                  <a:pt x="1821161" y="193060"/>
                </a:lnTo>
                <a:lnTo>
                  <a:pt x="1850462" y="231347"/>
                </a:lnTo>
                <a:lnTo>
                  <a:pt x="1860548" y="271462"/>
                </a:lnTo>
                <a:lnTo>
                  <a:pt x="1857997" y="291722"/>
                </a:lnTo>
                <a:lnTo>
                  <a:pt x="1838123" y="330975"/>
                </a:lnTo>
                <a:lnTo>
                  <a:pt x="1799756" y="368191"/>
                </a:lnTo>
                <a:lnTo>
                  <a:pt x="1744333" y="402950"/>
                </a:lnTo>
                <a:lnTo>
                  <a:pt x="1673293" y="434831"/>
                </a:lnTo>
                <a:lnTo>
                  <a:pt x="1632367" y="449562"/>
                </a:lnTo>
                <a:lnTo>
                  <a:pt x="1588077" y="463415"/>
                </a:lnTo>
                <a:lnTo>
                  <a:pt x="1540602" y="476340"/>
                </a:lnTo>
                <a:lnTo>
                  <a:pt x="1490122" y="488282"/>
                </a:lnTo>
                <a:lnTo>
                  <a:pt x="1436817" y="499191"/>
                </a:lnTo>
                <a:lnTo>
                  <a:pt x="1380868" y="509012"/>
                </a:lnTo>
                <a:lnTo>
                  <a:pt x="1322454" y="517695"/>
                </a:lnTo>
                <a:lnTo>
                  <a:pt x="1261754" y="525185"/>
                </a:lnTo>
                <a:lnTo>
                  <a:pt x="1198949" y="531432"/>
                </a:lnTo>
                <a:lnTo>
                  <a:pt x="1134219" y="536381"/>
                </a:lnTo>
                <a:lnTo>
                  <a:pt x="1067743" y="539982"/>
                </a:lnTo>
                <a:lnTo>
                  <a:pt x="999701" y="542180"/>
                </a:lnTo>
                <a:lnTo>
                  <a:pt x="930274" y="542925"/>
                </a:lnTo>
                <a:lnTo>
                  <a:pt x="860847" y="542180"/>
                </a:lnTo>
                <a:lnTo>
                  <a:pt x="792805" y="539982"/>
                </a:lnTo>
                <a:lnTo>
                  <a:pt x="726329" y="536381"/>
                </a:lnTo>
                <a:lnTo>
                  <a:pt x="661598" y="531432"/>
                </a:lnTo>
                <a:lnTo>
                  <a:pt x="598793" y="525185"/>
                </a:lnTo>
                <a:lnTo>
                  <a:pt x="538094" y="517695"/>
                </a:lnTo>
                <a:lnTo>
                  <a:pt x="479679" y="509012"/>
                </a:lnTo>
                <a:lnTo>
                  <a:pt x="423730" y="499191"/>
                </a:lnTo>
                <a:lnTo>
                  <a:pt x="370425" y="488282"/>
                </a:lnTo>
                <a:lnTo>
                  <a:pt x="319946" y="476340"/>
                </a:lnTo>
                <a:lnTo>
                  <a:pt x="272471" y="463415"/>
                </a:lnTo>
                <a:lnTo>
                  <a:pt x="228180" y="449562"/>
                </a:lnTo>
                <a:lnTo>
                  <a:pt x="187254" y="434831"/>
                </a:lnTo>
                <a:lnTo>
                  <a:pt x="149872" y="419277"/>
                </a:lnTo>
                <a:lnTo>
                  <a:pt x="86462" y="385904"/>
                </a:lnTo>
                <a:lnTo>
                  <a:pt x="39386" y="349864"/>
                </a:lnTo>
                <a:lnTo>
                  <a:pt x="10086" y="311577"/>
                </a:lnTo>
                <a:lnTo>
                  <a:pt x="0" y="271462"/>
                </a:lnTo>
                <a:close/>
              </a:path>
            </a:pathLst>
          </a:custGeom>
          <a:solidFill>
            <a:srgbClr val="FFFEAB"/>
          </a:solidFill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458542" y="5901893"/>
            <a:ext cx="753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um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859686" y="5129098"/>
            <a:ext cx="1859280" cy="541655"/>
          </a:xfrm>
          <a:custGeom>
            <a:avLst/>
            <a:gdLst/>
            <a:ahLst/>
            <a:cxnLst/>
            <a:rect l="l" t="t" r="r" b="b"/>
            <a:pathLst>
              <a:path w="1859279" h="541654">
                <a:moveTo>
                  <a:pt x="0" y="270668"/>
                </a:moveTo>
                <a:lnTo>
                  <a:pt x="10077" y="230671"/>
                </a:lnTo>
                <a:lnTo>
                  <a:pt x="39353" y="192496"/>
                </a:lnTo>
                <a:lnTo>
                  <a:pt x="86388" y="156561"/>
                </a:lnTo>
                <a:lnTo>
                  <a:pt x="149745" y="123286"/>
                </a:lnTo>
                <a:lnTo>
                  <a:pt x="187095" y="107777"/>
                </a:lnTo>
                <a:lnTo>
                  <a:pt x="227986" y="93090"/>
                </a:lnTo>
                <a:lnTo>
                  <a:pt x="272238" y="79277"/>
                </a:lnTo>
                <a:lnTo>
                  <a:pt x="319673" y="66390"/>
                </a:lnTo>
                <a:lnTo>
                  <a:pt x="370109" y="54482"/>
                </a:lnTo>
                <a:lnTo>
                  <a:pt x="423369" y="43606"/>
                </a:lnTo>
                <a:lnTo>
                  <a:pt x="479270" y="33813"/>
                </a:lnTo>
                <a:lnTo>
                  <a:pt x="537635" y="25156"/>
                </a:lnTo>
                <a:lnTo>
                  <a:pt x="598283" y="17687"/>
                </a:lnTo>
                <a:lnTo>
                  <a:pt x="661034" y="11459"/>
                </a:lnTo>
                <a:lnTo>
                  <a:pt x="725710" y="6524"/>
                </a:lnTo>
                <a:lnTo>
                  <a:pt x="792129" y="2934"/>
                </a:lnTo>
                <a:lnTo>
                  <a:pt x="860113" y="742"/>
                </a:lnTo>
                <a:lnTo>
                  <a:pt x="929481" y="0"/>
                </a:lnTo>
                <a:lnTo>
                  <a:pt x="998849" y="742"/>
                </a:lnTo>
                <a:lnTo>
                  <a:pt x="1066833" y="2934"/>
                </a:lnTo>
                <a:lnTo>
                  <a:pt x="1133252" y="6524"/>
                </a:lnTo>
                <a:lnTo>
                  <a:pt x="1197927" y="11459"/>
                </a:lnTo>
                <a:lnTo>
                  <a:pt x="1260678" y="17687"/>
                </a:lnTo>
                <a:lnTo>
                  <a:pt x="1321326" y="25156"/>
                </a:lnTo>
                <a:lnTo>
                  <a:pt x="1379690" y="33813"/>
                </a:lnTo>
                <a:lnTo>
                  <a:pt x="1435592" y="43606"/>
                </a:lnTo>
                <a:lnTo>
                  <a:pt x="1488851" y="54482"/>
                </a:lnTo>
                <a:lnTo>
                  <a:pt x="1539287" y="66390"/>
                </a:lnTo>
                <a:lnTo>
                  <a:pt x="1586721" y="79277"/>
                </a:lnTo>
                <a:lnTo>
                  <a:pt x="1630974" y="93090"/>
                </a:lnTo>
                <a:lnTo>
                  <a:pt x="1671865" y="107777"/>
                </a:lnTo>
                <a:lnTo>
                  <a:pt x="1709214" y="123286"/>
                </a:lnTo>
                <a:lnTo>
                  <a:pt x="1772571" y="156561"/>
                </a:lnTo>
                <a:lnTo>
                  <a:pt x="1819605" y="192496"/>
                </a:lnTo>
                <a:lnTo>
                  <a:pt x="1848881" y="230671"/>
                </a:lnTo>
                <a:lnTo>
                  <a:pt x="1858958" y="270668"/>
                </a:lnTo>
                <a:lnTo>
                  <a:pt x="1856409" y="290869"/>
                </a:lnTo>
                <a:lnTo>
                  <a:pt x="1836553" y="330007"/>
                </a:lnTo>
                <a:lnTo>
                  <a:pt x="1798218" y="367114"/>
                </a:lnTo>
                <a:lnTo>
                  <a:pt x="1742843" y="401771"/>
                </a:lnTo>
                <a:lnTo>
                  <a:pt x="1671865" y="433559"/>
                </a:lnTo>
                <a:lnTo>
                  <a:pt x="1630974" y="448247"/>
                </a:lnTo>
                <a:lnTo>
                  <a:pt x="1586721" y="462060"/>
                </a:lnTo>
                <a:lnTo>
                  <a:pt x="1539287" y="474946"/>
                </a:lnTo>
                <a:lnTo>
                  <a:pt x="1488851" y="486854"/>
                </a:lnTo>
                <a:lnTo>
                  <a:pt x="1435592" y="497731"/>
                </a:lnTo>
                <a:lnTo>
                  <a:pt x="1379690" y="507523"/>
                </a:lnTo>
                <a:lnTo>
                  <a:pt x="1321326" y="516180"/>
                </a:lnTo>
                <a:lnTo>
                  <a:pt x="1260678" y="523649"/>
                </a:lnTo>
                <a:lnTo>
                  <a:pt x="1197927" y="529877"/>
                </a:lnTo>
                <a:lnTo>
                  <a:pt x="1133252" y="534812"/>
                </a:lnTo>
                <a:lnTo>
                  <a:pt x="1066833" y="538402"/>
                </a:lnTo>
                <a:lnTo>
                  <a:pt x="998849" y="540595"/>
                </a:lnTo>
                <a:lnTo>
                  <a:pt x="929481" y="541337"/>
                </a:lnTo>
                <a:lnTo>
                  <a:pt x="860113" y="540595"/>
                </a:lnTo>
                <a:lnTo>
                  <a:pt x="792129" y="538402"/>
                </a:lnTo>
                <a:lnTo>
                  <a:pt x="725710" y="534812"/>
                </a:lnTo>
                <a:lnTo>
                  <a:pt x="661034" y="529877"/>
                </a:lnTo>
                <a:lnTo>
                  <a:pt x="598283" y="523649"/>
                </a:lnTo>
                <a:lnTo>
                  <a:pt x="537635" y="516180"/>
                </a:lnTo>
                <a:lnTo>
                  <a:pt x="479270" y="507523"/>
                </a:lnTo>
                <a:lnTo>
                  <a:pt x="423369" y="497731"/>
                </a:lnTo>
                <a:lnTo>
                  <a:pt x="370109" y="486854"/>
                </a:lnTo>
                <a:lnTo>
                  <a:pt x="319673" y="474946"/>
                </a:lnTo>
                <a:lnTo>
                  <a:pt x="272238" y="462060"/>
                </a:lnTo>
                <a:lnTo>
                  <a:pt x="227986" y="448247"/>
                </a:lnTo>
                <a:lnTo>
                  <a:pt x="187095" y="433559"/>
                </a:lnTo>
                <a:lnTo>
                  <a:pt x="149745" y="418050"/>
                </a:lnTo>
                <a:lnTo>
                  <a:pt x="86388" y="384775"/>
                </a:lnTo>
                <a:lnTo>
                  <a:pt x="39353" y="348841"/>
                </a:lnTo>
                <a:lnTo>
                  <a:pt x="10077" y="310666"/>
                </a:lnTo>
                <a:lnTo>
                  <a:pt x="0" y="270668"/>
                </a:lnTo>
                <a:close/>
              </a:path>
            </a:pathLst>
          </a:custGeom>
          <a:solidFill>
            <a:srgbClr val="FFFEAB"/>
          </a:solidFill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8451963" y="5204180"/>
            <a:ext cx="6692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ng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709836" y="2243023"/>
            <a:ext cx="476250" cy="55880"/>
          </a:xfrm>
          <a:custGeom>
            <a:avLst/>
            <a:gdLst/>
            <a:ahLst/>
            <a:cxnLst/>
            <a:rect l="l" t="t" r="r" b="b"/>
            <a:pathLst>
              <a:path w="476250" h="55880">
                <a:moveTo>
                  <a:pt x="0" y="55562"/>
                </a:moveTo>
                <a:lnTo>
                  <a:pt x="476249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143325" y="2560327"/>
            <a:ext cx="54610" cy="432434"/>
          </a:xfrm>
          <a:custGeom>
            <a:avLst/>
            <a:gdLst/>
            <a:ahLst/>
            <a:cxnLst/>
            <a:rect l="l" t="t" r="r" b="b"/>
            <a:pathLst>
              <a:path w="54610" h="432435">
                <a:moveTo>
                  <a:pt x="53999" y="431995"/>
                </a:moveTo>
                <a:lnTo>
                  <a:pt x="0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111815" y="2535123"/>
            <a:ext cx="76200" cy="80645"/>
          </a:xfrm>
          <a:custGeom>
            <a:avLst/>
            <a:gdLst/>
            <a:ahLst/>
            <a:cxnLst/>
            <a:rect l="l" t="t" r="r" b="b"/>
            <a:pathLst>
              <a:path w="76200" h="80644">
                <a:moveTo>
                  <a:pt x="28359" y="0"/>
                </a:moveTo>
                <a:lnTo>
                  <a:pt x="0" y="80340"/>
                </a:lnTo>
                <a:lnTo>
                  <a:pt x="75615" y="70891"/>
                </a:lnTo>
                <a:lnTo>
                  <a:pt x="283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890812" y="3270784"/>
            <a:ext cx="666750" cy="570865"/>
          </a:xfrm>
          <a:custGeom>
            <a:avLst/>
            <a:gdLst/>
            <a:ahLst/>
            <a:cxnLst/>
            <a:rect l="l" t="t" r="r" b="b"/>
            <a:pathLst>
              <a:path w="666750" h="570864">
                <a:moveTo>
                  <a:pt x="0" y="570851"/>
                </a:moveTo>
                <a:lnTo>
                  <a:pt x="666508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493947" y="3254260"/>
            <a:ext cx="83185" cy="78740"/>
          </a:xfrm>
          <a:custGeom>
            <a:avLst/>
            <a:gdLst/>
            <a:ahLst/>
            <a:cxnLst/>
            <a:rect l="l" t="t" r="r" b="b"/>
            <a:pathLst>
              <a:path w="83185" h="78739">
                <a:moveTo>
                  <a:pt x="82664" y="0"/>
                </a:moveTo>
                <a:lnTo>
                  <a:pt x="0" y="20624"/>
                </a:lnTo>
                <a:lnTo>
                  <a:pt x="49568" y="78511"/>
                </a:lnTo>
                <a:lnTo>
                  <a:pt x="826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838148" y="3271641"/>
            <a:ext cx="574040" cy="538480"/>
          </a:xfrm>
          <a:custGeom>
            <a:avLst/>
            <a:gdLst/>
            <a:ahLst/>
            <a:cxnLst/>
            <a:rect l="l" t="t" r="r" b="b"/>
            <a:pathLst>
              <a:path w="574039" h="538479">
                <a:moveTo>
                  <a:pt x="573613" y="538244"/>
                </a:moveTo>
                <a:lnTo>
                  <a:pt x="0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819624" y="3254260"/>
            <a:ext cx="81915" cy="80010"/>
          </a:xfrm>
          <a:custGeom>
            <a:avLst/>
            <a:gdLst/>
            <a:ahLst/>
            <a:cxnLst/>
            <a:rect l="l" t="t" r="r" b="b"/>
            <a:pathLst>
              <a:path w="81914" h="80010">
                <a:moveTo>
                  <a:pt x="0" y="0"/>
                </a:moveTo>
                <a:lnTo>
                  <a:pt x="29489" y="79921"/>
                </a:lnTo>
                <a:lnTo>
                  <a:pt x="81635" y="2435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364262" y="4081348"/>
            <a:ext cx="452755" cy="22225"/>
          </a:xfrm>
          <a:custGeom>
            <a:avLst/>
            <a:gdLst/>
            <a:ahLst/>
            <a:cxnLst/>
            <a:rect l="l" t="t" r="r" b="b"/>
            <a:pathLst>
              <a:path w="452754" h="22225">
                <a:moveTo>
                  <a:pt x="0" y="22224"/>
                </a:moveTo>
                <a:lnTo>
                  <a:pt x="452437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353024" y="4422059"/>
            <a:ext cx="53340" cy="240665"/>
          </a:xfrm>
          <a:custGeom>
            <a:avLst/>
            <a:gdLst/>
            <a:ahLst/>
            <a:cxnLst/>
            <a:rect l="l" t="t" r="r" b="b"/>
            <a:pathLst>
              <a:path w="53339" h="240664">
                <a:moveTo>
                  <a:pt x="0" y="240313"/>
                </a:moveTo>
                <a:lnTo>
                  <a:pt x="53243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358079" y="4397260"/>
            <a:ext cx="74930" cy="83185"/>
          </a:xfrm>
          <a:custGeom>
            <a:avLst/>
            <a:gdLst/>
            <a:ahLst/>
            <a:cxnLst/>
            <a:rect l="l" t="t" r="r" b="b"/>
            <a:pathLst>
              <a:path w="74929" h="83185">
                <a:moveTo>
                  <a:pt x="53682" y="0"/>
                </a:moveTo>
                <a:lnTo>
                  <a:pt x="0" y="66154"/>
                </a:lnTo>
                <a:lnTo>
                  <a:pt x="74396" y="82638"/>
                </a:lnTo>
                <a:lnTo>
                  <a:pt x="536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062387" y="4940433"/>
            <a:ext cx="647700" cy="532130"/>
          </a:xfrm>
          <a:custGeom>
            <a:avLst/>
            <a:gdLst/>
            <a:ahLst/>
            <a:cxnLst/>
            <a:rect l="l" t="t" r="r" b="b"/>
            <a:pathLst>
              <a:path w="647700" h="532129">
                <a:moveTo>
                  <a:pt x="0" y="531564"/>
                </a:moveTo>
                <a:lnTo>
                  <a:pt x="647122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646066" y="4924310"/>
            <a:ext cx="83185" cy="78105"/>
          </a:xfrm>
          <a:custGeom>
            <a:avLst/>
            <a:gdLst/>
            <a:ahLst/>
            <a:cxnLst/>
            <a:rect l="l" t="t" r="r" b="b"/>
            <a:pathLst>
              <a:path w="83185" h="78104">
                <a:moveTo>
                  <a:pt x="83070" y="0"/>
                </a:moveTo>
                <a:lnTo>
                  <a:pt x="0" y="18923"/>
                </a:lnTo>
                <a:lnTo>
                  <a:pt x="48374" y="77812"/>
                </a:lnTo>
                <a:lnTo>
                  <a:pt x="830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991050" y="4944256"/>
            <a:ext cx="416559" cy="528320"/>
          </a:xfrm>
          <a:custGeom>
            <a:avLst/>
            <a:gdLst/>
            <a:ahLst/>
            <a:cxnLst/>
            <a:rect l="l" t="t" r="r" b="b"/>
            <a:pathLst>
              <a:path w="416560" h="528320">
                <a:moveTo>
                  <a:pt x="416073" y="527741"/>
                </a:moveTo>
                <a:lnTo>
                  <a:pt x="0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975324" y="4924310"/>
            <a:ext cx="77470" cy="83820"/>
          </a:xfrm>
          <a:custGeom>
            <a:avLst/>
            <a:gdLst/>
            <a:ahLst/>
            <a:cxnLst/>
            <a:rect l="l" t="t" r="r" b="b"/>
            <a:pathLst>
              <a:path w="77470" h="83820">
                <a:moveTo>
                  <a:pt x="0" y="0"/>
                </a:moveTo>
                <a:lnTo>
                  <a:pt x="17259" y="83426"/>
                </a:lnTo>
                <a:lnTo>
                  <a:pt x="77088" y="3624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478062" y="5765685"/>
            <a:ext cx="628650" cy="22225"/>
          </a:xfrm>
          <a:custGeom>
            <a:avLst/>
            <a:gdLst/>
            <a:ahLst/>
            <a:cxnLst/>
            <a:rect l="l" t="t" r="r" b="b"/>
            <a:pathLst>
              <a:path w="628650" h="22225">
                <a:moveTo>
                  <a:pt x="0" y="22225"/>
                </a:moveTo>
                <a:lnTo>
                  <a:pt x="628649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359624" y="5398973"/>
            <a:ext cx="500380" cy="367030"/>
          </a:xfrm>
          <a:custGeom>
            <a:avLst/>
            <a:gdLst/>
            <a:ahLst/>
            <a:cxnLst/>
            <a:rect l="l" t="t" r="r" b="b"/>
            <a:pathLst>
              <a:path w="500379" h="367029">
                <a:moveTo>
                  <a:pt x="0" y="366711"/>
                </a:moveTo>
                <a:lnTo>
                  <a:pt x="500060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359624" y="5765685"/>
            <a:ext cx="544830" cy="332105"/>
          </a:xfrm>
          <a:custGeom>
            <a:avLst/>
            <a:gdLst/>
            <a:ahLst/>
            <a:cxnLst/>
            <a:rect l="l" t="t" r="r" b="b"/>
            <a:pathLst>
              <a:path w="544829" h="332104">
                <a:moveTo>
                  <a:pt x="0" y="0"/>
                </a:moveTo>
                <a:lnTo>
                  <a:pt x="544511" y="331787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373286" y="4427423"/>
            <a:ext cx="516255" cy="342900"/>
          </a:xfrm>
          <a:custGeom>
            <a:avLst/>
            <a:gdLst/>
            <a:ahLst/>
            <a:cxnLst/>
            <a:rect l="l" t="t" r="r" b="b"/>
            <a:pathLst>
              <a:path w="516255" h="342900">
                <a:moveTo>
                  <a:pt x="515937" y="0"/>
                </a:moveTo>
                <a:lnTo>
                  <a:pt x="0" y="34289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12"/>
          <p:cNvSpPr txBox="1"/>
          <p:nvPr/>
        </p:nvSpPr>
        <p:spPr>
          <a:xfrm flipH="1">
            <a:off x="6421270" y="1461416"/>
            <a:ext cx="3497429" cy="157863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960119" algn="l"/>
                <a:tab pos="1873250" algn="l"/>
              </a:tabLst>
            </a:pPr>
            <a:r>
              <a:rPr lang="de-DE" sz="1400" b="1" dirty="0">
                <a:latin typeface="Times New Roman"/>
                <a:cs typeface="Times New Roman"/>
              </a:rPr>
              <a:t>Hauptpunkte</a:t>
            </a:r>
          </a:p>
          <a:p>
            <a:pPr marL="298450" indent="-285750">
              <a:lnSpc>
                <a:spcPct val="100000"/>
              </a:lnSpc>
              <a:spcBef>
                <a:spcPts val="110"/>
              </a:spcBef>
              <a:buFontTx/>
              <a:buChar char="-"/>
              <a:tabLst>
                <a:tab pos="960119" algn="l"/>
                <a:tab pos="1873250" algn="l"/>
              </a:tabLst>
            </a:pPr>
            <a:r>
              <a:rPr lang="de-DE" sz="1400" dirty="0">
                <a:latin typeface="Times New Roman"/>
                <a:cs typeface="Times New Roman"/>
              </a:rPr>
              <a:t>Erlaubt Vererbung</a:t>
            </a:r>
          </a:p>
          <a:p>
            <a:pPr marL="298450" indent="-285750">
              <a:lnSpc>
                <a:spcPct val="100000"/>
              </a:lnSpc>
              <a:spcBef>
                <a:spcPts val="110"/>
              </a:spcBef>
              <a:buFontTx/>
              <a:buChar char="-"/>
              <a:tabLst>
                <a:tab pos="960119" algn="l"/>
                <a:tab pos="1873250" algn="l"/>
              </a:tabLst>
            </a:pPr>
            <a:r>
              <a:rPr lang="de-DE" sz="1400" dirty="0">
                <a:latin typeface="Times New Roman"/>
                <a:cs typeface="Times New Roman"/>
              </a:rPr>
              <a:t>Generalisierung – umgekehrte Richtung ist Spezialisierung</a:t>
            </a:r>
          </a:p>
          <a:p>
            <a:pPr marL="298450" indent="-285750">
              <a:lnSpc>
                <a:spcPct val="100000"/>
              </a:lnSpc>
              <a:spcBef>
                <a:spcPts val="110"/>
              </a:spcBef>
              <a:buFontTx/>
              <a:buChar char="-"/>
              <a:tabLst>
                <a:tab pos="960119" algn="l"/>
                <a:tab pos="1873250" algn="l"/>
              </a:tabLst>
            </a:pPr>
            <a:r>
              <a:rPr lang="de-DE" sz="1400" dirty="0">
                <a:latin typeface="Times New Roman"/>
                <a:cs typeface="Times New Roman"/>
              </a:rPr>
              <a:t>Es existiert disjunkte </a:t>
            </a:r>
            <a:r>
              <a:rPr lang="de-DE" sz="1400" dirty="0" err="1">
                <a:latin typeface="Times New Roman"/>
                <a:cs typeface="Times New Roman"/>
              </a:rPr>
              <a:t>Spezialsierung</a:t>
            </a:r>
            <a:r>
              <a:rPr lang="de-DE" sz="1400" dirty="0">
                <a:latin typeface="Times New Roman"/>
                <a:cs typeface="Times New Roman"/>
              </a:rPr>
              <a:t> und</a:t>
            </a:r>
          </a:p>
          <a:p>
            <a:pPr marL="298450" indent="-285750">
              <a:lnSpc>
                <a:spcPct val="100000"/>
              </a:lnSpc>
              <a:spcBef>
                <a:spcPts val="110"/>
              </a:spcBef>
              <a:buFontTx/>
              <a:buChar char="-"/>
              <a:tabLst>
                <a:tab pos="960119" algn="l"/>
                <a:tab pos="1873250" algn="l"/>
              </a:tabLst>
            </a:pPr>
            <a:r>
              <a:rPr lang="de-DE" sz="1400" dirty="0">
                <a:latin typeface="Times New Roman"/>
                <a:cs typeface="Times New Roman"/>
              </a:rPr>
              <a:t>Vollständige Spezialisierung (gibt keine Obertypen, die keine Untertypen haben</a:t>
            </a:r>
            <a:r>
              <a:rPr lang="de-DE" sz="1400" b="1" dirty="0">
                <a:latin typeface="Times New Roman"/>
                <a:cs typeface="Times New Roman"/>
              </a:rPr>
              <a:t>)</a:t>
            </a:r>
            <a:endParaRPr sz="1400" b="1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2172" y="615949"/>
            <a:ext cx="6438902" cy="54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Aggregation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84624" y="1796935"/>
            <a:ext cx="2008505" cy="481330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57150" rIns="0" bIns="0" rtlCol="0">
            <a:spAutoFit/>
          </a:bodyPr>
          <a:lstStyle/>
          <a:p>
            <a:pPr marL="408940">
              <a:lnSpc>
                <a:spcPct val="100000"/>
              </a:lnSpc>
              <a:spcBef>
                <a:spcPts val="450"/>
              </a:spcBef>
            </a:pPr>
            <a:r>
              <a:rPr sz="2400" spc="-5" dirty="0">
                <a:latin typeface="Times New Roman"/>
                <a:cs typeface="Times New Roman"/>
              </a:rPr>
              <a:t>Fahrräder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49599" y="2519248"/>
            <a:ext cx="1673225" cy="643255"/>
          </a:xfrm>
          <a:custGeom>
            <a:avLst/>
            <a:gdLst/>
            <a:ahLst/>
            <a:cxnLst/>
            <a:rect l="l" t="t" r="r" b="b"/>
            <a:pathLst>
              <a:path w="1673225" h="643255">
                <a:moveTo>
                  <a:pt x="836612" y="0"/>
                </a:moveTo>
                <a:lnTo>
                  <a:pt x="0" y="321475"/>
                </a:lnTo>
                <a:lnTo>
                  <a:pt x="836612" y="642937"/>
                </a:lnTo>
                <a:lnTo>
                  <a:pt x="1673225" y="321475"/>
                </a:lnTo>
                <a:lnTo>
                  <a:pt x="836612" y="0"/>
                </a:lnTo>
                <a:close/>
              </a:path>
            </a:pathLst>
          </a:custGeom>
          <a:solidFill>
            <a:srgbClr val="00B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349599" y="2519248"/>
            <a:ext cx="1673225" cy="643255"/>
          </a:xfrm>
          <a:custGeom>
            <a:avLst/>
            <a:gdLst/>
            <a:ahLst/>
            <a:cxnLst/>
            <a:rect l="l" t="t" r="r" b="b"/>
            <a:pathLst>
              <a:path w="1673225" h="643255">
                <a:moveTo>
                  <a:pt x="0" y="321468"/>
                </a:moveTo>
                <a:lnTo>
                  <a:pt x="836612" y="0"/>
                </a:lnTo>
                <a:lnTo>
                  <a:pt x="1673228" y="321468"/>
                </a:lnTo>
                <a:lnTo>
                  <a:pt x="836612" y="642936"/>
                </a:lnTo>
                <a:lnTo>
                  <a:pt x="0" y="321468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356199" y="2519248"/>
            <a:ext cx="1671955" cy="643255"/>
          </a:xfrm>
          <a:custGeom>
            <a:avLst/>
            <a:gdLst/>
            <a:ahLst/>
            <a:cxnLst/>
            <a:rect l="l" t="t" r="r" b="b"/>
            <a:pathLst>
              <a:path w="1671954" h="643255">
                <a:moveTo>
                  <a:pt x="835812" y="0"/>
                </a:moveTo>
                <a:lnTo>
                  <a:pt x="0" y="321475"/>
                </a:lnTo>
                <a:lnTo>
                  <a:pt x="835812" y="642937"/>
                </a:lnTo>
                <a:lnTo>
                  <a:pt x="1671637" y="321475"/>
                </a:lnTo>
                <a:lnTo>
                  <a:pt x="835812" y="0"/>
                </a:lnTo>
                <a:close/>
              </a:path>
            </a:pathLst>
          </a:custGeom>
          <a:solidFill>
            <a:srgbClr val="FF85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356199" y="2519248"/>
            <a:ext cx="1671955" cy="643255"/>
          </a:xfrm>
          <a:custGeom>
            <a:avLst/>
            <a:gdLst/>
            <a:ahLst/>
            <a:cxnLst/>
            <a:rect l="l" t="t" r="r" b="b"/>
            <a:pathLst>
              <a:path w="1671954" h="643255">
                <a:moveTo>
                  <a:pt x="0" y="321468"/>
                </a:moveTo>
                <a:lnTo>
                  <a:pt x="835818" y="0"/>
                </a:lnTo>
                <a:lnTo>
                  <a:pt x="1671639" y="321468"/>
                </a:lnTo>
                <a:lnTo>
                  <a:pt x="835818" y="642936"/>
                </a:lnTo>
                <a:lnTo>
                  <a:pt x="0" y="321468"/>
                </a:lnTo>
                <a:close/>
              </a:path>
            </a:pathLst>
          </a:custGeom>
          <a:solidFill>
            <a:srgbClr val="00B0F0"/>
          </a:solidFill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643439" y="2645143"/>
            <a:ext cx="30873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18664" algn="l"/>
              </a:tabLst>
            </a:pPr>
            <a:r>
              <a:rPr sz="2400" b="1" spc="-225" dirty="0">
                <a:latin typeface="Times New Roman"/>
                <a:cs typeface="Times New Roman"/>
              </a:rPr>
              <a:t>T</a:t>
            </a:r>
            <a:r>
              <a:rPr sz="2400" b="1" spc="-5" dirty="0">
                <a:latin typeface="Times New Roman"/>
                <a:cs typeface="Times New Roman"/>
              </a:rPr>
              <a:t>eil</a:t>
            </a:r>
            <a:r>
              <a:rPr sz="2400" b="1" dirty="0">
                <a:latin typeface="Times New Roman"/>
                <a:cs typeface="Times New Roman"/>
              </a:rPr>
              <a:t>-von	</a:t>
            </a:r>
            <a:r>
              <a:rPr sz="2400" b="1" spc="-225" dirty="0">
                <a:latin typeface="Times New Roman"/>
                <a:cs typeface="Times New Roman"/>
              </a:rPr>
              <a:t>T</a:t>
            </a:r>
            <a:r>
              <a:rPr sz="2400" b="1" spc="-5" dirty="0">
                <a:latin typeface="Times New Roman"/>
                <a:cs typeface="Times New Roman"/>
              </a:rPr>
              <a:t>eil</a:t>
            </a:r>
            <a:r>
              <a:rPr sz="2400" b="1" dirty="0">
                <a:latin typeface="Times New Roman"/>
                <a:cs typeface="Times New Roman"/>
              </a:rPr>
              <a:t>-von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189511" y="2277947"/>
            <a:ext cx="1003300" cy="241300"/>
          </a:xfrm>
          <a:custGeom>
            <a:avLst/>
            <a:gdLst/>
            <a:ahLst/>
            <a:cxnLst/>
            <a:rect l="l" t="t" r="r" b="b"/>
            <a:pathLst>
              <a:path w="1003300" h="241300">
                <a:moveTo>
                  <a:pt x="0" y="0"/>
                </a:moveTo>
                <a:lnTo>
                  <a:pt x="1003299" y="24129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184622" y="2277947"/>
            <a:ext cx="1005205" cy="241300"/>
          </a:xfrm>
          <a:custGeom>
            <a:avLst/>
            <a:gdLst/>
            <a:ahLst/>
            <a:cxnLst/>
            <a:rect l="l" t="t" r="r" b="b"/>
            <a:pathLst>
              <a:path w="1005204" h="241300">
                <a:moveTo>
                  <a:pt x="1004889" y="0"/>
                </a:moveTo>
                <a:lnTo>
                  <a:pt x="0" y="24129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179612" y="3563823"/>
            <a:ext cx="2005330" cy="481330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57150" rIns="0" bIns="0" rtlCol="0">
            <a:spAutoFit/>
          </a:bodyPr>
          <a:lstStyle/>
          <a:p>
            <a:pPr marL="497205">
              <a:lnSpc>
                <a:spcPct val="100000"/>
              </a:lnSpc>
              <a:spcBef>
                <a:spcPts val="450"/>
              </a:spcBef>
            </a:pPr>
            <a:r>
              <a:rPr sz="2400" spc="-5" dirty="0">
                <a:latin typeface="Times New Roman"/>
                <a:cs typeface="Times New Roman"/>
              </a:rPr>
              <a:t>Rahmen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43636" y="3563823"/>
            <a:ext cx="2006600" cy="481330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57150" rIns="0" bIns="0" rtlCol="0">
            <a:spAutoFit/>
          </a:bodyPr>
          <a:lstStyle/>
          <a:p>
            <a:pPr marL="637540">
              <a:lnSpc>
                <a:spcPct val="100000"/>
              </a:lnSpc>
              <a:spcBef>
                <a:spcPts val="450"/>
              </a:spcBef>
            </a:pPr>
            <a:r>
              <a:rPr sz="2400" spc="-5" dirty="0">
                <a:latin typeface="Times New Roman"/>
                <a:cs typeface="Times New Roman"/>
              </a:rPr>
              <a:t>Räder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182915" y="3162185"/>
            <a:ext cx="1002030" cy="401955"/>
          </a:xfrm>
          <a:custGeom>
            <a:avLst/>
            <a:gdLst/>
            <a:ahLst/>
            <a:cxnLst/>
            <a:rect l="l" t="t" r="r" b="b"/>
            <a:pathLst>
              <a:path w="1002029" h="401954">
                <a:moveTo>
                  <a:pt x="1001709" y="0"/>
                </a:moveTo>
                <a:lnTo>
                  <a:pt x="0" y="401637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192811" y="3162185"/>
            <a:ext cx="1254125" cy="401955"/>
          </a:xfrm>
          <a:custGeom>
            <a:avLst/>
            <a:gdLst/>
            <a:ahLst/>
            <a:cxnLst/>
            <a:rect l="l" t="t" r="r" b="b"/>
            <a:pathLst>
              <a:path w="1254125" h="401954">
                <a:moveTo>
                  <a:pt x="0" y="0"/>
                </a:moveTo>
                <a:lnTo>
                  <a:pt x="1254119" y="401637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092172" y="4525848"/>
            <a:ext cx="1673225" cy="643255"/>
          </a:xfrm>
          <a:custGeom>
            <a:avLst/>
            <a:gdLst/>
            <a:ahLst/>
            <a:cxnLst/>
            <a:rect l="l" t="t" r="r" b="b"/>
            <a:pathLst>
              <a:path w="1673225" h="643254">
                <a:moveTo>
                  <a:pt x="836615" y="0"/>
                </a:moveTo>
                <a:lnTo>
                  <a:pt x="0" y="321462"/>
                </a:lnTo>
                <a:lnTo>
                  <a:pt x="836615" y="642937"/>
                </a:lnTo>
                <a:lnTo>
                  <a:pt x="1673227" y="321462"/>
                </a:lnTo>
                <a:lnTo>
                  <a:pt x="836615" y="0"/>
                </a:lnTo>
                <a:close/>
              </a:path>
            </a:pathLst>
          </a:custGeom>
          <a:solidFill>
            <a:srgbClr val="00B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92172" y="4525848"/>
            <a:ext cx="1673225" cy="643255"/>
          </a:xfrm>
          <a:custGeom>
            <a:avLst/>
            <a:gdLst/>
            <a:ahLst/>
            <a:cxnLst/>
            <a:rect l="l" t="t" r="r" b="b"/>
            <a:pathLst>
              <a:path w="1673225" h="643254">
                <a:moveTo>
                  <a:pt x="0" y="321468"/>
                </a:moveTo>
                <a:lnTo>
                  <a:pt x="836612" y="0"/>
                </a:lnTo>
                <a:lnTo>
                  <a:pt x="1673228" y="321468"/>
                </a:lnTo>
                <a:lnTo>
                  <a:pt x="836612" y="642936"/>
                </a:lnTo>
                <a:lnTo>
                  <a:pt x="0" y="321468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386014" y="4651730"/>
            <a:ext cx="1081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25" dirty="0">
                <a:latin typeface="Times New Roman"/>
                <a:cs typeface="Times New Roman"/>
              </a:rPr>
              <a:t>T</a:t>
            </a:r>
            <a:r>
              <a:rPr sz="2400" b="1" spc="-5" dirty="0">
                <a:latin typeface="Times New Roman"/>
                <a:cs typeface="Times New Roman"/>
              </a:rPr>
              <a:t>eil</a:t>
            </a:r>
            <a:r>
              <a:rPr sz="2400" b="1" dirty="0">
                <a:latin typeface="Times New Roman"/>
                <a:cs typeface="Times New Roman"/>
              </a:rPr>
              <a:t>-von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349599" y="4525848"/>
            <a:ext cx="1673225" cy="643255"/>
          </a:xfrm>
          <a:custGeom>
            <a:avLst/>
            <a:gdLst/>
            <a:ahLst/>
            <a:cxnLst/>
            <a:rect l="l" t="t" r="r" b="b"/>
            <a:pathLst>
              <a:path w="1673225" h="643254">
                <a:moveTo>
                  <a:pt x="836612" y="0"/>
                </a:moveTo>
                <a:lnTo>
                  <a:pt x="0" y="321462"/>
                </a:lnTo>
                <a:lnTo>
                  <a:pt x="836612" y="642937"/>
                </a:lnTo>
                <a:lnTo>
                  <a:pt x="1673225" y="321462"/>
                </a:lnTo>
                <a:lnTo>
                  <a:pt x="836612" y="0"/>
                </a:lnTo>
                <a:close/>
              </a:path>
            </a:pathLst>
          </a:custGeom>
          <a:solidFill>
            <a:srgbClr val="00B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349599" y="4525848"/>
            <a:ext cx="1673225" cy="643255"/>
          </a:xfrm>
          <a:custGeom>
            <a:avLst/>
            <a:gdLst/>
            <a:ahLst/>
            <a:cxnLst/>
            <a:rect l="l" t="t" r="r" b="b"/>
            <a:pathLst>
              <a:path w="1673225" h="643254">
                <a:moveTo>
                  <a:pt x="0" y="321468"/>
                </a:moveTo>
                <a:lnTo>
                  <a:pt x="836612" y="0"/>
                </a:lnTo>
                <a:lnTo>
                  <a:pt x="1673228" y="321468"/>
                </a:lnTo>
                <a:lnTo>
                  <a:pt x="836612" y="642936"/>
                </a:lnTo>
                <a:lnTo>
                  <a:pt x="0" y="321468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643439" y="4651730"/>
            <a:ext cx="1081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25" dirty="0">
                <a:latin typeface="Times New Roman"/>
                <a:cs typeface="Times New Roman"/>
              </a:rPr>
              <a:t>T</a:t>
            </a:r>
            <a:r>
              <a:rPr sz="2400" b="1" spc="-5" dirty="0">
                <a:latin typeface="Times New Roman"/>
                <a:cs typeface="Times New Roman"/>
              </a:rPr>
              <a:t>eil</a:t>
            </a:r>
            <a:r>
              <a:rPr sz="2400" b="1" dirty="0">
                <a:latin typeface="Times New Roman"/>
                <a:cs typeface="Times New Roman"/>
              </a:rPr>
              <a:t>-von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438749" y="4525848"/>
            <a:ext cx="1673225" cy="643255"/>
          </a:xfrm>
          <a:custGeom>
            <a:avLst/>
            <a:gdLst/>
            <a:ahLst/>
            <a:cxnLst/>
            <a:rect l="l" t="t" r="r" b="b"/>
            <a:pathLst>
              <a:path w="1673225" h="643254">
                <a:moveTo>
                  <a:pt x="836612" y="0"/>
                </a:moveTo>
                <a:lnTo>
                  <a:pt x="0" y="321462"/>
                </a:lnTo>
                <a:lnTo>
                  <a:pt x="836612" y="642937"/>
                </a:lnTo>
                <a:lnTo>
                  <a:pt x="1673225" y="321462"/>
                </a:lnTo>
                <a:lnTo>
                  <a:pt x="836612" y="0"/>
                </a:lnTo>
                <a:close/>
              </a:path>
            </a:pathLst>
          </a:custGeom>
          <a:solidFill>
            <a:srgbClr val="FF85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438749" y="4525848"/>
            <a:ext cx="1673225" cy="643255"/>
          </a:xfrm>
          <a:custGeom>
            <a:avLst/>
            <a:gdLst/>
            <a:ahLst/>
            <a:cxnLst/>
            <a:rect l="l" t="t" r="r" b="b"/>
            <a:pathLst>
              <a:path w="1673225" h="643254">
                <a:moveTo>
                  <a:pt x="0" y="321468"/>
                </a:moveTo>
                <a:lnTo>
                  <a:pt x="836612" y="0"/>
                </a:lnTo>
                <a:lnTo>
                  <a:pt x="1673229" y="321468"/>
                </a:lnTo>
                <a:lnTo>
                  <a:pt x="836612" y="642936"/>
                </a:lnTo>
                <a:lnTo>
                  <a:pt x="0" y="321468"/>
                </a:lnTo>
                <a:close/>
              </a:path>
            </a:pathLst>
          </a:custGeom>
          <a:solidFill>
            <a:srgbClr val="00B0F0"/>
          </a:solidFill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732589" y="4651730"/>
            <a:ext cx="1081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25" dirty="0">
                <a:latin typeface="Times New Roman"/>
                <a:cs typeface="Times New Roman"/>
              </a:rPr>
              <a:t>T</a:t>
            </a:r>
            <a:r>
              <a:rPr sz="2400" b="1" spc="-5" dirty="0">
                <a:latin typeface="Times New Roman"/>
                <a:cs typeface="Times New Roman"/>
              </a:rPr>
              <a:t>eil</a:t>
            </a:r>
            <a:r>
              <a:rPr sz="2400" b="1" dirty="0">
                <a:latin typeface="Times New Roman"/>
                <a:cs typeface="Times New Roman"/>
              </a:rPr>
              <a:t>-von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696174" y="4525848"/>
            <a:ext cx="1673225" cy="643255"/>
          </a:xfrm>
          <a:custGeom>
            <a:avLst/>
            <a:gdLst/>
            <a:ahLst/>
            <a:cxnLst/>
            <a:rect l="l" t="t" r="r" b="b"/>
            <a:pathLst>
              <a:path w="1673225" h="643254">
                <a:moveTo>
                  <a:pt x="836612" y="0"/>
                </a:moveTo>
                <a:lnTo>
                  <a:pt x="0" y="321462"/>
                </a:lnTo>
                <a:lnTo>
                  <a:pt x="836612" y="642937"/>
                </a:lnTo>
                <a:lnTo>
                  <a:pt x="1673225" y="321462"/>
                </a:lnTo>
                <a:lnTo>
                  <a:pt x="836612" y="0"/>
                </a:lnTo>
                <a:close/>
              </a:path>
            </a:pathLst>
          </a:custGeom>
          <a:solidFill>
            <a:srgbClr val="00B0F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25"/>
          <p:cNvSpPr/>
          <p:nvPr/>
        </p:nvSpPr>
        <p:spPr>
          <a:xfrm>
            <a:off x="7696174" y="4525848"/>
            <a:ext cx="1673225" cy="643255"/>
          </a:xfrm>
          <a:custGeom>
            <a:avLst/>
            <a:gdLst/>
            <a:ahLst/>
            <a:cxnLst/>
            <a:rect l="l" t="t" r="r" b="b"/>
            <a:pathLst>
              <a:path w="1673225" h="643254">
                <a:moveTo>
                  <a:pt x="0" y="321468"/>
                </a:moveTo>
                <a:lnTo>
                  <a:pt x="836611" y="0"/>
                </a:lnTo>
                <a:lnTo>
                  <a:pt x="1673229" y="321468"/>
                </a:lnTo>
                <a:lnTo>
                  <a:pt x="836611" y="642936"/>
                </a:lnTo>
                <a:lnTo>
                  <a:pt x="0" y="321468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7990014" y="4651730"/>
            <a:ext cx="1081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25" dirty="0">
                <a:latin typeface="Times New Roman"/>
                <a:cs typeface="Times New Roman"/>
              </a:rPr>
              <a:t>T</a:t>
            </a:r>
            <a:r>
              <a:rPr sz="2400" b="1" spc="-5" dirty="0">
                <a:latin typeface="Times New Roman"/>
                <a:cs typeface="Times New Roman"/>
              </a:rPr>
              <a:t>eil</a:t>
            </a:r>
            <a:r>
              <a:rPr sz="2400" b="1" dirty="0">
                <a:latin typeface="Times New Roman"/>
                <a:cs typeface="Times New Roman"/>
              </a:rPr>
              <a:t>-von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25483" y="5570423"/>
            <a:ext cx="2005330" cy="481330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57150" rIns="0" bIns="0" rtlCol="0">
            <a:spAutoFit/>
          </a:bodyPr>
          <a:lstStyle/>
          <a:p>
            <a:pPr marL="624840">
              <a:lnSpc>
                <a:spcPct val="100000"/>
              </a:lnSpc>
              <a:spcBef>
                <a:spcPts val="450"/>
              </a:spcBef>
            </a:pPr>
            <a:r>
              <a:rPr sz="2400" dirty="0">
                <a:latin typeface="Times New Roman"/>
                <a:cs typeface="Times New Roman"/>
              </a:rPr>
              <a:t>Rohre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182912" y="5570423"/>
            <a:ext cx="2006600" cy="481330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57150" rIns="0" bIns="0" rtlCol="0">
            <a:spAutoFit/>
          </a:bodyPr>
          <a:lstStyle/>
          <a:p>
            <a:pPr marL="574040">
              <a:lnSpc>
                <a:spcPct val="100000"/>
              </a:lnSpc>
              <a:spcBef>
                <a:spcPts val="450"/>
              </a:spcBef>
            </a:pPr>
            <a:r>
              <a:rPr sz="2400" spc="-5" dirty="0">
                <a:latin typeface="Times New Roman"/>
                <a:cs typeface="Times New Roman"/>
              </a:rPr>
              <a:t>Lenker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272061" y="5570423"/>
            <a:ext cx="2006600" cy="481330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57150" rIns="0" bIns="0" rtlCol="0">
            <a:spAutoFit/>
          </a:bodyPr>
          <a:lstStyle/>
          <a:p>
            <a:pPr marL="586740">
              <a:lnSpc>
                <a:spcPct val="100000"/>
              </a:lnSpc>
              <a:spcBef>
                <a:spcPts val="450"/>
              </a:spcBef>
            </a:pPr>
            <a:r>
              <a:rPr sz="2400" spc="-5" dirty="0">
                <a:latin typeface="Times New Roman"/>
                <a:cs typeface="Times New Roman"/>
              </a:rPr>
              <a:t>Felgen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531074" y="5570423"/>
            <a:ext cx="2005330" cy="481330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57150" rIns="0" bIns="0" rtlCol="0">
            <a:spAutoFit/>
          </a:bodyPr>
          <a:lstStyle/>
          <a:p>
            <a:pPr marL="447040">
              <a:lnSpc>
                <a:spcPct val="100000"/>
              </a:lnSpc>
              <a:spcBef>
                <a:spcPts val="450"/>
              </a:spcBef>
            </a:pPr>
            <a:r>
              <a:rPr sz="2400" spc="-5" dirty="0">
                <a:latin typeface="Times New Roman"/>
                <a:cs typeface="Times New Roman"/>
              </a:rPr>
              <a:t>Speichen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928792" y="4044835"/>
            <a:ext cx="1254125" cy="481330"/>
          </a:xfrm>
          <a:custGeom>
            <a:avLst/>
            <a:gdLst/>
            <a:ahLst/>
            <a:cxnLst/>
            <a:rect l="l" t="t" r="r" b="b"/>
            <a:pathLst>
              <a:path w="1254125" h="481329">
                <a:moveTo>
                  <a:pt x="1254119" y="0"/>
                </a:moveTo>
                <a:lnTo>
                  <a:pt x="0" y="481012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182912" y="4044835"/>
            <a:ext cx="1002030" cy="481330"/>
          </a:xfrm>
          <a:custGeom>
            <a:avLst/>
            <a:gdLst/>
            <a:ahLst/>
            <a:cxnLst/>
            <a:rect l="l" t="t" r="r" b="b"/>
            <a:pathLst>
              <a:path w="1002029" h="481329">
                <a:moveTo>
                  <a:pt x="0" y="0"/>
                </a:moveTo>
                <a:lnTo>
                  <a:pt x="1001709" y="481012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276947" y="4044835"/>
            <a:ext cx="1170305" cy="481330"/>
          </a:xfrm>
          <a:custGeom>
            <a:avLst/>
            <a:gdLst/>
            <a:ahLst/>
            <a:cxnLst/>
            <a:rect l="l" t="t" r="r" b="b"/>
            <a:pathLst>
              <a:path w="1170304" h="481329">
                <a:moveTo>
                  <a:pt x="1169988" y="0"/>
                </a:moveTo>
                <a:lnTo>
                  <a:pt x="0" y="481012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446936" y="4044835"/>
            <a:ext cx="1085850" cy="481330"/>
          </a:xfrm>
          <a:custGeom>
            <a:avLst/>
            <a:gdLst/>
            <a:ahLst/>
            <a:cxnLst/>
            <a:rect l="l" t="t" r="r" b="b"/>
            <a:pathLst>
              <a:path w="1085850" h="481329">
                <a:moveTo>
                  <a:pt x="0" y="0"/>
                </a:moveTo>
                <a:lnTo>
                  <a:pt x="1085849" y="481012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928787" y="5168785"/>
            <a:ext cx="0" cy="401955"/>
          </a:xfrm>
          <a:custGeom>
            <a:avLst/>
            <a:gdLst/>
            <a:ahLst/>
            <a:cxnLst/>
            <a:rect l="l" t="t" r="r" b="b"/>
            <a:pathLst>
              <a:path h="401954">
                <a:moveTo>
                  <a:pt x="0" y="0"/>
                </a:moveTo>
                <a:lnTo>
                  <a:pt x="0" y="401637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184624" y="5168785"/>
            <a:ext cx="0" cy="401955"/>
          </a:xfrm>
          <a:custGeom>
            <a:avLst/>
            <a:gdLst/>
            <a:ahLst/>
            <a:cxnLst/>
            <a:rect l="l" t="t" r="r" b="b"/>
            <a:pathLst>
              <a:path h="401954">
                <a:moveTo>
                  <a:pt x="0" y="0"/>
                </a:moveTo>
                <a:lnTo>
                  <a:pt x="1" y="401637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276949" y="5168785"/>
            <a:ext cx="0" cy="401955"/>
          </a:xfrm>
          <a:custGeom>
            <a:avLst/>
            <a:gdLst/>
            <a:ahLst/>
            <a:cxnLst/>
            <a:rect l="l" t="t" r="r" b="b"/>
            <a:pathLst>
              <a:path h="401954">
                <a:moveTo>
                  <a:pt x="0" y="0"/>
                </a:moveTo>
                <a:lnTo>
                  <a:pt x="1" y="401637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8532786" y="5168785"/>
            <a:ext cx="0" cy="401955"/>
          </a:xfrm>
          <a:custGeom>
            <a:avLst/>
            <a:gdLst/>
            <a:ahLst/>
            <a:cxnLst/>
            <a:rect l="l" t="t" r="r" b="b"/>
            <a:pathLst>
              <a:path h="401954">
                <a:moveTo>
                  <a:pt x="0" y="0"/>
                </a:moveTo>
                <a:lnTo>
                  <a:pt x="0" y="401637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1699552" y="6300354"/>
            <a:ext cx="254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...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074452" y="6268605"/>
            <a:ext cx="254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...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506752" y="6268605"/>
            <a:ext cx="254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...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082639" y="6268605"/>
            <a:ext cx="254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...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47300" y="6935354"/>
            <a:ext cx="2235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CC66FF"/>
                </a:solidFill>
                <a:latin typeface="Arial"/>
                <a:cs typeface="Arial"/>
              </a:rPr>
              <a:t>30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58695" y="6660718"/>
            <a:ext cx="33020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Times New Roman"/>
                <a:cs typeface="Times New Roman"/>
              </a:rPr>
              <a:t>...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33801" y="6140335"/>
            <a:ext cx="1898650" cy="384175"/>
          </a:xfrm>
          <a:custGeom>
            <a:avLst/>
            <a:gdLst/>
            <a:ahLst/>
            <a:cxnLst/>
            <a:rect l="l" t="t" r="r" b="b"/>
            <a:pathLst>
              <a:path w="1898650" h="384175">
                <a:moveTo>
                  <a:pt x="0" y="0"/>
                </a:moveTo>
                <a:lnTo>
                  <a:pt x="1898648" y="0"/>
                </a:lnTo>
                <a:lnTo>
                  <a:pt x="1898648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33801" y="6143510"/>
            <a:ext cx="1895475" cy="377825"/>
          </a:xfrm>
          <a:prstGeom prst="rect">
            <a:avLst/>
          </a:prstGeom>
          <a:solidFill>
            <a:srgbClr val="FFD300"/>
          </a:solidFill>
        </p:spPr>
        <p:txBody>
          <a:bodyPr vert="horz" wrap="square" lIns="0" tIns="361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85"/>
              </a:spcBef>
            </a:pPr>
            <a:r>
              <a:rPr sz="2000" dirty="0">
                <a:latin typeface="Times New Roman"/>
                <a:cs typeface="Times New Roman"/>
              </a:rPr>
              <a:t>Rohre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77995" y="6733741"/>
            <a:ext cx="254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...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38870" y="6733741"/>
            <a:ext cx="254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...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89370" y="6733741"/>
            <a:ext cx="254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...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61092" y="3151073"/>
            <a:ext cx="2024380" cy="384175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8890" rIns="0" bIns="0" rtlCol="0">
            <a:spAutoFit/>
          </a:bodyPr>
          <a:lstStyle/>
          <a:p>
            <a:pPr marL="421005">
              <a:lnSpc>
                <a:spcPct val="100000"/>
              </a:lnSpc>
              <a:spcBef>
                <a:spcPts val="70"/>
              </a:spcBef>
            </a:pPr>
            <a:r>
              <a:rPr sz="2400" spc="-5" dirty="0">
                <a:latin typeface="Times New Roman"/>
                <a:cs typeface="Times New Roman"/>
              </a:rPr>
              <a:t>Fahrräder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808692" y="3725748"/>
            <a:ext cx="1685925" cy="511175"/>
          </a:xfrm>
          <a:custGeom>
            <a:avLst/>
            <a:gdLst/>
            <a:ahLst/>
            <a:cxnLst/>
            <a:rect l="l" t="t" r="r" b="b"/>
            <a:pathLst>
              <a:path w="1685925" h="511175">
                <a:moveTo>
                  <a:pt x="842962" y="0"/>
                </a:moveTo>
                <a:lnTo>
                  <a:pt x="0" y="255587"/>
                </a:lnTo>
                <a:lnTo>
                  <a:pt x="842962" y="511175"/>
                </a:lnTo>
                <a:lnTo>
                  <a:pt x="1685925" y="255587"/>
                </a:lnTo>
                <a:lnTo>
                  <a:pt x="842962" y="0"/>
                </a:lnTo>
                <a:close/>
              </a:path>
            </a:pathLst>
          </a:custGeom>
          <a:solidFill>
            <a:srgbClr val="00B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808692" y="3725748"/>
            <a:ext cx="1685925" cy="511175"/>
          </a:xfrm>
          <a:custGeom>
            <a:avLst/>
            <a:gdLst/>
            <a:ahLst/>
            <a:cxnLst/>
            <a:rect l="l" t="t" r="r" b="b"/>
            <a:pathLst>
              <a:path w="1685925" h="511175">
                <a:moveTo>
                  <a:pt x="0" y="255587"/>
                </a:moveTo>
                <a:lnTo>
                  <a:pt x="842962" y="0"/>
                </a:lnTo>
                <a:lnTo>
                  <a:pt x="1685918" y="255587"/>
                </a:lnTo>
                <a:lnTo>
                  <a:pt x="842962" y="511174"/>
                </a:lnTo>
                <a:lnTo>
                  <a:pt x="0" y="255587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105707" y="3785755"/>
            <a:ext cx="1081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25" dirty="0">
                <a:latin typeface="Times New Roman"/>
                <a:cs typeface="Times New Roman"/>
              </a:rPr>
              <a:t>T</a:t>
            </a:r>
            <a:r>
              <a:rPr sz="2400" b="1" spc="-5" dirty="0">
                <a:latin typeface="Times New Roman"/>
                <a:cs typeface="Times New Roman"/>
              </a:rPr>
              <a:t>eil</a:t>
            </a:r>
            <a:r>
              <a:rPr sz="2400" b="1" dirty="0">
                <a:latin typeface="Times New Roman"/>
                <a:cs typeface="Times New Roman"/>
              </a:rPr>
              <a:t>-von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831167" y="3725748"/>
            <a:ext cx="1684655" cy="511175"/>
          </a:xfrm>
          <a:custGeom>
            <a:avLst/>
            <a:gdLst/>
            <a:ahLst/>
            <a:cxnLst/>
            <a:rect l="l" t="t" r="r" b="b"/>
            <a:pathLst>
              <a:path w="1684654" h="511175">
                <a:moveTo>
                  <a:pt x="842162" y="0"/>
                </a:moveTo>
                <a:lnTo>
                  <a:pt x="0" y="255587"/>
                </a:lnTo>
                <a:lnTo>
                  <a:pt x="842162" y="511175"/>
                </a:lnTo>
                <a:lnTo>
                  <a:pt x="1684337" y="255587"/>
                </a:lnTo>
                <a:lnTo>
                  <a:pt x="842162" y="0"/>
                </a:lnTo>
                <a:close/>
              </a:path>
            </a:pathLst>
          </a:custGeom>
          <a:solidFill>
            <a:srgbClr val="00B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831167" y="3725748"/>
            <a:ext cx="1684655" cy="511175"/>
          </a:xfrm>
          <a:custGeom>
            <a:avLst/>
            <a:gdLst/>
            <a:ahLst/>
            <a:cxnLst/>
            <a:rect l="l" t="t" r="r" b="b"/>
            <a:pathLst>
              <a:path w="1684654" h="511175">
                <a:moveTo>
                  <a:pt x="0" y="255587"/>
                </a:moveTo>
                <a:lnTo>
                  <a:pt x="842168" y="0"/>
                </a:lnTo>
                <a:lnTo>
                  <a:pt x="1684339" y="255587"/>
                </a:lnTo>
                <a:lnTo>
                  <a:pt x="842168" y="511174"/>
                </a:lnTo>
                <a:lnTo>
                  <a:pt x="0" y="255587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127788" y="3785755"/>
            <a:ext cx="1081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25" dirty="0">
                <a:latin typeface="Times New Roman"/>
                <a:cs typeface="Times New Roman"/>
              </a:rPr>
              <a:t>T</a:t>
            </a:r>
            <a:r>
              <a:rPr sz="2400" b="1" spc="-5" dirty="0">
                <a:latin typeface="Times New Roman"/>
                <a:cs typeface="Times New Roman"/>
              </a:rPr>
              <a:t>eil</a:t>
            </a:r>
            <a:r>
              <a:rPr sz="2400" b="1" dirty="0">
                <a:latin typeface="Times New Roman"/>
                <a:cs typeface="Times New Roman"/>
              </a:rPr>
              <a:t>-von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972330" y="3535248"/>
            <a:ext cx="1701800" cy="190500"/>
          </a:xfrm>
          <a:custGeom>
            <a:avLst/>
            <a:gdLst/>
            <a:ahLst/>
            <a:cxnLst/>
            <a:rect l="l" t="t" r="r" b="b"/>
            <a:pathLst>
              <a:path w="1701800" h="190500">
                <a:moveTo>
                  <a:pt x="0" y="0"/>
                </a:moveTo>
                <a:lnTo>
                  <a:pt x="1701798" y="19049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651655" y="3535248"/>
            <a:ext cx="320675" cy="190500"/>
          </a:xfrm>
          <a:custGeom>
            <a:avLst/>
            <a:gdLst/>
            <a:ahLst/>
            <a:cxnLst/>
            <a:rect l="l" t="t" r="r" b="b"/>
            <a:pathLst>
              <a:path w="320675" h="190500">
                <a:moveTo>
                  <a:pt x="320674" y="0"/>
                </a:moveTo>
                <a:lnTo>
                  <a:pt x="0" y="19049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630767" y="4557598"/>
            <a:ext cx="2019300" cy="382905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8255" rIns="0" bIns="0" rtlCol="0">
            <a:spAutoFit/>
          </a:bodyPr>
          <a:lstStyle/>
          <a:p>
            <a:pPr marL="497840">
              <a:lnSpc>
                <a:spcPct val="100000"/>
              </a:lnSpc>
              <a:spcBef>
                <a:spcPts val="65"/>
              </a:spcBef>
            </a:pPr>
            <a:r>
              <a:rPr sz="2400" spc="-5" dirty="0">
                <a:latin typeface="Times New Roman"/>
                <a:cs typeface="Times New Roman"/>
              </a:rPr>
              <a:t>Rahmen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924954" y="4557598"/>
            <a:ext cx="2022475" cy="382905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8255" rIns="0" bIns="0" rtlCol="0">
            <a:spAutoFit/>
          </a:bodyPr>
          <a:lstStyle/>
          <a:p>
            <a:pPr marL="650240">
              <a:lnSpc>
                <a:spcPct val="100000"/>
              </a:lnSpc>
              <a:spcBef>
                <a:spcPts val="65"/>
              </a:spcBef>
            </a:pPr>
            <a:r>
              <a:rPr sz="2400" spc="-5" dirty="0">
                <a:latin typeface="Times New Roman"/>
                <a:cs typeface="Times New Roman"/>
              </a:rPr>
              <a:t>Räder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42008" y="4236923"/>
            <a:ext cx="1008380" cy="320675"/>
          </a:xfrm>
          <a:custGeom>
            <a:avLst/>
            <a:gdLst/>
            <a:ahLst/>
            <a:cxnLst/>
            <a:rect l="l" t="t" r="r" b="b"/>
            <a:pathLst>
              <a:path w="1008379" h="320675">
                <a:moveTo>
                  <a:pt x="1008059" y="0"/>
                </a:moveTo>
                <a:lnTo>
                  <a:pt x="0" y="320674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674130" y="4236923"/>
            <a:ext cx="1263650" cy="320675"/>
          </a:xfrm>
          <a:custGeom>
            <a:avLst/>
            <a:gdLst/>
            <a:ahLst/>
            <a:cxnLst/>
            <a:rect l="l" t="t" r="r" b="b"/>
            <a:pathLst>
              <a:path w="1263650" h="320675">
                <a:moveTo>
                  <a:pt x="0" y="0"/>
                </a:moveTo>
                <a:lnTo>
                  <a:pt x="1263649" y="320674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533801" y="5324360"/>
            <a:ext cx="1685925" cy="511175"/>
          </a:xfrm>
          <a:custGeom>
            <a:avLst/>
            <a:gdLst/>
            <a:ahLst/>
            <a:cxnLst/>
            <a:rect l="l" t="t" r="r" b="b"/>
            <a:pathLst>
              <a:path w="1685925" h="511175">
                <a:moveTo>
                  <a:pt x="842966" y="0"/>
                </a:moveTo>
                <a:lnTo>
                  <a:pt x="0" y="255587"/>
                </a:lnTo>
                <a:lnTo>
                  <a:pt x="842966" y="511175"/>
                </a:lnTo>
                <a:lnTo>
                  <a:pt x="1685928" y="255587"/>
                </a:lnTo>
                <a:lnTo>
                  <a:pt x="842966" y="0"/>
                </a:lnTo>
                <a:close/>
              </a:path>
            </a:pathLst>
          </a:custGeom>
          <a:solidFill>
            <a:srgbClr val="00B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533801" y="5324360"/>
            <a:ext cx="1685925" cy="511175"/>
          </a:xfrm>
          <a:custGeom>
            <a:avLst/>
            <a:gdLst/>
            <a:ahLst/>
            <a:cxnLst/>
            <a:rect l="l" t="t" r="r" b="b"/>
            <a:pathLst>
              <a:path w="1685925" h="511175">
                <a:moveTo>
                  <a:pt x="0" y="255587"/>
                </a:moveTo>
                <a:lnTo>
                  <a:pt x="842962" y="0"/>
                </a:lnTo>
                <a:lnTo>
                  <a:pt x="1685918" y="255587"/>
                </a:lnTo>
                <a:lnTo>
                  <a:pt x="842962" y="511174"/>
                </a:lnTo>
                <a:lnTo>
                  <a:pt x="0" y="255587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808692" y="5324360"/>
            <a:ext cx="1685925" cy="511175"/>
          </a:xfrm>
          <a:custGeom>
            <a:avLst/>
            <a:gdLst/>
            <a:ahLst/>
            <a:cxnLst/>
            <a:rect l="l" t="t" r="r" b="b"/>
            <a:pathLst>
              <a:path w="1685925" h="511175">
                <a:moveTo>
                  <a:pt x="842962" y="0"/>
                </a:moveTo>
                <a:lnTo>
                  <a:pt x="0" y="255587"/>
                </a:lnTo>
                <a:lnTo>
                  <a:pt x="842962" y="511175"/>
                </a:lnTo>
                <a:lnTo>
                  <a:pt x="1685925" y="255587"/>
                </a:lnTo>
                <a:lnTo>
                  <a:pt x="842962" y="0"/>
                </a:lnTo>
                <a:close/>
              </a:path>
            </a:pathLst>
          </a:custGeom>
          <a:solidFill>
            <a:srgbClr val="00B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808692" y="5324360"/>
            <a:ext cx="1685925" cy="511175"/>
          </a:xfrm>
          <a:custGeom>
            <a:avLst/>
            <a:gdLst/>
            <a:ahLst/>
            <a:cxnLst/>
            <a:rect l="l" t="t" r="r" b="b"/>
            <a:pathLst>
              <a:path w="1685925" h="511175">
                <a:moveTo>
                  <a:pt x="0" y="255587"/>
                </a:moveTo>
                <a:lnTo>
                  <a:pt x="842962" y="0"/>
                </a:lnTo>
                <a:lnTo>
                  <a:pt x="1685918" y="255587"/>
                </a:lnTo>
                <a:lnTo>
                  <a:pt x="842962" y="511174"/>
                </a:lnTo>
                <a:lnTo>
                  <a:pt x="0" y="255587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830822" y="5384368"/>
            <a:ext cx="33566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87270" algn="l"/>
              </a:tabLst>
            </a:pPr>
            <a:r>
              <a:rPr sz="2400" b="1" spc="-225" dirty="0">
                <a:latin typeface="Times New Roman"/>
                <a:cs typeface="Times New Roman"/>
              </a:rPr>
              <a:t>T</a:t>
            </a:r>
            <a:r>
              <a:rPr sz="2400" b="1" spc="-5" dirty="0">
                <a:latin typeface="Times New Roman"/>
                <a:cs typeface="Times New Roman"/>
              </a:rPr>
              <a:t>eil</a:t>
            </a:r>
            <a:r>
              <a:rPr sz="2400" b="1" dirty="0">
                <a:latin typeface="Times New Roman"/>
                <a:cs typeface="Times New Roman"/>
              </a:rPr>
              <a:t>-von	</a:t>
            </a:r>
            <a:r>
              <a:rPr sz="2400" b="1" spc="-225" dirty="0">
                <a:latin typeface="Times New Roman"/>
                <a:cs typeface="Times New Roman"/>
              </a:rPr>
              <a:t>T</a:t>
            </a:r>
            <a:r>
              <a:rPr sz="2400" b="1" spc="-5" dirty="0">
                <a:latin typeface="Times New Roman"/>
                <a:cs typeface="Times New Roman"/>
              </a:rPr>
              <a:t>eil</a:t>
            </a:r>
            <a:r>
              <a:rPr sz="2400" b="1" dirty="0">
                <a:latin typeface="Times New Roman"/>
                <a:cs typeface="Times New Roman"/>
              </a:rPr>
              <a:t>-von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913717" y="5324360"/>
            <a:ext cx="1685925" cy="511175"/>
          </a:xfrm>
          <a:custGeom>
            <a:avLst/>
            <a:gdLst/>
            <a:ahLst/>
            <a:cxnLst/>
            <a:rect l="l" t="t" r="r" b="b"/>
            <a:pathLst>
              <a:path w="1685925" h="511175">
                <a:moveTo>
                  <a:pt x="842962" y="0"/>
                </a:moveTo>
                <a:lnTo>
                  <a:pt x="0" y="255587"/>
                </a:lnTo>
                <a:lnTo>
                  <a:pt x="842962" y="511175"/>
                </a:lnTo>
                <a:lnTo>
                  <a:pt x="1685925" y="255587"/>
                </a:lnTo>
                <a:lnTo>
                  <a:pt x="842962" y="0"/>
                </a:lnTo>
                <a:close/>
              </a:path>
            </a:pathLst>
          </a:custGeom>
          <a:solidFill>
            <a:srgbClr val="FF85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913717" y="5324360"/>
            <a:ext cx="1685925" cy="511175"/>
          </a:xfrm>
          <a:custGeom>
            <a:avLst/>
            <a:gdLst/>
            <a:ahLst/>
            <a:cxnLst/>
            <a:rect l="l" t="t" r="r" b="b"/>
            <a:pathLst>
              <a:path w="1685925" h="511175">
                <a:moveTo>
                  <a:pt x="0" y="255587"/>
                </a:moveTo>
                <a:lnTo>
                  <a:pt x="842962" y="0"/>
                </a:lnTo>
                <a:lnTo>
                  <a:pt x="1685919" y="255587"/>
                </a:lnTo>
                <a:lnTo>
                  <a:pt x="842962" y="511174"/>
                </a:lnTo>
                <a:lnTo>
                  <a:pt x="0" y="255587"/>
                </a:lnTo>
                <a:close/>
              </a:path>
            </a:pathLst>
          </a:custGeom>
          <a:solidFill>
            <a:srgbClr val="00B0F0"/>
          </a:solidFill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188604" y="5324360"/>
            <a:ext cx="1685925" cy="511175"/>
          </a:xfrm>
          <a:custGeom>
            <a:avLst/>
            <a:gdLst/>
            <a:ahLst/>
            <a:cxnLst/>
            <a:rect l="l" t="t" r="r" b="b"/>
            <a:pathLst>
              <a:path w="1685925" h="511175">
                <a:moveTo>
                  <a:pt x="842962" y="0"/>
                </a:moveTo>
                <a:lnTo>
                  <a:pt x="0" y="255587"/>
                </a:lnTo>
                <a:lnTo>
                  <a:pt x="842962" y="511175"/>
                </a:lnTo>
                <a:lnTo>
                  <a:pt x="1685925" y="255587"/>
                </a:lnTo>
                <a:lnTo>
                  <a:pt x="842962" y="0"/>
                </a:lnTo>
                <a:close/>
              </a:path>
            </a:pathLst>
          </a:custGeom>
          <a:solidFill>
            <a:srgbClr val="FF85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8188604" y="5324360"/>
            <a:ext cx="1685925" cy="511175"/>
          </a:xfrm>
          <a:custGeom>
            <a:avLst/>
            <a:gdLst/>
            <a:ahLst/>
            <a:cxnLst/>
            <a:rect l="l" t="t" r="r" b="b"/>
            <a:pathLst>
              <a:path w="1685925" h="511175">
                <a:moveTo>
                  <a:pt x="0" y="255587"/>
                </a:moveTo>
                <a:lnTo>
                  <a:pt x="842962" y="0"/>
                </a:lnTo>
                <a:lnTo>
                  <a:pt x="1685918" y="255587"/>
                </a:lnTo>
                <a:lnTo>
                  <a:pt x="842962" y="511174"/>
                </a:lnTo>
                <a:lnTo>
                  <a:pt x="0" y="255587"/>
                </a:lnTo>
                <a:close/>
              </a:path>
            </a:pathLst>
          </a:custGeom>
          <a:solidFill>
            <a:srgbClr val="00B0F0"/>
          </a:solidFill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6210732" y="5384368"/>
            <a:ext cx="33566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87270" algn="l"/>
              </a:tabLst>
            </a:pPr>
            <a:r>
              <a:rPr sz="2400" b="1" spc="-225" dirty="0">
                <a:latin typeface="Times New Roman"/>
                <a:cs typeface="Times New Roman"/>
              </a:rPr>
              <a:t>T</a:t>
            </a:r>
            <a:r>
              <a:rPr sz="2400" b="1" spc="-5" dirty="0">
                <a:latin typeface="Times New Roman"/>
                <a:cs typeface="Times New Roman"/>
              </a:rPr>
              <a:t>eil</a:t>
            </a:r>
            <a:r>
              <a:rPr sz="2400" b="1" dirty="0">
                <a:latin typeface="Times New Roman"/>
                <a:cs typeface="Times New Roman"/>
              </a:rPr>
              <a:t>-von	</a:t>
            </a:r>
            <a:r>
              <a:rPr sz="2400" b="1" spc="-225" dirty="0">
                <a:latin typeface="Times New Roman"/>
                <a:cs typeface="Times New Roman"/>
              </a:rPr>
              <a:t>T</a:t>
            </a:r>
            <a:r>
              <a:rPr sz="2400" b="1" spc="-5" dirty="0">
                <a:latin typeface="Times New Roman"/>
                <a:cs typeface="Times New Roman"/>
              </a:rPr>
              <a:t>eil</a:t>
            </a:r>
            <a:r>
              <a:rPr sz="2400" b="1" dirty="0">
                <a:latin typeface="Times New Roman"/>
                <a:cs typeface="Times New Roman"/>
              </a:rPr>
              <a:t>-von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637242" y="6140335"/>
            <a:ext cx="2019300" cy="384175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8890" rIns="0" bIns="0" rtlCol="0">
            <a:spAutoFit/>
          </a:bodyPr>
          <a:lstStyle/>
          <a:p>
            <a:pPr marL="573405">
              <a:lnSpc>
                <a:spcPct val="100000"/>
              </a:lnSpc>
              <a:spcBef>
                <a:spcPts val="70"/>
              </a:spcBef>
            </a:pPr>
            <a:r>
              <a:rPr sz="2400" spc="-5" dirty="0">
                <a:latin typeface="Times New Roman"/>
                <a:cs typeface="Times New Roman"/>
              </a:rPr>
              <a:t>Lenker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747029" y="6154623"/>
            <a:ext cx="2019300" cy="384175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8890" rIns="0" bIns="0" rtlCol="0">
            <a:spAutoFit/>
          </a:bodyPr>
          <a:lstStyle/>
          <a:p>
            <a:pPr marL="599440">
              <a:lnSpc>
                <a:spcPct val="100000"/>
              </a:lnSpc>
              <a:spcBef>
                <a:spcPts val="70"/>
              </a:spcBef>
            </a:pPr>
            <a:r>
              <a:rPr sz="2400" spc="-5" dirty="0">
                <a:latin typeface="Times New Roman"/>
                <a:cs typeface="Times New Roman"/>
              </a:rPr>
              <a:t>Felgen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021917" y="6154623"/>
            <a:ext cx="2021205" cy="384175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8890" rIns="0" bIns="0" rtlCol="0">
            <a:spAutoFit/>
          </a:bodyPr>
          <a:lstStyle/>
          <a:p>
            <a:pPr marL="447040">
              <a:lnSpc>
                <a:spcPct val="100000"/>
              </a:lnSpc>
              <a:spcBef>
                <a:spcPts val="70"/>
              </a:spcBef>
            </a:pPr>
            <a:r>
              <a:rPr sz="2400" spc="-5" dirty="0">
                <a:latin typeface="Times New Roman"/>
                <a:cs typeface="Times New Roman"/>
              </a:rPr>
              <a:t>Speichen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2378355" y="4940185"/>
            <a:ext cx="1263650" cy="384175"/>
          </a:xfrm>
          <a:custGeom>
            <a:avLst/>
            <a:gdLst/>
            <a:ahLst/>
            <a:cxnLst/>
            <a:rect l="l" t="t" r="r" b="b"/>
            <a:pathLst>
              <a:path w="1263650" h="384175">
                <a:moveTo>
                  <a:pt x="1263648" y="0"/>
                </a:moveTo>
                <a:lnTo>
                  <a:pt x="0" y="384174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642004" y="4940185"/>
            <a:ext cx="1008380" cy="384175"/>
          </a:xfrm>
          <a:custGeom>
            <a:avLst/>
            <a:gdLst/>
            <a:ahLst/>
            <a:cxnLst/>
            <a:rect l="l" t="t" r="r" b="b"/>
            <a:pathLst>
              <a:path w="1008379" h="384175">
                <a:moveTo>
                  <a:pt x="0" y="0"/>
                </a:moveTo>
                <a:lnTo>
                  <a:pt x="1008059" y="384174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758270" y="4940185"/>
            <a:ext cx="1179830" cy="384175"/>
          </a:xfrm>
          <a:custGeom>
            <a:avLst/>
            <a:gdLst/>
            <a:ahLst/>
            <a:cxnLst/>
            <a:rect l="l" t="t" r="r" b="b"/>
            <a:pathLst>
              <a:path w="1179829" h="384175">
                <a:moveTo>
                  <a:pt x="1179508" y="0"/>
                </a:moveTo>
                <a:lnTo>
                  <a:pt x="0" y="384174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937779" y="4940185"/>
            <a:ext cx="1092200" cy="384175"/>
          </a:xfrm>
          <a:custGeom>
            <a:avLst/>
            <a:gdLst/>
            <a:ahLst/>
            <a:cxnLst/>
            <a:rect l="l" t="t" r="r" b="b"/>
            <a:pathLst>
              <a:path w="1092200" h="384175">
                <a:moveTo>
                  <a:pt x="0" y="0"/>
                </a:moveTo>
                <a:lnTo>
                  <a:pt x="1092199" y="384174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376767" y="5835535"/>
            <a:ext cx="106680" cy="304800"/>
          </a:xfrm>
          <a:custGeom>
            <a:avLst/>
            <a:gdLst/>
            <a:ahLst/>
            <a:cxnLst/>
            <a:rect l="l" t="t" r="r" b="b"/>
            <a:pathLst>
              <a:path w="106680" h="304800">
                <a:moveTo>
                  <a:pt x="0" y="0"/>
                </a:moveTo>
                <a:lnTo>
                  <a:pt x="106361" y="30479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646893" y="5835535"/>
            <a:ext cx="5080" cy="304800"/>
          </a:xfrm>
          <a:custGeom>
            <a:avLst/>
            <a:gdLst/>
            <a:ahLst/>
            <a:cxnLst/>
            <a:rect l="l" t="t" r="r" b="b"/>
            <a:pathLst>
              <a:path w="5079" h="304800">
                <a:moveTo>
                  <a:pt x="4762" y="0"/>
                </a:moveTo>
                <a:lnTo>
                  <a:pt x="0" y="30479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758267" y="5835535"/>
            <a:ext cx="0" cy="319405"/>
          </a:xfrm>
          <a:custGeom>
            <a:avLst/>
            <a:gdLst/>
            <a:ahLst/>
            <a:cxnLst/>
            <a:rect l="l" t="t" r="r" b="b"/>
            <a:pathLst>
              <a:path h="319404">
                <a:moveTo>
                  <a:pt x="0" y="0"/>
                </a:moveTo>
                <a:lnTo>
                  <a:pt x="1" y="319087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9029979" y="5835535"/>
            <a:ext cx="0" cy="319405"/>
          </a:xfrm>
          <a:custGeom>
            <a:avLst/>
            <a:gdLst/>
            <a:ahLst/>
            <a:cxnLst/>
            <a:rect l="l" t="t" r="r" b="b"/>
            <a:pathLst>
              <a:path h="319404">
                <a:moveTo>
                  <a:pt x="0" y="0"/>
                </a:moveTo>
                <a:lnTo>
                  <a:pt x="0" y="319087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1690965" y="3168535"/>
            <a:ext cx="2022475" cy="384175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8890" rIns="0" bIns="0" rtlCol="0">
            <a:spAutoFit/>
          </a:bodyPr>
          <a:lstStyle/>
          <a:p>
            <a:pPr marL="624840">
              <a:lnSpc>
                <a:spcPct val="100000"/>
              </a:lnSpc>
              <a:spcBef>
                <a:spcPts val="70"/>
              </a:spcBef>
            </a:pPr>
            <a:r>
              <a:rPr sz="2400" spc="-5" dirty="0">
                <a:latin typeface="Times New Roman"/>
                <a:cs typeface="Times New Roman"/>
              </a:rPr>
              <a:t>Segler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231217" y="3165360"/>
            <a:ext cx="2024380" cy="384175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8890" rIns="0" bIns="0" rtlCol="0">
            <a:spAutoFit/>
          </a:bodyPr>
          <a:lstStyle/>
          <a:p>
            <a:pPr marL="320040">
              <a:lnSpc>
                <a:spcPct val="100000"/>
              </a:lnSpc>
              <a:spcBef>
                <a:spcPts val="70"/>
              </a:spcBef>
            </a:pPr>
            <a:r>
              <a:rPr sz="2400" spc="-5" dirty="0">
                <a:latin typeface="Times New Roman"/>
                <a:cs typeface="Times New Roman"/>
              </a:rPr>
              <a:t>Motorräder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501342" y="3168535"/>
            <a:ext cx="2024380" cy="384175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8890" rIns="0" bIns="0" rtlCol="0">
            <a:spAutoFit/>
          </a:bodyPr>
          <a:lstStyle/>
          <a:p>
            <a:pPr marL="294640">
              <a:lnSpc>
                <a:spcPct val="100000"/>
              </a:lnSpc>
              <a:spcBef>
                <a:spcPts val="70"/>
              </a:spcBef>
            </a:pPr>
            <a:r>
              <a:rPr sz="2400" spc="-5" dirty="0">
                <a:latin typeface="Times New Roman"/>
                <a:cs typeface="Times New Roman"/>
              </a:rPr>
              <a:t>Automobile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3475317" y="2406535"/>
            <a:ext cx="890905" cy="381000"/>
          </a:xfrm>
          <a:custGeom>
            <a:avLst/>
            <a:gdLst/>
            <a:ahLst/>
            <a:cxnLst/>
            <a:rect l="l" t="t" r="r" b="b"/>
            <a:pathLst>
              <a:path w="890904" h="381000">
                <a:moveTo>
                  <a:pt x="667943" y="0"/>
                </a:moveTo>
                <a:lnTo>
                  <a:pt x="222643" y="0"/>
                </a:lnTo>
                <a:lnTo>
                  <a:pt x="0" y="190500"/>
                </a:lnTo>
                <a:lnTo>
                  <a:pt x="222643" y="381000"/>
                </a:lnTo>
                <a:lnTo>
                  <a:pt x="667943" y="381000"/>
                </a:lnTo>
                <a:lnTo>
                  <a:pt x="890587" y="190500"/>
                </a:lnTo>
                <a:lnTo>
                  <a:pt x="667943" y="0"/>
                </a:lnTo>
                <a:close/>
              </a:path>
            </a:pathLst>
          </a:custGeom>
          <a:solidFill>
            <a:srgbClr val="FF5A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475317" y="2406535"/>
            <a:ext cx="890905" cy="381000"/>
          </a:xfrm>
          <a:custGeom>
            <a:avLst/>
            <a:gdLst/>
            <a:ahLst/>
            <a:cxnLst/>
            <a:rect l="l" t="t" r="r" b="b"/>
            <a:pathLst>
              <a:path w="890904" h="381000">
                <a:moveTo>
                  <a:pt x="0" y="190499"/>
                </a:moveTo>
                <a:lnTo>
                  <a:pt x="222644" y="0"/>
                </a:lnTo>
                <a:lnTo>
                  <a:pt x="667941" y="0"/>
                </a:lnTo>
                <a:lnTo>
                  <a:pt x="890586" y="190499"/>
                </a:lnTo>
                <a:lnTo>
                  <a:pt x="667941" y="380999"/>
                </a:lnTo>
                <a:lnTo>
                  <a:pt x="222644" y="380999"/>
                </a:lnTo>
                <a:lnTo>
                  <a:pt x="0" y="19049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3677082" y="2401455"/>
            <a:ext cx="482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Times New Roman"/>
                <a:cs typeface="Times New Roman"/>
              </a:rPr>
              <a:t>i</a:t>
            </a:r>
            <a:r>
              <a:rPr sz="2400" b="1" dirty="0">
                <a:latin typeface="Times New Roman"/>
                <a:cs typeface="Times New Roman"/>
              </a:rPr>
              <a:t>s-a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7934604" y="2406535"/>
            <a:ext cx="892175" cy="381000"/>
          </a:xfrm>
          <a:custGeom>
            <a:avLst/>
            <a:gdLst/>
            <a:ahLst/>
            <a:cxnLst/>
            <a:rect l="l" t="t" r="r" b="b"/>
            <a:pathLst>
              <a:path w="892175" h="381000">
                <a:moveTo>
                  <a:pt x="669124" y="0"/>
                </a:moveTo>
                <a:lnTo>
                  <a:pt x="223037" y="0"/>
                </a:lnTo>
                <a:lnTo>
                  <a:pt x="0" y="190500"/>
                </a:lnTo>
                <a:lnTo>
                  <a:pt x="223037" y="381000"/>
                </a:lnTo>
                <a:lnTo>
                  <a:pt x="669124" y="381000"/>
                </a:lnTo>
                <a:lnTo>
                  <a:pt x="892175" y="190500"/>
                </a:lnTo>
                <a:lnTo>
                  <a:pt x="669124" y="0"/>
                </a:lnTo>
                <a:close/>
              </a:path>
            </a:pathLst>
          </a:custGeom>
          <a:solidFill>
            <a:srgbClr val="FF5A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934604" y="2406535"/>
            <a:ext cx="892175" cy="381000"/>
          </a:xfrm>
          <a:custGeom>
            <a:avLst/>
            <a:gdLst/>
            <a:ahLst/>
            <a:cxnLst/>
            <a:rect l="l" t="t" r="r" b="b"/>
            <a:pathLst>
              <a:path w="892175" h="381000">
                <a:moveTo>
                  <a:pt x="0" y="190499"/>
                </a:moveTo>
                <a:lnTo>
                  <a:pt x="223045" y="0"/>
                </a:lnTo>
                <a:lnTo>
                  <a:pt x="669128" y="0"/>
                </a:lnTo>
                <a:lnTo>
                  <a:pt x="892174" y="190499"/>
                </a:lnTo>
                <a:lnTo>
                  <a:pt x="669128" y="380999"/>
                </a:lnTo>
                <a:lnTo>
                  <a:pt x="223045" y="380999"/>
                </a:lnTo>
                <a:lnTo>
                  <a:pt x="0" y="19049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8136636" y="2401455"/>
            <a:ext cx="482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Times New Roman"/>
                <a:cs typeface="Times New Roman"/>
              </a:rPr>
              <a:t>i</a:t>
            </a:r>
            <a:r>
              <a:rPr sz="2400" b="1" dirty="0">
                <a:latin typeface="Times New Roman"/>
                <a:cs typeface="Times New Roman"/>
              </a:rPr>
              <a:t>s-a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524405" y="1796935"/>
            <a:ext cx="2409825" cy="384175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8890" rIns="0" bIns="0" rtlCol="0">
            <a:spAutoFit/>
          </a:bodyPr>
          <a:lstStyle/>
          <a:p>
            <a:pPr marL="53340">
              <a:lnSpc>
                <a:spcPct val="100000"/>
              </a:lnSpc>
              <a:spcBef>
                <a:spcPts val="70"/>
              </a:spcBef>
            </a:pPr>
            <a:r>
              <a:rPr sz="2400" spc="-5" dirty="0">
                <a:latin typeface="Times New Roman"/>
                <a:cs typeface="Times New Roman"/>
              </a:rPr>
              <a:t>Unmot.-Fahrzeuge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366279" y="1793760"/>
            <a:ext cx="2024380" cy="384175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8890" rIns="0" bIns="0" rtlCol="0">
            <a:spAutoFit/>
          </a:bodyPr>
          <a:lstStyle/>
          <a:p>
            <a:pPr marL="52705">
              <a:lnSpc>
                <a:spcPct val="100000"/>
              </a:lnSpc>
              <a:spcBef>
                <a:spcPts val="70"/>
              </a:spcBef>
            </a:pPr>
            <a:r>
              <a:rPr sz="2400" spc="-5" dirty="0">
                <a:latin typeface="Times New Roman"/>
                <a:cs typeface="Times New Roman"/>
              </a:rPr>
              <a:t>mot.-Fahrzeuge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5583517" y="1263535"/>
            <a:ext cx="890905" cy="381000"/>
          </a:xfrm>
          <a:custGeom>
            <a:avLst/>
            <a:gdLst/>
            <a:ahLst/>
            <a:cxnLst/>
            <a:rect l="l" t="t" r="r" b="b"/>
            <a:pathLst>
              <a:path w="890904" h="381000">
                <a:moveTo>
                  <a:pt x="667943" y="0"/>
                </a:moveTo>
                <a:lnTo>
                  <a:pt x="222643" y="0"/>
                </a:lnTo>
                <a:lnTo>
                  <a:pt x="0" y="190500"/>
                </a:lnTo>
                <a:lnTo>
                  <a:pt x="222643" y="381000"/>
                </a:lnTo>
                <a:lnTo>
                  <a:pt x="667943" y="381000"/>
                </a:lnTo>
                <a:lnTo>
                  <a:pt x="890587" y="190500"/>
                </a:lnTo>
                <a:lnTo>
                  <a:pt x="667943" y="0"/>
                </a:lnTo>
                <a:close/>
              </a:path>
            </a:pathLst>
          </a:custGeom>
          <a:solidFill>
            <a:srgbClr val="FF5A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5583517" y="1263536"/>
            <a:ext cx="890905" cy="381000"/>
          </a:xfrm>
          <a:custGeom>
            <a:avLst/>
            <a:gdLst/>
            <a:ahLst/>
            <a:cxnLst/>
            <a:rect l="l" t="t" r="r" b="b"/>
            <a:pathLst>
              <a:path w="890904" h="381000">
                <a:moveTo>
                  <a:pt x="0" y="190499"/>
                </a:moveTo>
                <a:lnTo>
                  <a:pt x="222645" y="0"/>
                </a:lnTo>
                <a:lnTo>
                  <a:pt x="667941" y="0"/>
                </a:lnTo>
                <a:lnTo>
                  <a:pt x="890586" y="190499"/>
                </a:lnTo>
                <a:lnTo>
                  <a:pt x="667941" y="380999"/>
                </a:lnTo>
                <a:lnTo>
                  <a:pt x="222645" y="380999"/>
                </a:lnTo>
                <a:lnTo>
                  <a:pt x="0" y="19049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5785282" y="1258455"/>
            <a:ext cx="482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Times New Roman"/>
                <a:cs typeface="Times New Roman"/>
              </a:rPr>
              <a:t>i</a:t>
            </a:r>
            <a:r>
              <a:rPr sz="2400" b="1" dirty="0">
                <a:latin typeface="Times New Roman"/>
                <a:cs typeface="Times New Roman"/>
              </a:rPr>
              <a:t>s-a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015192" y="577735"/>
            <a:ext cx="2024380" cy="384175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8890" rIns="0" bIns="0" rtlCol="0">
            <a:spAutoFit/>
          </a:bodyPr>
          <a:lstStyle/>
          <a:p>
            <a:pPr marL="370840">
              <a:lnSpc>
                <a:spcPct val="100000"/>
              </a:lnSpc>
              <a:spcBef>
                <a:spcPts val="70"/>
              </a:spcBef>
            </a:pPr>
            <a:r>
              <a:rPr sz="2400" spc="-5" dirty="0">
                <a:latin typeface="Times New Roman"/>
                <a:cs typeface="Times New Roman"/>
              </a:rPr>
              <a:t>Fahrzeuge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2702205" y="2787535"/>
            <a:ext cx="1219200" cy="381000"/>
          </a:xfrm>
          <a:custGeom>
            <a:avLst/>
            <a:gdLst/>
            <a:ahLst/>
            <a:cxnLst/>
            <a:rect l="l" t="t" r="r" b="b"/>
            <a:pathLst>
              <a:path w="1219200" h="381000">
                <a:moveTo>
                  <a:pt x="1219199" y="0"/>
                </a:moveTo>
                <a:lnTo>
                  <a:pt x="0" y="38099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3921405" y="2787535"/>
            <a:ext cx="1050925" cy="363855"/>
          </a:xfrm>
          <a:custGeom>
            <a:avLst/>
            <a:gdLst/>
            <a:ahLst/>
            <a:cxnLst/>
            <a:rect l="l" t="t" r="r" b="b"/>
            <a:pathLst>
              <a:path w="1050925" h="363855">
                <a:moveTo>
                  <a:pt x="0" y="0"/>
                </a:moveTo>
                <a:lnTo>
                  <a:pt x="1050929" y="363537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7244043" y="2787535"/>
            <a:ext cx="1136650" cy="377825"/>
          </a:xfrm>
          <a:custGeom>
            <a:avLst/>
            <a:gdLst/>
            <a:ahLst/>
            <a:cxnLst/>
            <a:rect l="l" t="t" r="r" b="b"/>
            <a:pathLst>
              <a:path w="1136650" h="377825">
                <a:moveTo>
                  <a:pt x="1136648" y="0"/>
                </a:moveTo>
                <a:lnTo>
                  <a:pt x="0" y="377824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8380692" y="2787535"/>
            <a:ext cx="1133475" cy="381000"/>
          </a:xfrm>
          <a:custGeom>
            <a:avLst/>
            <a:gdLst/>
            <a:ahLst/>
            <a:cxnLst/>
            <a:rect l="l" t="t" r="r" b="b"/>
            <a:pathLst>
              <a:path w="1133475" h="381000">
                <a:moveTo>
                  <a:pt x="0" y="0"/>
                </a:moveTo>
                <a:lnTo>
                  <a:pt x="1133479" y="38099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8379280" y="2203335"/>
            <a:ext cx="1905" cy="203200"/>
          </a:xfrm>
          <a:custGeom>
            <a:avLst/>
            <a:gdLst/>
            <a:ahLst/>
            <a:cxnLst/>
            <a:rect l="l" t="t" r="r" b="b"/>
            <a:pathLst>
              <a:path w="1904" h="203200">
                <a:moveTo>
                  <a:pt x="1411" y="203199"/>
                </a:moveTo>
                <a:lnTo>
                  <a:pt x="0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8341525" y="2177935"/>
            <a:ext cx="76200" cy="76835"/>
          </a:xfrm>
          <a:custGeom>
            <a:avLst/>
            <a:gdLst/>
            <a:ahLst/>
            <a:cxnLst/>
            <a:rect l="l" t="t" r="r" b="b"/>
            <a:pathLst>
              <a:path w="76200" h="76835">
                <a:moveTo>
                  <a:pt x="37579" y="0"/>
                </a:moveTo>
                <a:lnTo>
                  <a:pt x="0" y="76466"/>
                </a:lnTo>
                <a:lnTo>
                  <a:pt x="76200" y="75933"/>
                </a:lnTo>
                <a:lnTo>
                  <a:pt x="375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3745792" y="2200443"/>
            <a:ext cx="175895" cy="206375"/>
          </a:xfrm>
          <a:custGeom>
            <a:avLst/>
            <a:gdLst/>
            <a:ahLst/>
            <a:cxnLst/>
            <a:rect l="l" t="t" r="r" b="b"/>
            <a:pathLst>
              <a:path w="175894" h="206375">
                <a:moveTo>
                  <a:pt x="175612" y="206091"/>
                </a:moveTo>
                <a:lnTo>
                  <a:pt x="0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3729317" y="2181110"/>
            <a:ext cx="78740" cy="83185"/>
          </a:xfrm>
          <a:custGeom>
            <a:avLst/>
            <a:gdLst/>
            <a:ahLst/>
            <a:cxnLst/>
            <a:rect l="l" t="t" r="r" b="b"/>
            <a:pathLst>
              <a:path w="78739" h="83185">
                <a:moveTo>
                  <a:pt x="0" y="0"/>
                </a:moveTo>
                <a:lnTo>
                  <a:pt x="20421" y="82715"/>
                </a:lnTo>
                <a:lnTo>
                  <a:pt x="78422" y="3328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3729317" y="1454035"/>
            <a:ext cx="1854200" cy="342900"/>
          </a:xfrm>
          <a:custGeom>
            <a:avLst/>
            <a:gdLst/>
            <a:ahLst/>
            <a:cxnLst/>
            <a:rect l="l" t="t" r="r" b="b"/>
            <a:pathLst>
              <a:path w="1854200" h="342900">
                <a:moveTo>
                  <a:pt x="0" y="342899"/>
                </a:moveTo>
                <a:lnTo>
                  <a:pt x="1854198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6474105" y="1454036"/>
            <a:ext cx="1905000" cy="339725"/>
          </a:xfrm>
          <a:custGeom>
            <a:avLst/>
            <a:gdLst/>
            <a:ahLst/>
            <a:cxnLst/>
            <a:rect l="l" t="t" r="r" b="b"/>
            <a:pathLst>
              <a:path w="1905000" h="339725">
                <a:moveTo>
                  <a:pt x="0" y="0"/>
                </a:moveTo>
                <a:lnTo>
                  <a:pt x="1904998" y="339724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6026563" y="987310"/>
            <a:ext cx="1905" cy="276225"/>
          </a:xfrm>
          <a:custGeom>
            <a:avLst/>
            <a:gdLst/>
            <a:ahLst/>
            <a:cxnLst/>
            <a:rect l="l" t="t" r="r" b="b"/>
            <a:pathLst>
              <a:path w="1904" h="276225">
                <a:moveTo>
                  <a:pt x="1454" y="276225"/>
                </a:moveTo>
                <a:lnTo>
                  <a:pt x="0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5988723" y="961910"/>
            <a:ext cx="76200" cy="76835"/>
          </a:xfrm>
          <a:custGeom>
            <a:avLst/>
            <a:gdLst/>
            <a:ahLst/>
            <a:cxnLst/>
            <a:rect l="l" t="t" r="r" b="b"/>
            <a:pathLst>
              <a:path w="76200" h="76834">
                <a:moveTo>
                  <a:pt x="37706" y="0"/>
                </a:moveTo>
                <a:lnTo>
                  <a:pt x="0" y="76403"/>
                </a:lnTo>
                <a:lnTo>
                  <a:pt x="76200" y="75996"/>
                </a:lnTo>
                <a:lnTo>
                  <a:pt x="3770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2">
            <a:extLst>
              <a:ext uri="{FF2B5EF4-FFF2-40B4-BE49-F238E27FC236}">
                <a16:creationId xmlns:a16="http://schemas.microsoft.com/office/drawing/2014/main" id="{E8D72880-AEA4-C634-AA6D-BB6A0B2628C8}"/>
              </a:ext>
            </a:extLst>
          </p:cNvPr>
          <p:cNvSpPr txBox="1">
            <a:spLocks/>
          </p:cNvSpPr>
          <p:nvPr/>
        </p:nvSpPr>
        <p:spPr>
          <a:xfrm>
            <a:off x="1092172" y="349250"/>
            <a:ext cx="3739823" cy="540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pc="-5" dirty="0"/>
              <a:t>Aggregation und </a:t>
            </a:r>
            <a:r>
              <a:rPr lang="en-GB" spc="-5" dirty="0" err="1"/>
              <a:t>Generalisierung</a:t>
            </a:r>
            <a:endParaRPr lang="en-GB" spc="-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297087" y="1873135"/>
            <a:ext cx="2133600" cy="1524000"/>
          </a:xfrm>
          <a:custGeom>
            <a:avLst/>
            <a:gdLst/>
            <a:ahLst/>
            <a:cxnLst/>
            <a:rect l="l" t="t" r="r" b="b"/>
            <a:pathLst>
              <a:path w="2133600" h="1524000">
                <a:moveTo>
                  <a:pt x="0" y="761999"/>
                </a:moveTo>
                <a:lnTo>
                  <a:pt x="533399" y="0"/>
                </a:lnTo>
                <a:lnTo>
                  <a:pt x="1600198" y="0"/>
                </a:lnTo>
                <a:lnTo>
                  <a:pt x="2133598" y="761999"/>
                </a:lnTo>
                <a:lnTo>
                  <a:pt x="1600198" y="1523998"/>
                </a:lnTo>
                <a:lnTo>
                  <a:pt x="533399" y="1523998"/>
                </a:lnTo>
                <a:lnTo>
                  <a:pt x="0" y="76199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921927" y="2160155"/>
            <a:ext cx="88074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Sicht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211487" y="2863735"/>
            <a:ext cx="2209800" cy="1828800"/>
          </a:xfrm>
          <a:custGeom>
            <a:avLst/>
            <a:gdLst/>
            <a:ahLst/>
            <a:cxnLst/>
            <a:rect l="l" t="t" r="r" b="b"/>
            <a:pathLst>
              <a:path w="2209800" h="1828800">
                <a:moveTo>
                  <a:pt x="0" y="914399"/>
                </a:moveTo>
                <a:lnTo>
                  <a:pt x="552443" y="0"/>
                </a:lnTo>
                <a:lnTo>
                  <a:pt x="1657358" y="0"/>
                </a:lnTo>
                <a:lnTo>
                  <a:pt x="2209798" y="914399"/>
                </a:lnTo>
                <a:lnTo>
                  <a:pt x="1657358" y="1828798"/>
                </a:lnTo>
                <a:lnTo>
                  <a:pt x="552443" y="1828798"/>
                </a:lnTo>
                <a:lnTo>
                  <a:pt x="0" y="91439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090314" y="3582555"/>
            <a:ext cx="88074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Sicht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992287" y="3244735"/>
            <a:ext cx="1905000" cy="1752600"/>
          </a:xfrm>
          <a:custGeom>
            <a:avLst/>
            <a:gdLst/>
            <a:ahLst/>
            <a:cxnLst/>
            <a:rect l="l" t="t" r="r" b="b"/>
            <a:pathLst>
              <a:path w="1905000" h="1752600">
                <a:moveTo>
                  <a:pt x="0" y="876299"/>
                </a:moveTo>
                <a:lnTo>
                  <a:pt x="476251" y="0"/>
                </a:lnTo>
                <a:lnTo>
                  <a:pt x="1428748" y="0"/>
                </a:lnTo>
                <a:lnTo>
                  <a:pt x="1904998" y="876299"/>
                </a:lnTo>
                <a:lnTo>
                  <a:pt x="1428748" y="1752598"/>
                </a:lnTo>
                <a:lnTo>
                  <a:pt x="476251" y="1752598"/>
                </a:lnTo>
                <a:lnTo>
                  <a:pt x="0" y="87629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502827" y="4281055"/>
            <a:ext cx="88074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Sicht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77883" y="2177935"/>
            <a:ext cx="1981200" cy="1905000"/>
          </a:xfrm>
          <a:custGeom>
            <a:avLst/>
            <a:gdLst/>
            <a:ahLst/>
            <a:cxnLst/>
            <a:rect l="l" t="t" r="r" b="b"/>
            <a:pathLst>
              <a:path w="1981200" h="1905000">
                <a:moveTo>
                  <a:pt x="0" y="952499"/>
                </a:moveTo>
                <a:lnTo>
                  <a:pt x="495299" y="0"/>
                </a:lnTo>
                <a:lnTo>
                  <a:pt x="1485898" y="0"/>
                </a:lnTo>
                <a:lnTo>
                  <a:pt x="1981198" y="952499"/>
                </a:lnTo>
                <a:lnTo>
                  <a:pt x="1485898" y="1904998"/>
                </a:lnTo>
                <a:lnTo>
                  <a:pt x="495299" y="1904998"/>
                </a:lnTo>
                <a:lnTo>
                  <a:pt x="0" y="95249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486827" y="2934855"/>
            <a:ext cx="88074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Sicht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564286" y="1568335"/>
            <a:ext cx="3124200" cy="3886200"/>
          </a:xfrm>
          <a:custGeom>
            <a:avLst/>
            <a:gdLst/>
            <a:ahLst/>
            <a:cxnLst/>
            <a:rect l="l" t="t" r="r" b="b"/>
            <a:pathLst>
              <a:path w="3124200" h="3886200">
                <a:moveTo>
                  <a:pt x="0" y="520709"/>
                </a:moveTo>
                <a:lnTo>
                  <a:pt x="2127" y="473314"/>
                </a:lnTo>
                <a:lnTo>
                  <a:pt x="8389" y="427111"/>
                </a:lnTo>
                <a:lnTo>
                  <a:pt x="18600" y="382284"/>
                </a:lnTo>
                <a:lnTo>
                  <a:pt x="32576" y="339017"/>
                </a:lnTo>
                <a:lnTo>
                  <a:pt x="50135" y="297493"/>
                </a:lnTo>
                <a:lnTo>
                  <a:pt x="71092" y="257897"/>
                </a:lnTo>
                <a:lnTo>
                  <a:pt x="95263" y="220412"/>
                </a:lnTo>
                <a:lnTo>
                  <a:pt x="122464" y="185223"/>
                </a:lnTo>
                <a:lnTo>
                  <a:pt x="152512" y="152512"/>
                </a:lnTo>
                <a:lnTo>
                  <a:pt x="185223" y="122464"/>
                </a:lnTo>
                <a:lnTo>
                  <a:pt x="220412" y="95263"/>
                </a:lnTo>
                <a:lnTo>
                  <a:pt x="257897" y="71092"/>
                </a:lnTo>
                <a:lnTo>
                  <a:pt x="297493" y="50135"/>
                </a:lnTo>
                <a:lnTo>
                  <a:pt x="339017" y="32576"/>
                </a:lnTo>
                <a:lnTo>
                  <a:pt x="382284" y="18600"/>
                </a:lnTo>
                <a:lnTo>
                  <a:pt x="427111" y="8389"/>
                </a:lnTo>
                <a:lnTo>
                  <a:pt x="473314" y="2127"/>
                </a:lnTo>
                <a:lnTo>
                  <a:pt x="520709" y="0"/>
                </a:lnTo>
                <a:lnTo>
                  <a:pt x="2603488" y="0"/>
                </a:lnTo>
                <a:lnTo>
                  <a:pt x="2650883" y="2127"/>
                </a:lnTo>
                <a:lnTo>
                  <a:pt x="2697086" y="8389"/>
                </a:lnTo>
                <a:lnTo>
                  <a:pt x="2741913" y="18600"/>
                </a:lnTo>
                <a:lnTo>
                  <a:pt x="2785180" y="32576"/>
                </a:lnTo>
                <a:lnTo>
                  <a:pt x="2826703" y="50135"/>
                </a:lnTo>
                <a:lnTo>
                  <a:pt x="2866300" y="71092"/>
                </a:lnTo>
                <a:lnTo>
                  <a:pt x="2903784" y="95263"/>
                </a:lnTo>
                <a:lnTo>
                  <a:pt x="2938974" y="122464"/>
                </a:lnTo>
                <a:lnTo>
                  <a:pt x="2971685" y="152512"/>
                </a:lnTo>
                <a:lnTo>
                  <a:pt x="3001733" y="185223"/>
                </a:lnTo>
                <a:lnTo>
                  <a:pt x="3028934" y="220412"/>
                </a:lnTo>
                <a:lnTo>
                  <a:pt x="3053105" y="257897"/>
                </a:lnTo>
                <a:lnTo>
                  <a:pt x="3074062" y="297493"/>
                </a:lnTo>
                <a:lnTo>
                  <a:pt x="3091620" y="339017"/>
                </a:lnTo>
                <a:lnTo>
                  <a:pt x="3105597" y="382284"/>
                </a:lnTo>
                <a:lnTo>
                  <a:pt x="3115808" y="427111"/>
                </a:lnTo>
                <a:lnTo>
                  <a:pt x="3122069" y="473314"/>
                </a:lnTo>
                <a:lnTo>
                  <a:pt x="3124197" y="520709"/>
                </a:lnTo>
                <a:lnTo>
                  <a:pt x="3124197" y="3365487"/>
                </a:lnTo>
                <a:lnTo>
                  <a:pt x="3122069" y="3412882"/>
                </a:lnTo>
                <a:lnTo>
                  <a:pt x="3115808" y="3459085"/>
                </a:lnTo>
                <a:lnTo>
                  <a:pt x="3105597" y="3503912"/>
                </a:lnTo>
                <a:lnTo>
                  <a:pt x="3091620" y="3547180"/>
                </a:lnTo>
                <a:lnTo>
                  <a:pt x="3074062" y="3588703"/>
                </a:lnTo>
                <a:lnTo>
                  <a:pt x="3053105" y="3628299"/>
                </a:lnTo>
                <a:lnTo>
                  <a:pt x="3028934" y="3665784"/>
                </a:lnTo>
                <a:lnTo>
                  <a:pt x="3001733" y="3700974"/>
                </a:lnTo>
                <a:lnTo>
                  <a:pt x="2971685" y="3733684"/>
                </a:lnTo>
                <a:lnTo>
                  <a:pt x="2938974" y="3763732"/>
                </a:lnTo>
                <a:lnTo>
                  <a:pt x="2903784" y="3790934"/>
                </a:lnTo>
                <a:lnTo>
                  <a:pt x="2866300" y="3815105"/>
                </a:lnTo>
                <a:lnTo>
                  <a:pt x="2826703" y="3836061"/>
                </a:lnTo>
                <a:lnTo>
                  <a:pt x="2785180" y="3853620"/>
                </a:lnTo>
                <a:lnTo>
                  <a:pt x="2741913" y="3867597"/>
                </a:lnTo>
                <a:lnTo>
                  <a:pt x="2697086" y="3877807"/>
                </a:lnTo>
                <a:lnTo>
                  <a:pt x="2650883" y="3884069"/>
                </a:lnTo>
                <a:lnTo>
                  <a:pt x="2603488" y="3886197"/>
                </a:lnTo>
                <a:lnTo>
                  <a:pt x="520709" y="3886197"/>
                </a:lnTo>
                <a:lnTo>
                  <a:pt x="473314" y="3884069"/>
                </a:lnTo>
                <a:lnTo>
                  <a:pt x="427111" y="3877807"/>
                </a:lnTo>
                <a:lnTo>
                  <a:pt x="382284" y="3867597"/>
                </a:lnTo>
                <a:lnTo>
                  <a:pt x="339017" y="3853620"/>
                </a:lnTo>
                <a:lnTo>
                  <a:pt x="297493" y="3836061"/>
                </a:lnTo>
                <a:lnTo>
                  <a:pt x="257897" y="3815105"/>
                </a:lnTo>
                <a:lnTo>
                  <a:pt x="220412" y="3790934"/>
                </a:lnTo>
                <a:lnTo>
                  <a:pt x="185223" y="3763732"/>
                </a:lnTo>
                <a:lnTo>
                  <a:pt x="152512" y="3733684"/>
                </a:lnTo>
                <a:lnTo>
                  <a:pt x="122464" y="3700974"/>
                </a:lnTo>
                <a:lnTo>
                  <a:pt x="95263" y="3665784"/>
                </a:lnTo>
                <a:lnTo>
                  <a:pt x="71092" y="3628299"/>
                </a:lnTo>
                <a:lnTo>
                  <a:pt x="50135" y="3588703"/>
                </a:lnTo>
                <a:lnTo>
                  <a:pt x="32576" y="3547180"/>
                </a:lnTo>
                <a:lnTo>
                  <a:pt x="18600" y="3503912"/>
                </a:lnTo>
                <a:lnTo>
                  <a:pt x="8389" y="3459085"/>
                </a:lnTo>
                <a:lnTo>
                  <a:pt x="2127" y="3412882"/>
                </a:lnTo>
                <a:lnTo>
                  <a:pt x="0" y="3365487"/>
                </a:lnTo>
                <a:lnTo>
                  <a:pt x="0" y="52070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795528" y="2553855"/>
            <a:ext cx="2877820" cy="22852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329"/>
              </a:lnSpc>
              <a:spcBef>
                <a:spcPts val="100"/>
              </a:spcBef>
            </a:pPr>
            <a:r>
              <a:rPr sz="2800" b="1" spc="-5" dirty="0">
                <a:latin typeface="Times New Roman"/>
                <a:cs typeface="Times New Roman"/>
              </a:rPr>
              <a:t>Globales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Schema</a:t>
            </a:r>
            <a:endParaRPr sz="2800" dirty="0">
              <a:latin typeface="Times New Roman"/>
              <a:cs typeface="Times New Roman"/>
            </a:endParaRPr>
          </a:p>
          <a:p>
            <a:pPr marL="120014" indent="-107314">
              <a:lnSpc>
                <a:spcPts val="2850"/>
              </a:lnSpc>
              <a:buClr>
                <a:schemeClr val="accent1"/>
              </a:buClr>
              <a:buSzPct val="170000"/>
              <a:buFont typeface="Times New Roman"/>
              <a:buChar char="•"/>
              <a:tabLst>
                <a:tab pos="120650" algn="l"/>
              </a:tabLst>
            </a:pPr>
            <a:r>
              <a:rPr lang="de-DE" sz="2400" b="1" spc="-5" dirty="0">
                <a:latin typeface="Times New Roman"/>
                <a:cs typeface="Times New Roman"/>
              </a:rPr>
              <a:t> </a:t>
            </a:r>
            <a:r>
              <a:rPr sz="2400" b="1" spc="-5" dirty="0" err="1">
                <a:latin typeface="Times New Roman"/>
                <a:cs typeface="Times New Roman"/>
              </a:rPr>
              <a:t>Redundanzfrei</a:t>
            </a:r>
            <a:endParaRPr sz="2400" dirty="0">
              <a:latin typeface="Times New Roman"/>
              <a:cs typeface="Times New Roman"/>
            </a:endParaRPr>
          </a:p>
          <a:p>
            <a:pPr marL="120014" indent="-107314">
              <a:lnSpc>
                <a:spcPct val="100000"/>
              </a:lnSpc>
              <a:spcBef>
                <a:spcPts val="20"/>
              </a:spcBef>
              <a:buClr>
                <a:schemeClr val="accent1"/>
              </a:buClr>
              <a:buSzPct val="170000"/>
              <a:buFont typeface="Times New Roman"/>
              <a:buChar char="•"/>
              <a:tabLst>
                <a:tab pos="120650" algn="l"/>
              </a:tabLst>
            </a:pPr>
            <a:r>
              <a:rPr lang="de-DE" sz="2400" b="1" spc="-10" dirty="0">
                <a:latin typeface="Times New Roman"/>
                <a:cs typeface="Times New Roman"/>
              </a:rPr>
              <a:t>  </a:t>
            </a:r>
            <a:r>
              <a:rPr sz="2400" b="1" spc="-10" dirty="0" err="1">
                <a:latin typeface="Times New Roman"/>
                <a:cs typeface="Times New Roman"/>
              </a:rPr>
              <a:t>Widerspruchsfrei</a:t>
            </a:r>
            <a:endParaRPr sz="2400" dirty="0">
              <a:latin typeface="Times New Roman"/>
              <a:cs typeface="Times New Roman"/>
            </a:endParaRPr>
          </a:p>
          <a:p>
            <a:pPr marL="120014" indent="-107314">
              <a:lnSpc>
                <a:spcPct val="100000"/>
              </a:lnSpc>
              <a:spcBef>
                <a:spcPts val="20"/>
              </a:spcBef>
              <a:buClr>
                <a:schemeClr val="accent1"/>
              </a:buClr>
              <a:buSzPct val="170000"/>
              <a:buFont typeface="Times New Roman"/>
              <a:buChar char="•"/>
              <a:tabLst>
                <a:tab pos="120650" algn="l"/>
              </a:tabLst>
            </a:pPr>
            <a:r>
              <a:rPr lang="de-DE" sz="2400" b="1" dirty="0">
                <a:latin typeface="Times New Roman"/>
                <a:cs typeface="Times New Roman"/>
              </a:rPr>
              <a:t> </a:t>
            </a:r>
            <a:r>
              <a:rPr sz="2400" b="1" dirty="0" err="1">
                <a:latin typeface="Times New Roman"/>
                <a:cs typeface="Times New Roman"/>
              </a:rPr>
              <a:t>Synonyme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bereinigt</a:t>
            </a:r>
            <a:endParaRPr sz="2400" dirty="0">
              <a:latin typeface="Times New Roman"/>
              <a:cs typeface="Times New Roman"/>
            </a:endParaRPr>
          </a:p>
          <a:p>
            <a:pPr marL="120014" indent="-107314">
              <a:lnSpc>
                <a:spcPct val="100000"/>
              </a:lnSpc>
              <a:spcBef>
                <a:spcPts val="20"/>
              </a:spcBef>
              <a:buClr>
                <a:schemeClr val="accent1"/>
              </a:buClr>
              <a:buSzPct val="170000"/>
              <a:buFont typeface="Times New Roman"/>
              <a:buChar char="•"/>
              <a:tabLst>
                <a:tab pos="120650" algn="l"/>
              </a:tabLst>
            </a:pPr>
            <a:r>
              <a:rPr lang="de-DE" sz="2400" b="1" spc="-5" dirty="0">
                <a:latin typeface="Times New Roman"/>
                <a:cs typeface="Times New Roman"/>
              </a:rPr>
              <a:t> </a:t>
            </a:r>
            <a:r>
              <a:rPr sz="2400" b="1" spc="-5" dirty="0" err="1">
                <a:latin typeface="Times New Roman"/>
                <a:cs typeface="Times New Roman"/>
              </a:rPr>
              <a:t>Homonyme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bereinigt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421286" y="3473335"/>
            <a:ext cx="1028700" cy="0"/>
          </a:xfrm>
          <a:custGeom>
            <a:avLst/>
            <a:gdLst/>
            <a:ahLst/>
            <a:cxnLst/>
            <a:rect l="l" t="t" r="r" b="b"/>
            <a:pathLst>
              <a:path w="1028700">
                <a:moveTo>
                  <a:pt x="0" y="0"/>
                </a:moveTo>
                <a:lnTo>
                  <a:pt x="1028699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373786" y="341618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0" y="114300"/>
                </a:lnTo>
                <a:lnTo>
                  <a:pt x="11430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373027" y="2972955"/>
            <a:ext cx="1092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Konsoli-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440892" y="3506355"/>
            <a:ext cx="95694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dierung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2"/>
          <p:cNvSpPr txBox="1"/>
          <p:nvPr/>
        </p:nvSpPr>
        <p:spPr>
          <a:xfrm flipH="1">
            <a:off x="1486827" y="5759450"/>
            <a:ext cx="8756436" cy="45781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960119" algn="l"/>
                <a:tab pos="1873250" algn="l"/>
              </a:tabLst>
            </a:pPr>
            <a:r>
              <a:rPr lang="de-DE" sz="1400" b="1" dirty="0">
                <a:solidFill>
                  <a:srgbClr val="C00000"/>
                </a:solidFill>
                <a:latin typeface="Times New Roman"/>
                <a:cs typeface="Times New Roman"/>
              </a:rPr>
              <a:t>Homonyme = </a:t>
            </a:r>
            <a:r>
              <a:rPr lang="de-DE" sz="1400" dirty="0">
                <a:solidFill>
                  <a:srgbClr val="C00000"/>
                </a:solidFill>
                <a:latin typeface="Times New Roman"/>
                <a:cs typeface="Times New Roman"/>
              </a:rPr>
              <a:t>gleicher Name, andere Bedeutung</a:t>
            </a:r>
          </a:p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960119" algn="l"/>
                <a:tab pos="1873250" algn="l"/>
              </a:tabLst>
            </a:pPr>
            <a:r>
              <a:rPr lang="de-DE" sz="1400" b="1" dirty="0">
                <a:solidFill>
                  <a:srgbClr val="C00000"/>
                </a:solidFill>
                <a:latin typeface="Times New Roman"/>
                <a:cs typeface="Times New Roman"/>
              </a:rPr>
              <a:t>Synonyme </a:t>
            </a:r>
            <a:r>
              <a:rPr lang="de-DE" sz="1400" dirty="0">
                <a:solidFill>
                  <a:srgbClr val="C00000"/>
                </a:solidFill>
                <a:latin typeface="Times New Roman"/>
                <a:cs typeface="Times New Roman"/>
              </a:rPr>
              <a:t>= anderer Name, gleiche Bedeutung</a:t>
            </a:r>
            <a:endParaRPr sz="1400" b="1" dirty="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  <p:sp>
        <p:nvSpPr>
          <p:cNvPr id="20" name="object 2">
            <a:extLst>
              <a:ext uri="{FF2B5EF4-FFF2-40B4-BE49-F238E27FC236}">
                <a16:creationId xmlns:a16="http://schemas.microsoft.com/office/drawing/2014/main" id="{7DC88374-8A2E-7E73-25F6-B06A87ABF177}"/>
              </a:ext>
            </a:extLst>
          </p:cNvPr>
          <p:cNvSpPr txBox="1">
            <a:spLocks/>
          </p:cNvSpPr>
          <p:nvPr/>
        </p:nvSpPr>
        <p:spPr>
          <a:xfrm>
            <a:off x="1193798" y="501650"/>
            <a:ext cx="6438902" cy="756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dirty="0" err="1"/>
              <a:t>Kon</a:t>
            </a:r>
            <a:r>
              <a:rPr lang="en-GB" spc="-5" dirty="0" err="1"/>
              <a:t>s</a:t>
            </a:r>
            <a:r>
              <a:rPr lang="en-GB" dirty="0" err="1"/>
              <a:t>olidie</a:t>
            </a:r>
            <a:r>
              <a:rPr lang="en-GB" spc="-5" dirty="0" err="1"/>
              <a:t>r</a:t>
            </a:r>
            <a:r>
              <a:rPr lang="en-GB" dirty="0" err="1"/>
              <a:t>ung</a:t>
            </a:r>
            <a:r>
              <a:rPr lang="en-GB" dirty="0"/>
              <a:t> </a:t>
            </a:r>
            <a:r>
              <a:rPr lang="en-GB" spc="-5" dirty="0"/>
              <a:t>v</a:t>
            </a:r>
            <a:r>
              <a:rPr lang="en-GB" dirty="0"/>
              <a:t>on </a:t>
            </a:r>
            <a:r>
              <a:rPr lang="en-GB" dirty="0" err="1"/>
              <a:t>Teil</a:t>
            </a:r>
            <a:r>
              <a:rPr lang="en-GB" spc="-5" dirty="0" err="1"/>
              <a:t>s</a:t>
            </a:r>
            <a:r>
              <a:rPr lang="en-GB" dirty="0" err="1"/>
              <a:t>chema</a:t>
            </a:r>
            <a:r>
              <a:rPr lang="en-GB" spc="-5" dirty="0" err="1"/>
              <a:t>t</a:t>
            </a:r>
            <a:r>
              <a:rPr lang="en-GB" dirty="0" err="1"/>
              <a:t>a</a:t>
            </a:r>
            <a:r>
              <a:rPr lang="en-GB" dirty="0"/>
              <a:t>  </a:t>
            </a:r>
            <a:r>
              <a:rPr lang="en-GB" dirty="0" err="1"/>
              <a:t>oder</a:t>
            </a:r>
            <a:r>
              <a:rPr lang="en-GB" spc="-10" dirty="0"/>
              <a:t> </a:t>
            </a:r>
            <a:r>
              <a:rPr lang="en-GB" spc="-5" dirty="0" err="1"/>
              <a:t>Sichtenintegration</a:t>
            </a:r>
            <a:endParaRPr lang="en-GB" spc="-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500027" y="1296555"/>
            <a:ext cx="4723473" cy="4634987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355600" marR="5080">
              <a:lnSpc>
                <a:spcPct val="98400"/>
              </a:lnSpc>
              <a:spcBef>
                <a:spcPts val="145"/>
              </a:spcBef>
            </a:pPr>
            <a:r>
              <a:rPr sz="2400" spc="-5" dirty="0">
                <a:latin typeface="Tahoma"/>
                <a:cs typeface="Tahoma"/>
              </a:rPr>
              <a:t>Mögliche Konsolidierungs-  bäume </a:t>
            </a:r>
            <a:r>
              <a:rPr sz="2400" dirty="0">
                <a:latin typeface="Tahoma"/>
                <a:cs typeface="Tahoma"/>
              </a:rPr>
              <a:t>zur Herleitung </a:t>
            </a:r>
            <a:r>
              <a:rPr sz="2400" spc="-5" dirty="0">
                <a:latin typeface="Tahoma"/>
                <a:cs typeface="Tahoma"/>
              </a:rPr>
              <a:t>des  globalen Schemas </a:t>
            </a:r>
            <a:r>
              <a:rPr sz="2450" i="1" spc="-5" dirty="0">
                <a:latin typeface="Tahoma"/>
                <a:cs typeface="Tahoma"/>
              </a:rPr>
              <a:t>S</a:t>
            </a:r>
            <a:r>
              <a:rPr sz="2400" spc="-7" baseline="-20833" dirty="0">
                <a:latin typeface="Tahoma"/>
                <a:cs typeface="Tahoma"/>
              </a:rPr>
              <a:t>1,2,3,4 </a:t>
            </a:r>
            <a:r>
              <a:rPr sz="2400" dirty="0">
                <a:latin typeface="Tahoma"/>
                <a:cs typeface="Tahoma"/>
              </a:rPr>
              <a:t>aus  4 </a:t>
            </a:r>
            <a:r>
              <a:rPr sz="2400" spc="-5" dirty="0">
                <a:latin typeface="Tahoma"/>
                <a:cs typeface="Tahoma"/>
              </a:rPr>
              <a:t>Teilschemata </a:t>
            </a:r>
            <a:r>
              <a:rPr sz="2450" i="1" spc="-10" dirty="0">
                <a:latin typeface="Tahoma"/>
                <a:cs typeface="Tahoma"/>
              </a:rPr>
              <a:t>S</a:t>
            </a:r>
            <a:r>
              <a:rPr sz="2400" spc="-15" baseline="-20833" dirty="0">
                <a:latin typeface="Tahoma"/>
                <a:cs typeface="Tahoma"/>
              </a:rPr>
              <a:t>1</a:t>
            </a:r>
            <a:r>
              <a:rPr sz="2400" spc="-10" dirty="0">
                <a:latin typeface="Tahoma"/>
                <a:cs typeface="Tahoma"/>
              </a:rPr>
              <a:t>, </a:t>
            </a:r>
            <a:r>
              <a:rPr sz="2450" i="1" spc="-10" dirty="0">
                <a:latin typeface="Tahoma"/>
                <a:cs typeface="Tahoma"/>
              </a:rPr>
              <a:t>S</a:t>
            </a:r>
            <a:r>
              <a:rPr sz="2400" spc="-15" baseline="-20833" dirty="0">
                <a:latin typeface="Tahoma"/>
                <a:cs typeface="Tahoma"/>
              </a:rPr>
              <a:t>2</a:t>
            </a:r>
            <a:r>
              <a:rPr sz="2400" spc="-10" dirty="0">
                <a:latin typeface="Tahoma"/>
                <a:cs typeface="Tahoma"/>
              </a:rPr>
              <a:t>, </a:t>
            </a:r>
            <a:r>
              <a:rPr sz="2450" i="1" spc="-10" dirty="0">
                <a:latin typeface="Tahoma"/>
                <a:cs typeface="Tahoma"/>
              </a:rPr>
              <a:t>S</a:t>
            </a:r>
            <a:r>
              <a:rPr sz="2400" spc="-15" baseline="-20833" dirty="0">
                <a:latin typeface="Tahoma"/>
                <a:cs typeface="Tahoma"/>
              </a:rPr>
              <a:t>3</a:t>
            </a:r>
            <a:r>
              <a:rPr sz="2400" spc="-10" dirty="0">
                <a:latin typeface="Tahoma"/>
                <a:cs typeface="Tahoma"/>
              </a:rPr>
              <a:t>,  </a:t>
            </a:r>
            <a:r>
              <a:rPr sz="2400" spc="-5" dirty="0">
                <a:latin typeface="Tahoma"/>
                <a:cs typeface="Tahoma"/>
              </a:rPr>
              <a:t>und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50" i="1" spc="-15" dirty="0">
                <a:latin typeface="Tahoma"/>
                <a:cs typeface="Tahoma"/>
              </a:rPr>
              <a:t>S</a:t>
            </a:r>
            <a:r>
              <a:rPr sz="2400" spc="-22" baseline="-20833" dirty="0">
                <a:latin typeface="Tahoma"/>
                <a:cs typeface="Tahoma"/>
              </a:rPr>
              <a:t>4</a:t>
            </a:r>
            <a:endParaRPr lang="de-DE" sz="2400" baseline="-20833" dirty="0">
              <a:latin typeface="Tahoma"/>
              <a:cs typeface="Tahoma"/>
            </a:endParaRPr>
          </a:p>
          <a:p>
            <a:pPr marL="698500" marR="5080" indent="-342900">
              <a:lnSpc>
                <a:spcPct val="98400"/>
              </a:lnSpc>
              <a:spcBef>
                <a:spcPts val="145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spc="-5" dirty="0" err="1">
                <a:latin typeface="Tahoma"/>
                <a:cs typeface="Tahoma"/>
              </a:rPr>
              <a:t>Oben</a:t>
            </a:r>
            <a:r>
              <a:rPr sz="2400" spc="-5" dirty="0">
                <a:latin typeface="Tahoma"/>
                <a:cs typeface="Tahoma"/>
              </a:rPr>
              <a:t> ein maximal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5" dirty="0" err="1">
                <a:latin typeface="Tahoma"/>
                <a:cs typeface="Tahoma"/>
              </a:rPr>
              <a:t>hoher</a:t>
            </a:r>
            <a:r>
              <a:rPr sz="2400" spc="-5" dirty="0">
                <a:latin typeface="Tahoma"/>
                <a:cs typeface="Tahoma"/>
              </a:rPr>
              <a:t>  </a:t>
            </a:r>
            <a:r>
              <a:rPr sz="2400" spc="-5" dirty="0" err="1">
                <a:latin typeface="Tahoma"/>
                <a:cs typeface="Tahoma"/>
              </a:rPr>
              <a:t>Konsolidierungsbaum</a:t>
            </a:r>
            <a:endParaRPr lang="de-DE" sz="2400" dirty="0">
              <a:latin typeface="Tahoma"/>
              <a:cs typeface="Tahoma"/>
            </a:endParaRPr>
          </a:p>
          <a:p>
            <a:pPr marL="1155617" marR="5080" lvl="1" indent="-342900">
              <a:lnSpc>
                <a:spcPct val="98400"/>
              </a:lnSpc>
              <a:spcBef>
                <a:spcPts val="145"/>
              </a:spcBef>
              <a:buClr>
                <a:schemeClr val="accent1"/>
              </a:buClr>
              <a:buSzPct val="170000"/>
              <a:buFont typeface="Wingdings" pitchFamily="2" charset="2"/>
              <a:buChar char="§"/>
            </a:pPr>
            <a:r>
              <a:rPr sz="2000" spc="-5" dirty="0">
                <a:latin typeface="Tahoma"/>
                <a:cs typeface="Tahoma"/>
              </a:rPr>
              <a:t>„links-tief“</a:t>
            </a:r>
            <a:r>
              <a:rPr sz="2000" spc="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(left-deep)</a:t>
            </a:r>
            <a:endParaRPr lang="de-DE" sz="2000" spc="-5" dirty="0">
              <a:latin typeface="Tahoma"/>
              <a:cs typeface="Tahoma"/>
            </a:endParaRPr>
          </a:p>
          <a:p>
            <a:pPr marL="698500" marR="5080" indent="-342900">
              <a:lnSpc>
                <a:spcPct val="98400"/>
              </a:lnSpc>
              <a:spcBef>
                <a:spcPts val="145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dirty="0" err="1">
                <a:latin typeface="Tahoma"/>
                <a:cs typeface="Tahoma"/>
              </a:rPr>
              <a:t>Unten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ein minimal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spc="-5" dirty="0" err="1">
                <a:latin typeface="Tahoma"/>
                <a:cs typeface="Tahoma"/>
              </a:rPr>
              <a:t>hoher</a:t>
            </a:r>
            <a:r>
              <a:rPr sz="2400" spc="-5" dirty="0">
                <a:latin typeface="Tahoma"/>
                <a:cs typeface="Tahoma"/>
              </a:rPr>
              <a:t>  </a:t>
            </a:r>
            <a:r>
              <a:rPr sz="2400" spc="-5" dirty="0" err="1">
                <a:latin typeface="Tahoma"/>
                <a:cs typeface="Tahoma"/>
              </a:rPr>
              <a:t>Konsolidierungsbaum</a:t>
            </a:r>
            <a:endParaRPr lang="de-DE" sz="2000" spc="-459" dirty="0">
              <a:latin typeface="Times New Roman"/>
              <a:cs typeface="Times New Roman"/>
            </a:endParaRPr>
          </a:p>
          <a:p>
            <a:pPr marL="1155617" marR="5080" lvl="1" indent="-342900">
              <a:lnSpc>
                <a:spcPct val="98400"/>
              </a:lnSpc>
              <a:spcBef>
                <a:spcPts val="145"/>
              </a:spcBef>
              <a:buClr>
                <a:schemeClr val="accent1"/>
              </a:buClr>
              <a:buSzPct val="170000"/>
              <a:buFont typeface="Wingdings" pitchFamily="2" charset="2"/>
              <a:buChar char="§"/>
            </a:pPr>
            <a:r>
              <a:rPr sz="2000" spc="-5" dirty="0" err="1">
                <a:latin typeface="Tahoma"/>
                <a:cs typeface="Tahoma"/>
              </a:rPr>
              <a:t>Balanciert</a:t>
            </a:r>
            <a:endParaRPr lang="de-DE" sz="2000" dirty="0">
              <a:latin typeface="Tahoma"/>
              <a:cs typeface="Tahoma"/>
            </a:endParaRPr>
          </a:p>
          <a:p>
            <a:pPr marL="1155617" marR="5080" lvl="1" indent="-342900">
              <a:lnSpc>
                <a:spcPct val="98400"/>
              </a:lnSpc>
              <a:spcBef>
                <a:spcPts val="145"/>
              </a:spcBef>
              <a:buClr>
                <a:schemeClr val="accent1"/>
              </a:buClr>
              <a:buSzPct val="170000"/>
              <a:buFont typeface="Wingdings" pitchFamily="2" charset="2"/>
              <a:buChar char="§"/>
            </a:pPr>
            <a:endParaRPr lang="en-GB" sz="2000" spc="-5" dirty="0">
              <a:latin typeface="Tahoma"/>
              <a:cs typeface="Tahoma"/>
            </a:endParaRPr>
          </a:p>
          <a:p>
            <a:pPr marL="355600" marR="5080">
              <a:lnSpc>
                <a:spcPct val="98400"/>
              </a:lnSpc>
              <a:spcBef>
                <a:spcPts val="145"/>
              </a:spcBef>
              <a:buClr>
                <a:schemeClr val="accent1"/>
              </a:buClr>
              <a:buSzPct val="170000"/>
            </a:pPr>
            <a:r>
              <a:rPr sz="2400" spc="-5" dirty="0" err="1">
                <a:latin typeface="Tahoma"/>
                <a:cs typeface="Tahoma"/>
              </a:rPr>
              <a:t>Beide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spc="-5" dirty="0" err="1">
                <a:latin typeface="Tahoma"/>
                <a:cs typeface="Tahoma"/>
              </a:rPr>
              <a:t>Vorgehensweisen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spc="-5" dirty="0" err="1">
                <a:latin typeface="Tahoma"/>
                <a:cs typeface="Tahoma"/>
              </a:rPr>
              <a:t>haben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Vor- </a:t>
            </a:r>
            <a:r>
              <a:rPr sz="2400" spc="-5" dirty="0">
                <a:latin typeface="Tahoma"/>
                <a:cs typeface="Tahoma"/>
              </a:rPr>
              <a:t>und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Nachteile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45523" y="3734955"/>
            <a:ext cx="27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baseline="-20833" dirty="0">
                <a:latin typeface="Times New Roman"/>
                <a:cs typeface="Times New Roman"/>
              </a:rPr>
              <a:t>1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55327" y="1296555"/>
            <a:ext cx="2209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56764" algn="l"/>
              </a:tabLst>
            </a:pPr>
            <a:r>
              <a:rPr sz="3600" i="1" baseline="13888" dirty="0">
                <a:latin typeface="Times New Roman"/>
                <a:cs typeface="Times New Roman"/>
              </a:rPr>
              <a:t>S</a:t>
            </a:r>
            <a:r>
              <a:rPr sz="1600" dirty="0">
                <a:latin typeface="Times New Roman"/>
                <a:cs typeface="Times New Roman"/>
              </a:rPr>
              <a:t>1,2,3,4	</a:t>
            </a:r>
            <a:endParaRPr sz="2400" dirty="0">
              <a:latin typeface="Wingdings"/>
              <a:cs typeface="Wingding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15527" y="2134755"/>
            <a:ext cx="635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1" baseline="13888" dirty="0">
                <a:latin typeface="Times New Roman"/>
                <a:cs typeface="Times New Roman"/>
              </a:rPr>
              <a:t>S</a:t>
            </a:r>
            <a:r>
              <a:rPr sz="1600" dirty="0">
                <a:latin typeface="Times New Roman"/>
                <a:cs typeface="Times New Roman"/>
              </a:rPr>
              <a:t>1,2,3,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22127" y="2058555"/>
            <a:ext cx="27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baseline="-20833" dirty="0">
                <a:latin typeface="Times New Roman"/>
                <a:cs typeface="Times New Roman"/>
              </a:rPr>
              <a:t>4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55127" y="2972955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07527" y="3150755"/>
            <a:ext cx="2794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1,2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31527" y="2972955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83927" y="3150755"/>
            <a:ext cx="1270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3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69527" y="3811155"/>
            <a:ext cx="27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baseline="-20833" dirty="0">
                <a:latin typeface="Times New Roman"/>
                <a:cs typeface="Times New Roman"/>
              </a:rPr>
              <a:t>2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830487" y="1644535"/>
            <a:ext cx="990600" cy="381000"/>
          </a:xfrm>
          <a:custGeom>
            <a:avLst/>
            <a:gdLst/>
            <a:ahLst/>
            <a:cxnLst/>
            <a:rect l="l" t="t" r="r" b="b"/>
            <a:pathLst>
              <a:path w="990600" h="381000">
                <a:moveTo>
                  <a:pt x="990599" y="0"/>
                </a:moveTo>
                <a:lnTo>
                  <a:pt x="0" y="38099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821086" y="1644535"/>
            <a:ext cx="838200" cy="381000"/>
          </a:xfrm>
          <a:custGeom>
            <a:avLst/>
            <a:gdLst/>
            <a:ahLst/>
            <a:cxnLst/>
            <a:rect l="l" t="t" r="r" b="b"/>
            <a:pathLst>
              <a:path w="838200" h="381000">
                <a:moveTo>
                  <a:pt x="0" y="0"/>
                </a:moveTo>
                <a:lnTo>
                  <a:pt x="838199" y="38099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068487" y="2482735"/>
            <a:ext cx="762000" cy="457200"/>
          </a:xfrm>
          <a:custGeom>
            <a:avLst/>
            <a:gdLst/>
            <a:ahLst/>
            <a:cxnLst/>
            <a:rect l="l" t="t" r="r" b="b"/>
            <a:pathLst>
              <a:path w="762000" h="457200">
                <a:moveTo>
                  <a:pt x="761999" y="0"/>
                </a:moveTo>
                <a:lnTo>
                  <a:pt x="0" y="45719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830486" y="2482735"/>
            <a:ext cx="838200" cy="457200"/>
          </a:xfrm>
          <a:custGeom>
            <a:avLst/>
            <a:gdLst/>
            <a:ahLst/>
            <a:cxnLst/>
            <a:rect l="l" t="t" r="r" b="b"/>
            <a:pathLst>
              <a:path w="838200" h="457200">
                <a:moveTo>
                  <a:pt x="0" y="0"/>
                </a:moveTo>
                <a:lnTo>
                  <a:pt x="838199" y="45719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382687" y="3397135"/>
            <a:ext cx="685800" cy="304800"/>
          </a:xfrm>
          <a:custGeom>
            <a:avLst/>
            <a:gdLst/>
            <a:ahLst/>
            <a:cxnLst/>
            <a:rect l="l" t="t" r="r" b="b"/>
            <a:pathLst>
              <a:path w="685800" h="304800">
                <a:moveTo>
                  <a:pt x="685799" y="0"/>
                </a:moveTo>
                <a:lnTo>
                  <a:pt x="0" y="30479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068487" y="3397135"/>
            <a:ext cx="838200" cy="381000"/>
          </a:xfrm>
          <a:custGeom>
            <a:avLst/>
            <a:gdLst/>
            <a:ahLst/>
            <a:cxnLst/>
            <a:rect l="l" t="t" r="r" b="b"/>
            <a:pathLst>
              <a:path w="838200" h="381000">
                <a:moveTo>
                  <a:pt x="0" y="0"/>
                </a:moveTo>
                <a:lnTo>
                  <a:pt x="838199" y="38099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074327" y="4877955"/>
            <a:ext cx="736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1" baseline="13888" dirty="0">
                <a:latin typeface="Times New Roman"/>
                <a:cs typeface="Times New Roman"/>
              </a:rPr>
              <a:t>S</a:t>
            </a:r>
            <a:r>
              <a:rPr sz="1600" dirty="0">
                <a:latin typeface="Times New Roman"/>
                <a:cs typeface="Times New Roman"/>
              </a:rPr>
              <a:t>1,2,3,4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07527" y="5716155"/>
            <a:ext cx="431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1" baseline="13888" dirty="0">
                <a:latin typeface="Times New Roman"/>
                <a:cs typeface="Times New Roman"/>
              </a:rPr>
              <a:t>S</a:t>
            </a:r>
            <a:r>
              <a:rPr sz="1600" dirty="0">
                <a:latin typeface="Times New Roman"/>
                <a:cs typeface="Times New Roman"/>
              </a:rPr>
              <a:t>1,2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369727" y="5716155"/>
            <a:ext cx="431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1" baseline="13888" dirty="0">
                <a:latin typeface="Times New Roman"/>
                <a:cs typeface="Times New Roman"/>
              </a:rPr>
              <a:t>S</a:t>
            </a:r>
            <a:r>
              <a:rPr sz="1600" dirty="0">
                <a:latin typeface="Times New Roman"/>
                <a:cs typeface="Times New Roman"/>
              </a:rPr>
              <a:t>3,4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45523" y="6554354"/>
            <a:ext cx="27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baseline="-20833" dirty="0">
                <a:latin typeface="Times New Roman"/>
                <a:cs typeface="Times New Roman"/>
              </a:rPr>
              <a:t>1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45727" y="6554354"/>
            <a:ext cx="27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baseline="-20833" dirty="0">
                <a:latin typeface="Times New Roman"/>
                <a:cs typeface="Times New Roman"/>
              </a:rPr>
              <a:t>2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220887" y="5225935"/>
            <a:ext cx="1219200" cy="381000"/>
          </a:xfrm>
          <a:custGeom>
            <a:avLst/>
            <a:gdLst/>
            <a:ahLst/>
            <a:cxnLst/>
            <a:rect l="l" t="t" r="r" b="b"/>
            <a:pathLst>
              <a:path w="1219200" h="381000">
                <a:moveTo>
                  <a:pt x="1219199" y="0"/>
                </a:moveTo>
                <a:lnTo>
                  <a:pt x="0" y="38099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440086" y="5225935"/>
            <a:ext cx="1143000" cy="381000"/>
          </a:xfrm>
          <a:custGeom>
            <a:avLst/>
            <a:gdLst/>
            <a:ahLst/>
            <a:cxnLst/>
            <a:rect l="l" t="t" r="r" b="b"/>
            <a:pathLst>
              <a:path w="1143000" h="381000">
                <a:moveTo>
                  <a:pt x="0" y="0"/>
                </a:moveTo>
                <a:lnTo>
                  <a:pt x="1142999" y="38099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382687" y="6064135"/>
            <a:ext cx="838200" cy="457200"/>
          </a:xfrm>
          <a:custGeom>
            <a:avLst/>
            <a:gdLst/>
            <a:ahLst/>
            <a:cxnLst/>
            <a:rect l="l" t="t" r="r" b="b"/>
            <a:pathLst>
              <a:path w="838200" h="457200">
                <a:moveTo>
                  <a:pt x="838199" y="0"/>
                </a:moveTo>
                <a:lnTo>
                  <a:pt x="0" y="45719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220887" y="6064135"/>
            <a:ext cx="762000" cy="457200"/>
          </a:xfrm>
          <a:custGeom>
            <a:avLst/>
            <a:gdLst/>
            <a:ahLst/>
            <a:cxnLst/>
            <a:rect l="l" t="t" r="r" b="b"/>
            <a:pathLst>
              <a:path w="762000" h="457200">
                <a:moveTo>
                  <a:pt x="0" y="0"/>
                </a:moveTo>
                <a:lnTo>
                  <a:pt x="761999" y="45719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3760127" y="6554354"/>
            <a:ext cx="27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baseline="-20833" dirty="0">
                <a:latin typeface="Times New Roman"/>
                <a:cs typeface="Times New Roman"/>
              </a:rPr>
              <a:t>3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903127" y="6554354"/>
            <a:ext cx="27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baseline="-20833" dirty="0">
                <a:latin typeface="Times New Roman"/>
                <a:cs typeface="Times New Roman"/>
              </a:rPr>
              <a:t>4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897287" y="6064135"/>
            <a:ext cx="685800" cy="457200"/>
          </a:xfrm>
          <a:custGeom>
            <a:avLst/>
            <a:gdLst/>
            <a:ahLst/>
            <a:cxnLst/>
            <a:rect l="l" t="t" r="r" b="b"/>
            <a:pathLst>
              <a:path w="685800" h="457200">
                <a:moveTo>
                  <a:pt x="685799" y="0"/>
                </a:moveTo>
                <a:lnTo>
                  <a:pt x="0" y="45719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583086" y="606413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199" y="45719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2">
            <a:extLst>
              <a:ext uri="{FF2B5EF4-FFF2-40B4-BE49-F238E27FC236}">
                <a16:creationId xmlns:a16="http://schemas.microsoft.com/office/drawing/2014/main" id="{630B28B0-288B-5C89-3E84-91549947F050}"/>
              </a:ext>
            </a:extLst>
          </p:cNvPr>
          <p:cNvSpPr txBox="1">
            <a:spLocks/>
          </p:cNvSpPr>
          <p:nvPr/>
        </p:nvSpPr>
        <p:spPr>
          <a:xfrm>
            <a:off x="1041398" y="577850"/>
            <a:ext cx="6134102" cy="540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pc="-5" dirty="0" err="1"/>
              <a:t>Möglicher</a:t>
            </a:r>
            <a:r>
              <a:rPr lang="en-GB" spc="10" dirty="0"/>
              <a:t> </a:t>
            </a:r>
            <a:r>
              <a:rPr lang="en-GB" spc="-5" dirty="0" err="1"/>
              <a:t>Konsolidierungsbaum</a:t>
            </a:r>
            <a:endParaRPr lang="en-GB" spc="-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25483" y="2041410"/>
            <a:ext cx="2209800" cy="627380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130175" rIns="0" bIns="0" rtlCol="0">
            <a:spAutoFit/>
          </a:bodyPr>
          <a:lstStyle/>
          <a:p>
            <a:pPr marL="497840">
              <a:lnSpc>
                <a:spcPct val="100000"/>
              </a:lnSpc>
              <a:spcBef>
                <a:spcPts val="1025"/>
              </a:spcBef>
            </a:pPr>
            <a:r>
              <a:rPr sz="2400" spc="-5" dirty="0">
                <a:latin typeface="Times New Roman"/>
                <a:cs typeface="Times New Roman"/>
              </a:rPr>
              <a:t>Studenten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5483" y="3384435"/>
            <a:ext cx="2209800" cy="625475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129539" rIns="0" bIns="0" rtlCol="0">
            <a:spAutoFit/>
          </a:bodyPr>
          <a:lstStyle/>
          <a:p>
            <a:pPr marL="408940">
              <a:lnSpc>
                <a:spcPct val="100000"/>
              </a:lnSpc>
              <a:spcBef>
                <a:spcPts val="1019"/>
              </a:spcBef>
            </a:pPr>
            <a:r>
              <a:rPr sz="2400" spc="-5" dirty="0">
                <a:latin typeface="Times New Roman"/>
                <a:cs typeface="Times New Roman"/>
              </a:rPr>
              <a:t>Assistenten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25483" y="4725873"/>
            <a:ext cx="2209800" cy="625475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129539" rIns="0" bIns="0" rtlCol="0">
            <a:spAutoFit/>
          </a:bodyPr>
          <a:lstStyle/>
          <a:p>
            <a:pPr marL="383540">
              <a:lnSpc>
                <a:spcPct val="100000"/>
              </a:lnSpc>
              <a:spcBef>
                <a:spcPts val="1019"/>
              </a:spcBef>
            </a:pPr>
            <a:r>
              <a:rPr sz="2400" spc="-5" dirty="0">
                <a:latin typeface="Times New Roman"/>
                <a:cs typeface="Times New Roman"/>
              </a:rPr>
              <a:t>Professoren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973486" y="1415935"/>
            <a:ext cx="2209800" cy="895350"/>
          </a:xfrm>
          <a:custGeom>
            <a:avLst/>
            <a:gdLst/>
            <a:ahLst/>
            <a:cxnLst/>
            <a:rect l="l" t="t" r="r" b="b"/>
            <a:pathLst>
              <a:path w="2209800" h="895350">
                <a:moveTo>
                  <a:pt x="1104900" y="0"/>
                </a:moveTo>
                <a:lnTo>
                  <a:pt x="0" y="447675"/>
                </a:lnTo>
                <a:lnTo>
                  <a:pt x="1104900" y="895350"/>
                </a:lnTo>
                <a:lnTo>
                  <a:pt x="2209800" y="447675"/>
                </a:lnTo>
                <a:lnTo>
                  <a:pt x="1104900" y="0"/>
                </a:lnTo>
                <a:close/>
              </a:path>
            </a:pathLst>
          </a:custGeom>
          <a:solidFill>
            <a:srgbClr val="73F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973486" y="1415936"/>
            <a:ext cx="2209800" cy="895350"/>
          </a:xfrm>
          <a:custGeom>
            <a:avLst/>
            <a:gdLst/>
            <a:ahLst/>
            <a:cxnLst/>
            <a:rect l="l" t="t" r="r" b="b"/>
            <a:pathLst>
              <a:path w="2209800" h="895350">
                <a:moveTo>
                  <a:pt x="0" y="447674"/>
                </a:moveTo>
                <a:lnTo>
                  <a:pt x="1104899" y="0"/>
                </a:lnTo>
                <a:lnTo>
                  <a:pt x="2209798" y="447674"/>
                </a:lnTo>
                <a:lnTo>
                  <a:pt x="1104899" y="895349"/>
                </a:lnTo>
                <a:lnTo>
                  <a:pt x="0" y="447674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553877" y="1668030"/>
            <a:ext cx="10579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erstellen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21086" y="3473335"/>
            <a:ext cx="2209800" cy="895350"/>
          </a:xfrm>
          <a:custGeom>
            <a:avLst/>
            <a:gdLst/>
            <a:ahLst/>
            <a:cxnLst/>
            <a:rect l="l" t="t" r="r" b="b"/>
            <a:pathLst>
              <a:path w="2209800" h="895350">
                <a:moveTo>
                  <a:pt x="1104900" y="0"/>
                </a:moveTo>
                <a:lnTo>
                  <a:pt x="0" y="447675"/>
                </a:lnTo>
                <a:lnTo>
                  <a:pt x="1104900" y="895350"/>
                </a:lnTo>
                <a:lnTo>
                  <a:pt x="2209800" y="447675"/>
                </a:lnTo>
                <a:lnTo>
                  <a:pt x="1104900" y="0"/>
                </a:lnTo>
                <a:close/>
              </a:path>
            </a:pathLst>
          </a:custGeom>
          <a:solidFill>
            <a:srgbClr val="73F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821086" y="3473335"/>
            <a:ext cx="2209800" cy="895350"/>
          </a:xfrm>
          <a:custGeom>
            <a:avLst/>
            <a:gdLst/>
            <a:ahLst/>
            <a:cxnLst/>
            <a:rect l="l" t="t" r="r" b="b"/>
            <a:pathLst>
              <a:path w="2209800" h="895350">
                <a:moveTo>
                  <a:pt x="0" y="447674"/>
                </a:moveTo>
                <a:lnTo>
                  <a:pt x="1104899" y="0"/>
                </a:lnTo>
                <a:lnTo>
                  <a:pt x="2209798" y="447674"/>
                </a:lnTo>
                <a:lnTo>
                  <a:pt x="1104899" y="895349"/>
                </a:lnTo>
                <a:lnTo>
                  <a:pt x="0" y="447674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337977" y="3725430"/>
            <a:ext cx="11766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verfassen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767111" y="4636973"/>
            <a:ext cx="2209800" cy="894080"/>
          </a:xfrm>
          <a:custGeom>
            <a:avLst/>
            <a:gdLst/>
            <a:ahLst/>
            <a:cxnLst/>
            <a:rect l="l" t="t" r="r" b="b"/>
            <a:pathLst>
              <a:path w="2209800" h="894079">
                <a:moveTo>
                  <a:pt x="1104900" y="0"/>
                </a:moveTo>
                <a:lnTo>
                  <a:pt x="0" y="446874"/>
                </a:lnTo>
                <a:lnTo>
                  <a:pt x="1104900" y="893762"/>
                </a:lnTo>
                <a:lnTo>
                  <a:pt x="2209800" y="446874"/>
                </a:lnTo>
                <a:lnTo>
                  <a:pt x="1104900" y="0"/>
                </a:lnTo>
                <a:close/>
              </a:path>
            </a:pathLst>
          </a:custGeom>
          <a:solidFill>
            <a:srgbClr val="73F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767111" y="4636973"/>
            <a:ext cx="2209800" cy="894080"/>
          </a:xfrm>
          <a:custGeom>
            <a:avLst/>
            <a:gdLst/>
            <a:ahLst/>
            <a:cxnLst/>
            <a:rect l="l" t="t" r="r" b="b"/>
            <a:pathLst>
              <a:path w="2209800" h="894079">
                <a:moveTo>
                  <a:pt x="0" y="446880"/>
                </a:moveTo>
                <a:lnTo>
                  <a:pt x="1104899" y="0"/>
                </a:lnTo>
                <a:lnTo>
                  <a:pt x="2209798" y="446880"/>
                </a:lnTo>
                <a:lnTo>
                  <a:pt x="1104899" y="893761"/>
                </a:lnTo>
                <a:lnTo>
                  <a:pt x="0" y="44688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296702" y="4888280"/>
            <a:ext cx="11423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bewerten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659286" y="2406535"/>
            <a:ext cx="2209800" cy="894080"/>
          </a:xfrm>
          <a:custGeom>
            <a:avLst/>
            <a:gdLst/>
            <a:ahLst/>
            <a:cxnLst/>
            <a:rect l="l" t="t" r="r" b="b"/>
            <a:pathLst>
              <a:path w="2209800" h="894079">
                <a:moveTo>
                  <a:pt x="1104900" y="0"/>
                </a:moveTo>
                <a:lnTo>
                  <a:pt x="0" y="446887"/>
                </a:lnTo>
                <a:lnTo>
                  <a:pt x="1104900" y="893762"/>
                </a:lnTo>
                <a:lnTo>
                  <a:pt x="2209800" y="446887"/>
                </a:lnTo>
                <a:lnTo>
                  <a:pt x="1104900" y="0"/>
                </a:lnTo>
                <a:close/>
              </a:path>
            </a:pathLst>
          </a:custGeom>
          <a:solidFill>
            <a:srgbClr val="73F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659286" y="2406535"/>
            <a:ext cx="2209800" cy="894080"/>
          </a:xfrm>
          <a:custGeom>
            <a:avLst/>
            <a:gdLst/>
            <a:ahLst/>
            <a:cxnLst/>
            <a:rect l="l" t="t" r="r" b="b"/>
            <a:pathLst>
              <a:path w="2209800" h="894079">
                <a:moveTo>
                  <a:pt x="0" y="446881"/>
                </a:moveTo>
                <a:lnTo>
                  <a:pt x="1104899" y="0"/>
                </a:lnTo>
                <a:lnTo>
                  <a:pt x="2209798" y="446881"/>
                </a:lnTo>
                <a:lnTo>
                  <a:pt x="1104899" y="893762"/>
                </a:lnTo>
                <a:lnTo>
                  <a:pt x="0" y="446881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226977" y="2657830"/>
            <a:ext cx="10750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betreuen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135287" y="2854210"/>
            <a:ext cx="1524000" cy="843280"/>
          </a:xfrm>
          <a:custGeom>
            <a:avLst/>
            <a:gdLst/>
            <a:ahLst/>
            <a:cxnLst/>
            <a:rect l="l" t="t" r="r" b="b"/>
            <a:pathLst>
              <a:path w="1524000" h="843279">
                <a:moveTo>
                  <a:pt x="0" y="842962"/>
                </a:moveTo>
                <a:lnTo>
                  <a:pt x="1523998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318349" y="2131898"/>
            <a:ext cx="2209800" cy="625475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129539" rIns="0" bIns="0" rtlCol="0">
            <a:spAutoFit/>
          </a:bodyPr>
          <a:lstStyle/>
          <a:p>
            <a:pPr marL="142240">
              <a:lnSpc>
                <a:spcPct val="100000"/>
              </a:lnSpc>
              <a:spcBef>
                <a:spcPts val="1019"/>
              </a:spcBef>
            </a:pPr>
            <a:r>
              <a:rPr sz="2400" spc="-5" dirty="0">
                <a:latin typeface="Times New Roman"/>
                <a:cs typeface="Times New Roman"/>
              </a:rPr>
              <a:t>Diplomarbeiten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318349" y="3384435"/>
            <a:ext cx="2209800" cy="625475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129539" rIns="0" bIns="0" rtlCol="0">
            <a:spAutoFit/>
          </a:bodyPr>
          <a:lstStyle/>
          <a:p>
            <a:pPr marL="218440">
              <a:lnSpc>
                <a:spcPct val="100000"/>
              </a:lnSpc>
              <a:spcBef>
                <a:spcPts val="1019"/>
              </a:spcBef>
            </a:pPr>
            <a:r>
              <a:rPr sz="2400" spc="-5" dirty="0">
                <a:latin typeface="Times New Roman"/>
                <a:cs typeface="Times New Roman"/>
              </a:rPr>
              <a:t>Dissertationen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027961" y="1415935"/>
            <a:ext cx="1657350" cy="536575"/>
          </a:xfrm>
          <a:custGeom>
            <a:avLst/>
            <a:gdLst/>
            <a:ahLst/>
            <a:cxnLst/>
            <a:rect l="l" t="t" r="r" b="b"/>
            <a:pathLst>
              <a:path w="1657350" h="536575">
                <a:moveTo>
                  <a:pt x="828675" y="0"/>
                </a:moveTo>
                <a:lnTo>
                  <a:pt x="760710" y="889"/>
                </a:lnTo>
                <a:lnTo>
                  <a:pt x="694258" y="3511"/>
                </a:lnTo>
                <a:lnTo>
                  <a:pt x="629533" y="7797"/>
                </a:lnTo>
                <a:lnTo>
                  <a:pt x="566747" y="13677"/>
                </a:lnTo>
                <a:lnTo>
                  <a:pt x="506115" y="21083"/>
                </a:lnTo>
                <a:lnTo>
                  <a:pt x="447848" y="29945"/>
                </a:lnTo>
                <a:lnTo>
                  <a:pt x="392162" y="40195"/>
                </a:lnTo>
                <a:lnTo>
                  <a:pt x="339268" y="51763"/>
                </a:lnTo>
                <a:lnTo>
                  <a:pt x="289380" y="64581"/>
                </a:lnTo>
                <a:lnTo>
                  <a:pt x="242711" y="78579"/>
                </a:lnTo>
                <a:lnTo>
                  <a:pt x="199475" y="93688"/>
                </a:lnTo>
                <a:lnTo>
                  <a:pt x="159884" y="109840"/>
                </a:lnTo>
                <a:lnTo>
                  <a:pt x="124153" y="126965"/>
                </a:lnTo>
                <a:lnTo>
                  <a:pt x="65120" y="163857"/>
                </a:lnTo>
                <a:lnTo>
                  <a:pt x="24083" y="203814"/>
                </a:lnTo>
                <a:lnTo>
                  <a:pt x="2746" y="246283"/>
                </a:lnTo>
                <a:lnTo>
                  <a:pt x="0" y="268287"/>
                </a:lnTo>
                <a:lnTo>
                  <a:pt x="2746" y="290291"/>
                </a:lnTo>
                <a:lnTo>
                  <a:pt x="24083" y="332760"/>
                </a:lnTo>
                <a:lnTo>
                  <a:pt x="65120" y="372717"/>
                </a:lnTo>
                <a:lnTo>
                  <a:pt x="124153" y="409609"/>
                </a:lnTo>
                <a:lnTo>
                  <a:pt x="159884" y="426734"/>
                </a:lnTo>
                <a:lnTo>
                  <a:pt x="199475" y="442886"/>
                </a:lnTo>
                <a:lnTo>
                  <a:pt x="242711" y="457995"/>
                </a:lnTo>
                <a:lnTo>
                  <a:pt x="289380" y="471993"/>
                </a:lnTo>
                <a:lnTo>
                  <a:pt x="339268" y="484811"/>
                </a:lnTo>
                <a:lnTo>
                  <a:pt x="392162" y="496379"/>
                </a:lnTo>
                <a:lnTo>
                  <a:pt x="447848" y="506629"/>
                </a:lnTo>
                <a:lnTo>
                  <a:pt x="506115" y="515491"/>
                </a:lnTo>
                <a:lnTo>
                  <a:pt x="566747" y="522897"/>
                </a:lnTo>
                <a:lnTo>
                  <a:pt x="629533" y="528777"/>
                </a:lnTo>
                <a:lnTo>
                  <a:pt x="694258" y="533063"/>
                </a:lnTo>
                <a:lnTo>
                  <a:pt x="760710" y="535685"/>
                </a:lnTo>
                <a:lnTo>
                  <a:pt x="828675" y="536575"/>
                </a:lnTo>
                <a:lnTo>
                  <a:pt x="896638" y="535685"/>
                </a:lnTo>
                <a:lnTo>
                  <a:pt x="963088" y="533063"/>
                </a:lnTo>
                <a:lnTo>
                  <a:pt x="1027812" y="528777"/>
                </a:lnTo>
                <a:lnTo>
                  <a:pt x="1090597" y="522897"/>
                </a:lnTo>
                <a:lnTo>
                  <a:pt x="1151229" y="515491"/>
                </a:lnTo>
                <a:lnTo>
                  <a:pt x="1209495" y="506629"/>
                </a:lnTo>
                <a:lnTo>
                  <a:pt x="1265182" y="496379"/>
                </a:lnTo>
                <a:lnTo>
                  <a:pt x="1318076" y="484811"/>
                </a:lnTo>
                <a:lnTo>
                  <a:pt x="1367964" y="471993"/>
                </a:lnTo>
                <a:lnTo>
                  <a:pt x="1414633" y="457995"/>
                </a:lnTo>
                <a:lnTo>
                  <a:pt x="1457870" y="442886"/>
                </a:lnTo>
                <a:lnTo>
                  <a:pt x="1497461" y="426734"/>
                </a:lnTo>
                <a:lnTo>
                  <a:pt x="1533193" y="409609"/>
                </a:lnTo>
                <a:lnTo>
                  <a:pt x="1592227" y="372717"/>
                </a:lnTo>
                <a:lnTo>
                  <a:pt x="1633266" y="332760"/>
                </a:lnTo>
                <a:lnTo>
                  <a:pt x="1654602" y="290291"/>
                </a:lnTo>
                <a:lnTo>
                  <a:pt x="1657350" y="268287"/>
                </a:lnTo>
                <a:lnTo>
                  <a:pt x="1654602" y="246283"/>
                </a:lnTo>
                <a:lnTo>
                  <a:pt x="1633266" y="203814"/>
                </a:lnTo>
                <a:lnTo>
                  <a:pt x="1592227" y="163857"/>
                </a:lnTo>
                <a:lnTo>
                  <a:pt x="1533193" y="126965"/>
                </a:lnTo>
                <a:lnTo>
                  <a:pt x="1497461" y="109840"/>
                </a:lnTo>
                <a:lnTo>
                  <a:pt x="1457870" y="93688"/>
                </a:lnTo>
                <a:lnTo>
                  <a:pt x="1414633" y="78579"/>
                </a:lnTo>
                <a:lnTo>
                  <a:pt x="1367964" y="64581"/>
                </a:lnTo>
                <a:lnTo>
                  <a:pt x="1318076" y="51763"/>
                </a:lnTo>
                <a:lnTo>
                  <a:pt x="1265182" y="40195"/>
                </a:lnTo>
                <a:lnTo>
                  <a:pt x="1209495" y="29945"/>
                </a:lnTo>
                <a:lnTo>
                  <a:pt x="1151229" y="21083"/>
                </a:lnTo>
                <a:lnTo>
                  <a:pt x="1090597" y="13677"/>
                </a:lnTo>
                <a:lnTo>
                  <a:pt x="1027812" y="7797"/>
                </a:lnTo>
                <a:lnTo>
                  <a:pt x="963088" y="3511"/>
                </a:lnTo>
                <a:lnTo>
                  <a:pt x="896638" y="889"/>
                </a:lnTo>
                <a:lnTo>
                  <a:pt x="828675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027961" y="1415936"/>
            <a:ext cx="1657350" cy="536575"/>
          </a:xfrm>
          <a:custGeom>
            <a:avLst/>
            <a:gdLst/>
            <a:ahLst/>
            <a:cxnLst/>
            <a:rect l="l" t="t" r="r" b="b"/>
            <a:pathLst>
              <a:path w="1657350" h="536575">
                <a:moveTo>
                  <a:pt x="0" y="268287"/>
                </a:moveTo>
                <a:lnTo>
                  <a:pt x="10845" y="224769"/>
                </a:lnTo>
                <a:lnTo>
                  <a:pt x="42246" y="183487"/>
                </a:lnTo>
                <a:lnTo>
                  <a:pt x="92495" y="144994"/>
                </a:lnTo>
                <a:lnTo>
                  <a:pt x="159886" y="109840"/>
                </a:lnTo>
                <a:lnTo>
                  <a:pt x="199476" y="93688"/>
                </a:lnTo>
                <a:lnTo>
                  <a:pt x="242713" y="78579"/>
                </a:lnTo>
                <a:lnTo>
                  <a:pt x="289382" y="64581"/>
                </a:lnTo>
                <a:lnTo>
                  <a:pt x="339270" y="51763"/>
                </a:lnTo>
                <a:lnTo>
                  <a:pt x="392164" y="40195"/>
                </a:lnTo>
                <a:lnTo>
                  <a:pt x="447851" y="29945"/>
                </a:lnTo>
                <a:lnTo>
                  <a:pt x="506117" y="21083"/>
                </a:lnTo>
                <a:lnTo>
                  <a:pt x="566749" y="13677"/>
                </a:lnTo>
                <a:lnTo>
                  <a:pt x="629534" y="7797"/>
                </a:lnTo>
                <a:lnTo>
                  <a:pt x="694259" y="3511"/>
                </a:lnTo>
                <a:lnTo>
                  <a:pt x="760710" y="889"/>
                </a:lnTo>
                <a:lnTo>
                  <a:pt x="828674" y="0"/>
                </a:lnTo>
                <a:lnTo>
                  <a:pt x="896638" y="889"/>
                </a:lnTo>
                <a:lnTo>
                  <a:pt x="963089" y="3511"/>
                </a:lnTo>
                <a:lnTo>
                  <a:pt x="1027814" y="7797"/>
                </a:lnTo>
                <a:lnTo>
                  <a:pt x="1090599" y="13677"/>
                </a:lnTo>
                <a:lnTo>
                  <a:pt x="1151232" y="21083"/>
                </a:lnTo>
                <a:lnTo>
                  <a:pt x="1209498" y="29945"/>
                </a:lnTo>
                <a:lnTo>
                  <a:pt x="1265184" y="40195"/>
                </a:lnTo>
                <a:lnTo>
                  <a:pt x="1318078" y="51763"/>
                </a:lnTo>
                <a:lnTo>
                  <a:pt x="1367966" y="64581"/>
                </a:lnTo>
                <a:lnTo>
                  <a:pt x="1414635" y="78579"/>
                </a:lnTo>
                <a:lnTo>
                  <a:pt x="1457872" y="93688"/>
                </a:lnTo>
                <a:lnTo>
                  <a:pt x="1497462" y="109840"/>
                </a:lnTo>
                <a:lnTo>
                  <a:pt x="1533194" y="126965"/>
                </a:lnTo>
                <a:lnTo>
                  <a:pt x="1592227" y="163857"/>
                </a:lnTo>
                <a:lnTo>
                  <a:pt x="1633265" y="203814"/>
                </a:lnTo>
                <a:lnTo>
                  <a:pt x="1654601" y="246283"/>
                </a:lnTo>
                <a:lnTo>
                  <a:pt x="1657348" y="268287"/>
                </a:lnTo>
                <a:lnTo>
                  <a:pt x="1654601" y="290291"/>
                </a:lnTo>
                <a:lnTo>
                  <a:pt x="1633265" y="332760"/>
                </a:lnTo>
                <a:lnTo>
                  <a:pt x="1592227" y="372717"/>
                </a:lnTo>
                <a:lnTo>
                  <a:pt x="1533194" y="409610"/>
                </a:lnTo>
                <a:lnTo>
                  <a:pt x="1497462" y="426735"/>
                </a:lnTo>
                <a:lnTo>
                  <a:pt x="1457872" y="442886"/>
                </a:lnTo>
                <a:lnTo>
                  <a:pt x="1414635" y="457995"/>
                </a:lnTo>
                <a:lnTo>
                  <a:pt x="1367966" y="471993"/>
                </a:lnTo>
                <a:lnTo>
                  <a:pt x="1318078" y="484811"/>
                </a:lnTo>
                <a:lnTo>
                  <a:pt x="1265184" y="496379"/>
                </a:lnTo>
                <a:lnTo>
                  <a:pt x="1209498" y="506629"/>
                </a:lnTo>
                <a:lnTo>
                  <a:pt x="1151232" y="515491"/>
                </a:lnTo>
                <a:lnTo>
                  <a:pt x="1090599" y="522897"/>
                </a:lnTo>
                <a:lnTo>
                  <a:pt x="1027814" y="528778"/>
                </a:lnTo>
                <a:lnTo>
                  <a:pt x="963089" y="533063"/>
                </a:lnTo>
                <a:lnTo>
                  <a:pt x="896638" y="535685"/>
                </a:lnTo>
                <a:lnTo>
                  <a:pt x="828674" y="536575"/>
                </a:lnTo>
                <a:lnTo>
                  <a:pt x="760710" y="535685"/>
                </a:lnTo>
                <a:lnTo>
                  <a:pt x="694259" y="533063"/>
                </a:lnTo>
                <a:lnTo>
                  <a:pt x="629534" y="528778"/>
                </a:lnTo>
                <a:lnTo>
                  <a:pt x="566749" y="522897"/>
                </a:lnTo>
                <a:lnTo>
                  <a:pt x="506117" y="515491"/>
                </a:lnTo>
                <a:lnTo>
                  <a:pt x="447851" y="506629"/>
                </a:lnTo>
                <a:lnTo>
                  <a:pt x="392164" y="496379"/>
                </a:lnTo>
                <a:lnTo>
                  <a:pt x="339270" y="484811"/>
                </a:lnTo>
                <a:lnTo>
                  <a:pt x="289382" y="471993"/>
                </a:lnTo>
                <a:lnTo>
                  <a:pt x="242713" y="457995"/>
                </a:lnTo>
                <a:lnTo>
                  <a:pt x="199476" y="442886"/>
                </a:lnTo>
                <a:lnTo>
                  <a:pt x="159886" y="426735"/>
                </a:lnTo>
                <a:lnTo>
                  <a:pt x="124154" y="409610"/>
                </a:lnTo>
                <a:lnTo>
                  <a:pt x="65121" y="372717"/>
                </a:lnTo>
                <a:lnTo>
                  <a:pt x="24083" y="332760"/>
                </a:lnTo>
                <a:lnTo>
                  <a:pt x="2747" y="290291"/>
                </a:lnTo>
                <a:lnTo>
                  <a:pt x="0" y="268287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8565312" y="1488643"/>
            <a:ext cx="5905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85" dirty="0">
                <a:latin typeface="Times New Roman"/>
                <a:cs typeface="Times New Roman"/>
              </a:rPr>
              <a:t>T</a:t>
            </a:r>
            <a:r>
              <a:rPr sz="2400" spc="-5" dirty="0">
                <a:latin typeface="Times New Roman"/>
                <a:cs typeface="Times New Roman"/>
              </a:rPr>
              <a:t>ite</a:t>
            </a:r>
            <a:r>
              <a:rPr sz="2400" dirty="0">
                <a:latin typeface="Times New Roman"/>
                <a:cs typeface="Times New Roman"/>
              </a:rPr>
              <a:t>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107336" y="4278198"/>
            <a:ext cx="1657350" cy="536575"/>
          </a:xfrm>
          <a:custGeom>
            <a:avLst/>
            <a:gdLst/>
            <a:ahLst/>
            <a:cxnLst/>
            <a:rect l="l" t="t" r="r" b="b"/>
            <a:pathLst>
              <a:path w="1657350" h="536575">
                <a:moveTo>
                  <a:pt x="828675" y="0"/>
                </a:moveTo>
                <a:lnTo>
                  <a:pt x="760710" y="889"/>
                </a:lnTo>
                <a:lnTo>
                  <a:pt x="694258" y="3511"/>
                </a:lnTo>
                <a:lnTo>
                  <a:pt x="629533" y="7797"/>
                </a:lnTo>
                <a:lnTo>
                  <a:pt x="566747" y="13677"/>
                </a:lnTo>
                <a:lnTo>
                  <a:pt x="506115" y="21083"/>
                </a:lnTo>
                <a:lnTo>
                  <a:pt x="447848" y="29945"/>
                </a:lnTo>
                <a:lnTo>
                  <a:pt x="392162" y="40195"/>
                </a:lnTo>
                <a:lnTo>
                  <a:pt x="339268" y="51763"/>
                </a:lnTo>
                <a:lnTo>
                  <a:pt x="289380" y="64581"/>
                </a:lnTo>
                <a:lnTo>
                  <a:pt x="242711" y="78579"/>
                </a:lnTo>
                <a:lnTo>
                  <a:pt x="199475" y="93688"/>
                </a:lnTo>
                <a:lnTo>
                  <a:pt x="159884" y="109840"/>
                </a:lnTo>
                <a:lnTo>
                  <a:pt x="124153" y="126965"/>
                </a:lnTo>
                <a:lnTo>
                  <a:pt x="65120" y="163857"/>
                </a:lnTo>
                <a:lnTo>
                  <a:pt x="24083" y="203814"/>
                </a:lnTo>
                <a:lnTo>
                  <a:pt x="2746" y="246283"/>
                </a:lnTo>
                <a:lnTo>
                  <a:pt x="0" y="268287"/>
                </a:lnTo>
                <a:lnTo>
                  <a:pt x="2746" y="290291"/>
                </a:lnTo>
                <a:lnTo>
                  <a:pt x="24083" y="332760"/>
                </a:lnTo>
                <a:lnTo>
                  <a:pt x="65120" y="372717"/>
                </a:lnTo>
                <a:lnTo>
                  <a:pt x="124153" y="409609"/>
                </a:lnTo>
                <a:lnTo>
                  <a:pt x="159884" y="426734"/>
                </a:lnTo>
                <a:lnTo>
                  <a:pt x="199475" y="442886"/>
                </a:lnTo>
                <a:lnTo>
                  <a:pt x="242711" y="457995"/>
                </a:lnTo>
                <a:lnTo>
                  <a:pt x="289380" y="471993"/>
                </a:lnTo>
                <a:lnTo>
                  <a:pt x="339268" y="484811"/>
                </a:lnTo>
                <a:lnTo>
                  <a:pt x="392162" y="496379"/>
                </a:lnTo>
                <a:lnTo>
                  <a:pt x="447848" y="506629"/>
                </a:lnTo>
                <a:lnTo>
                  <a:pt x="506115" y="515491"/>
                </a:lnTo>
                <a:lnTo>
                  <a:pt x="566747" y="522897"/>
                </a:lnTo>
                <a:lnTo>
                  <a:pt x="629533" y="528777"/>
                </a:lnTo>
                <a:lnTo>
                  <a:pt x="694258" y="533063"/>
                </a:lnTo>
                <a:lnTo>
                  <a:pt x="760710" y="535685"/>
                </a:lnTo>
                <a:lnTo>
                  <a:pt x="828675" y="536575"/>
                </a:lnTo>
                <a:lnTo>
                  <a:pt x="896638" y="535685"/>
                </a:lnTo>
                <a:lnTo>
                  <a:pt x="963088" y="533063"/>
                </a:lnTo>
                <a:lnTo>
                  <a:pt x="1027812" y="528777"/>
                </a:lnTo>
                <a:lnTo>
                  <a:pt x="1090597" y="522897"/>
                </a:lnTo>
                <a:lnTo>
                  <a:pt x="1151229" y="515491"/>
                </a:lnTo>
                <a:lnTo>
                  <a:pt x="1209495" y="506629"/>
                </a:lnTo>
                <a:lnTo>
                  <a:pt x="1265182" y="496379"/>
                </a:lnTo>
                <a:lnTo>
                  <a:pt x="1318076" y="484811"/>
                </a:lnTo>
                <a:lnTo>
                  <a:pt x="1367964" y="471993"/>
                </a:lnTo>
                <a:lnTo>
                  <a:pt x="1414633" y="457995"/>
                </a:lnTo>
                <a:lnTo>
                  <a:pt x="1457870" y="442886"/>
                </a:lnTo>
                <a:lnTo>
                  <a:pt x="1497461" y="426734"/>
                </a:lnTo>
                <a:lnTo>
                  <a:pt x="1533193" y="409609"/>
                </a:lnTo>
                <a:lnTo>
                  <a:pt x="1592227" y="372717"/>
                </a:lnTo>
                <a:lnTo>
                  <a:pt x="1633266" y="332760"/>
                </a:lnTo>
                <a:lnTo>
                  <a:pt x="1654602" y="290291"/>
                </a:lnTo>
                <a:lnTo>
                  <a:pt x="1657350" y="268287"/>
                </a:lnTo>
                <a:lnTo>
                  <a:pt x="1654602" y="246283"/>
                </a:lnTo>
                <a:lnTo>
                  <a:pt x="1633266" y="203814"/>
                </a:lnTo>
                <a:lnTo>
                  <a:pt x="1592227" y="163857"/>
                </a:lnTo>
                <a:lnTo>
                  <a:pt x="1533193" y="126965"/>
                </a:lnTo>
                <a:lnTo>
                  <a:pt x="1497461" y="109840"/>
                </a:lnTo>
                <a:lnTo>
                  <a:pt x="1457870" y="93688"/>
                </a:lnTo>
                <a:lnTo>
                  <a:pt x="1414633" y="78579"/>
                </a:lnTo>
                <a:lnTo>
                  <a:pt x="1367964" y="64581"/>
                </a:lnTo>
                <a:lnTo>
                  <a:pt x="1318076" y="51763"/>
                </a:lnTo>
                <a:lnTo>
                  <a:pt x="1265182" y="40195"/>
                </a:lnTo>
                <a:lnTo>
                  <a:pt x="1209495" y="29945"/>
                </a:lnTo>
                <a:lnTo>
                  <a:pt x="1151229" y="21083"/>
                </a:lnTo>
                <a:lnTo>
                  <a:pt x="1090597" y="13677"/>
                </a:lnTo>
                <a:lnTo>
                  <a:pt x="1027812" y="7797"/>
                </a:lnTo>
                <a:lnTo>
                  <a:pt x="963088" y="3511"/>
                </a:lnTo>
                <a:lnTo>
                  <a:pt x="896638" y="889"/>
                </a:lnTo>
                <a:lnTo>
                  <a:pt x="828675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107336" y="4278198"/>
            <a:ext cx="1657350" cy="536575"/>
          </a:xfrm>
          <a:custGeom>
            <a:avLst/>
            <a:gdLst/>
            <a:ahLst/>
            <a:cxnLst/>
            <a:rect l="l" t="t" r="r" b="b"/>
            <a:pathLst>
              <a:path w="1657350" h="536575">
                <a:moveTo>
                  <a:pt x="0" y="268287"/>
                </a:moveTo>
                <a:lnTo>
                  <a:pt x="10845" y="224770"/>
                </a:lnTo>
                <a:lnTo>
                  <a:pt x="42246" y="183488"/>
                </a:lnTo>
                <a:lnTo>
                  <a:pt x="92495" y="144994"/>
                </a:lnTo>
                <a:lnTo>
                  <a:pt x="159886" y="109840"/>
                </a:lnTo>
                <a:lnTo>
                  <a:pt x="199476" y="93689"/>
                </a:lnTo>
                <a:lnTo>
                  <a:pt x="242713" y="78579"/>
                </a:lnTo>
                <a:lnTo>
                  <a:pt x="289381" y="64581"/>
                </a:lnTo>
                <a:lnTo>
                  <a:pt x="339270" y="51764"/>
                </a:lnTo>
                <a:lnTo>
                  <a:pt x="392164" y="40195"/>
                </a:lnTo>
                <a:lnTo>
                  <a:pt x="447850" y="29945"/>
                </a:lnTo>
                <a:lnTo>
                  <a:pt x="506116" y="21083"/>
                </a:lnTo>
                <a:lnTo>
                  <a:pt x="566749" y="13677"/>
                </a:lnTo>
                <a:lnTo>
                  <a:pt x="629534" y="7797"/>
                </a:lnTo>
                <a:lnTo>
                  <a:pt x="694259" y="3511"/>
                </a:lnTo>
                <a:lnTo>
                  <a:pt x="760710" y="889"/>
                </a:lnTo>
                <a:lnTo>
                  <a:pt x="828674" y="0"/>
                </a:lnTo>
                <a:lnTo>
                  <a:pt x="896638" y="889"/>
                </a:lnTo>
                <a:lnTo>
                  <a:pt x="963090" y="3511"/>
                </a:lnTo>
                <a:lnTo>
                  <a:pt x="1027814" y="7797"/>
                </a:lnTo>
                <a:lnTo>
                  <a:pt x="1090599" y="13677"/>
                </a:lnTo>
                <a:lnTo>
                  <a:pt x="1151232" y="21083"/>
                </a:lnTo>
                <a:lnTo>
                  <a:pt x="1209498" y="29945"/>
                </a:lnTo>
                <a:lnTo>
                  <a:pt x="1265185" y="40195"/>
                </a:lnTo>
                <a:lnTo>
                  <a:pt x="1318079" y="51764"/>
                </a:lnTo>
                <a:lnTo>
                  <a:pt x="1367967" y="64581"/>
                </a:lnTo>
                <a:lnTo>
                  <a:pt x="1414636" y="78579"/>
                </a:lnTo>
                <a:lnTo>
                  <a:pt x="1457872" y="93689"/>
                </a:lnTo>
                <a:lnTo>
                  <a:pt x="1497463" y="109840"/>
                </a:lnTo>
                <a:lnTo>
                  <a:pt x="1533194" y="126965"/>
                </a:lnTo>
                <a:lnTo>
                  <a:pt x="1592227" y="163858"/>
                </a:lnTo>
                <a:lnTo>
                  <a:pt x="1633265" y="203815"/>
                </a:lnTo>
                <a:lnTo>
                  <a:pt x="1654601" y="246284"/>
                </a:lnTo>
                <a:lnTo>
                  <a:pt x="1657349" y="268287"/>
                </a:lnTo>
                <a:lnTo>
                  <a:pt x="1654601" y="290291"/>
                </a:lnTo>
                <a:lnTo>
                  <a:pt x="1633265" y="332760"/>
                </a:lnTo>
                <a:lnTo>
                  <a:pt x="1592227" y="372717"/>
                </a:lnTo>
                <a:lnTo>
                  <a:pt x="1533194" y="409610"/>
                </a:lnTo>
                <a:lnTo>
                  <a:pt x="1497463" y="426734"/>
                </a:lnTo>
                <a:lnTo>
                  <a:pt x="1457872" y="442886"/>
                </a:lnTo>
                <a:lnTo>
                  <a:pt x="1414636" y="457995"/>
                </a:lnTo>
                <a:lnTo>
                  <a:pt x="1367967" y="471993"/>
                </a:lnTo>
                <a:lnTo>
                  <a:pt x="1318079" y="484811"/>
                </a:lnTo>
                <a:lnTo>
                  <a:pt x="1265185" y="496379"/>
                </a:lnTo>
                <a:lnTo>
                  <a:pt x="1209498" y="506629"/>
                </a:lnTo>
                <a:lnTo>
                  <a:pt x="1151232" y="515492"/>
                </a:lnTo>
                <a:lnTo>
                  <a:pt x="1090599" y="522898"/>
                </a:lnTo>
                <a:lnTo>
                  <a:pt x="1027814" y="528778"/>
                </a:lnTo>
                <a:lnTo>
                  <a:pt x="963090" y="533064"/>
                </a:lnTo>
                <a:lnTo>
                  <a:pt x="896638" y="535686"/>
                </a:lnTo>
                <a:lnTo>
                  <a:pt x="828674" y="536575"/>
                </a:lnTo>
                <a:lnTo>
                  <a:pt x="760710" y="535686"/>
                </a:lnTo>
                <a:lnTo>
                  <a:pt x="694259" y="533064"/>
                </a:lnTo>
                <a:lnTo>
                  <a:pt x="629534" y="528778"/>
                </a:lnTo>
                <a:lnTo>
                  <a:pt x="566749" y="522898"/>
                </a:lnTo>
                <a:lnTo>
                  <a:pt x="506116" y="515492"/>
                </a:lnTo>
                <a:lnTo>
                  <a:pt x="447850" y="506629"/>
                </a:lnTo>
                <a:lnTo>
                  <a:pt x="392164" y="496379"/>
                </a:lnTo>
                <a:lnTo>
                  <a:pt x="339270" y="484811"/>
                </a:lnTo>
                <a:lnTo>
                  <a:pt x="289381" y="471993"/>
                </a:lnTo>
                <a:lnTo>
                  <a:pt x="242713" y="457995"/>
                </a:lnTo>
                <a:lnTo>
                  <a:pt x="199476" y="442886"/>
                </a:lnTo>
                <a:lnTo>
                  <a:pt x="159886" y="426734"/>
                </a:lnTo>
                <a:lnTo>
                  <a:pt x="124154" y="409610"/>
                </a:lnTo>
                <a:lnTo>
                  <a:pt x="65121" y="372717"/>
                </a:lnTo>
                <a:lnTo>
                  <a:pt x="24083" y="332760"/>
                </a:lnTo>
                <a:lnTo>
                  <a:pt x="2747" y="290291"/>
                </a:lnTo>
                <a:lnTo>
                  <a:pt x="0" y="268287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8644687" y="4350905"/>
            <a:ext cx="5905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85" dirty="0">
                <a:latin typeface="Times New Roman"/>
                <a:cs typeface="Times New Roman"/>
              </a:rPr>
              <a:t>T</a:t>
            </a:r>
            <a:r>
              <a:rPr sz="2400" spc="-5" dirty="0">
                <a:latin typeface="Times New Roman"/>
                <a:cs typeface="Times New Roman"/>
              </a:rPr>
              <a:t>ite</a:t>
            </a:r>
            <a:r>
              <a:rPr sz="2400" dirty="0">
                <a:latin typeface="Times New Roman"/>
                <a:cs typeface="Times New Roman"/>
              </a:rPr>
              <a:t>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135287" y="1863611"/>
            <a:ext cx="838200" cy="492125"/>
          </a:xfrm>
          <a:custGeom>
            <a:avLst/>
            <a:gdLst/>
            <a:ahLst/>
            <a:cxnLst/>
            <a:rect l="l" t="t" r="r" b="b"/>
            <a:pathLst>
              <a:path w="838200" h="492125">
                <a:moveTo>
                  <a:pt x="0" y="492124"/>
                </a:moveTo>
                <a:lnTo>
                  <a:pt x="838199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135287" y="3697173"/>
            <a:ext cx="685800" cy="224154"/>
          </a:xfrm>
          <a:custGeom>
            <a:avLst/>
            <a:gdLst/>
            <a:ahLst/>
            <a:cxnLst/>
            <a:rect l="l" t="t" r="r" b="b"/>
            <a:pathLst>
              <a:path w="685800" h="224154">
                <a:moveTo>
                  <a:pt x="0" y="0"/>
                </a:moveTo>
                <a:lnTo>
                  <a:pt x="685799" y="223836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135287" y="5038610"/>
            <a:ext cx="631825" cy="44450"/>
          </a:xfrm>
          <a:custGeom>
            <a:avLst/>
            <a:gdLst/>
            <a:ahLst/>
            <a:cxnLst/>
            <a:rect l="l" t="t" r="r" b="b"/>
            <a:pathLst>
              <a:path w="631825" h="44450">
                <a:moveTo>
                  <a:pt x="0" y="0"/>
                </a:moveTo>
                <a:lnTo>
                  <a:pt x="631824" y="4445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183287" y="1863610"/>
            <a:ext cx="1135380" cy="581025"/>
          </a:xfrm>
          <a:custGeom>
            <a:avLst/>
            <a:gdLst/>
            <a:ahLst/>
            <a:cxnLst/>
            <a:rect l="l" t="t" r="r" b="b"/>
            <a:pathLst>
              <a:path w="1135379" h="581025">
                <a:moveTo>
                  <a:pt x="0" y="0"/>
                </a:moveTo>
                <a:lnTo>
                  <a:pt x="1135059" y="581024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869086" y="2444636"/>
            <a:ext cx="449580" cy="409575"/>
          </a:xfrm>
          <a:custGeom>
            <a:avLst/>
            <a:gdLst/>
            <a:ahLst/>
            <a:cxnLst/>
            <a:rect l="l" t="t" r="r" b="b"/>
            <a:pathLst>
              <a:path w="449579" h="409575">
                <a:moveTo>
                  <a:pt x="0" y="409574"/>
                </a:moveTo>
                <a:lnTo>
                  <a:pt x="449262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976911" y="3697171"/>
            <a:ext cx="1341755" cy="1386205"/>
          </a:xfrm>
          <a:custGeom>
            <a:avLst/>
            <a:gdLst/>
            <a:ahLst/>
            <a:cxnLst/>
            <a:rect l="l" t="t" r="r" b="b"/>
            <a:pathLst>
              <a:path w="1341754" h="1386204">
                <a:moveTo>
                  <a:pt x="0" y="1385889"/>
                </a:moveTo>
                <a:lnTo>
                  <a:pt x="1341439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423249" y="4009910"/>
            <a:ext cx="513080" cy="268605"/>
          </a:xfrm>
          <a:custGeom>
            <a:avLst/>
            <a:gdLst/>
            <a:ahLst/>
            <a:cxnLst/>
            <a:rect l="l" t="t" r="r" b="b"/>
            <a:pathLst>
              <a:path w="513079" h="268604">
                <a:moveTo>
                  <a:pt x="0" y="0"/>
                </a:moveTo>
                <a:lnTo>
                  <a:pt x="512761" y="268287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423250" y="1952510"/>
            <a:ext cx="433705" cy="179705"/>
          </a:xfrm>
          <a:custGeom>
            <a:avLst/>
            <a:gdLst/>
            <a:ahLst/>
            <a:cxnLst/>
            <a:rect l="l" t="t" r="r" b="b"/>
            <a:pathLst>
              <a:path w="433704" h="179705">
                <a:moveTo>
                  <a:pt x="433386" y="0"/>
                </a:moveTo>
                <a:lnTo>
                  <a:pt x="0" y="179387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030886" y="3697173"/>
            <a:ext cx="1287780" cy="224154"/>
          </a:xfrm>
          <a:custGeom>
            <a:avLst/>
            <a:gdLst/>
            <a:ahLst/>
            <a:cxnLst/>
            <a:rect l="l" t="t" r="r" b="b"/>
            <a:pathLst>
              <a:path w="1287779" h="224154">
                <a:moveTo>
                  <a:pt x="0" y="223836"/>
                </a:moveTo>
                <a:lnTo>
                  <a:pt x="1287459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1468120" y="6401954"/>
            <a:ext cx="87553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Tahoma"/>
                <a:cs typeface="Tahoma"/>
              </a:rPr>
              <a:t>Sicht </a:t>
            </a:r>
            <a:r>
              <a:rPr sz="2400" b="1" dirty="0">
                <a:latin typeface="Tahoma"/>
                <a:cs typeface="Tahoma"/>
              </a:rPr>
              <a:t>1: </a:t>
            </a:r>
            <a:r>
              <a:rPr sz="2400" b="1" spc="-5" dirty="0">
                <a:latin typeface="Tahoma"/>
                <a:cs typeface="Tahoma"/>
              </a:rPr>
              <a:t>Erstellung </a:t>
            </a:r>
            <a:r>
              <a:rPr sz="2400" b="1" dirty="0">
                <a:latin typeface="Tahoma"/>
                <a:cs typeface="Tahoma"/>
              </a:rPr>
              <a:t>von </a:t>
            </a:r>
            <a:r>
              <a:rPr sz="2400" b="1" spc="-5" dirty="0">
                <a:latin typeface="Tahoma"/>
                <a:cs typeface="Tahoma"/>
              </a:rPr>
              <a:t>Dokumenten als</a:t>
            </a:r>
            <a:r>
              <a:rPr sz="2400" b="1" dirty="0">
                <a:latin typeface="Tahoma"/>
                <a:cs typeface="Tahoma"/>
              </a:rPr>
              <a:t> </a:t>
            </a:r>
            <a:r>
              <a:rPr sz="2400" b="1" spc="-5" dirty="0">
                <a:latin typeface="Tahoma"/>
                <a:cs typeface="Tahoma"/>
              </a:rPr>
              <a:t>Prüfungsleistung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39" name="object 2">
            <a:extLst>
              <a:ext uri="{FF2B5EF4-FFF2-40B4-BE49-F238E27FC236}">
                <a16:creationId xmlns:a16="http://schemas.microsoft.com/office/drawing/2014/main" id="{4C853C0C-C966-BD43-9C85-264E9B19A282}"/>
              </a:ext>
            </a:extLst>
          </p:cNvPr>
          <p:cNvSpPr txBox="1">
            <a:spLocks/>
          </p:cNvSpPr>
          <p:nvPr/>
        </p:nvSpPr>
        <p:spPr>
          <a:xfrm>
            <a:off x="1155700" y="654050"/>
            <a:ext cx="6134102" cy="540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2400" spc="-5" dirty="0" err="1"/>
              <a:t>Drei</a:t>
            </a:r>
            <a:r>
              <a:rPr lang="en-GB" sz="2400" spc="-5" dirty="0"/>
              <a:t> </a:t>
            </a:r>
            <a:r>
              <a:rPr lang="en-GB" sz="2400" spc="-5" dirty="0" err="1"/>
              <a:t>Sichten</a:t>
            </a:r>
            <a:r>
              <a:rPr lang="en-GB" sz="2400" spc="-5" dirty="0"/>
              <a:t> </a:t>
            </a:r>
            <a:r>
              <a:rPr lang="en-GB" sz="2400" dirty="0" err="1"/>
              <a:t>einer</a:t>
            </a:r>
            <a:r>
              <a:rPr lang="en-GB" sz="2400" spc="-70" dirty="0"/>
              <a:t> </a:t>
            </a:r>
            <a:r>
              <a:rPr lang="en-GB" sz="2400" spc="-5" dirty="0" err="1"/>
              <a:t>Universitäts-Datenbank</a:t>
            </a:r>
            <a:endParaRPr lang="en-GB" spc="-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623300" y="2112645"/>
            <a:ext cx="1676400" cy="565150"/>
          </a:xfrm>
          <a:custGeom>
            <a:avLst/>
            <a:gdLst/>
            <a:ahLst/>
            <a:cxnLst/>
            <a:rect l="l" t="t" r="r" b="b"/>
            <a:pathLst>
              <a:path w="1676400" h="565150">
                <a:moveTo>
                  <a:pt x="838200" y="0"/>
                </a:moveTo>
                <a:lnTo>
                  <a:pt x="769454" y="936"/>
                </a:lnTo>
                <a:lnTo>
                  <a:pt x="702238" y="3698"/>
                </a:lnTo>
                <a:lnTo>
                  <a:pt x="636769" y="8212"/>
                </a:lnTo>
                <a:lnTo>
                  <a:pt x="573262" y="14406"/>
                </a:lnTo>
                <a:lnTo>
                  <a:pt x="511933" y="22206"/>
                </a:lnTo>
                <a:lnTo>
                  <a:pt x="452997" y="31541"/>
                </a:lnTo>
                <a:lnTo>
                  <a:pt x="396670" y="42337"/>
                </a:lnTo>
                <a:lnTo>
                  <a:pt x="343168" y="54521"/>
                </a:lnTo>
                <a:lnTo>
                  <a:pt x="292707" y="68022"/>
                </a:lnTo>
                <a:lnTo>
                  <a:pt x="245502" y="82765"/>
                </a:lnTo>
                <a:lnTo>
                  <a:pt x="201768" y="98679"/>
                </a:lnTo>
                <a:lnTo>
                  <a:pt x="161723" y="115691"/>
                </a:lnTo>
                <a:lnTo>
                  <a:pt x="125580" y="133728"/>
                </a:lnTo>
                <a:lnTo>
                  <a:pt x="65869" y="172585"/>
                </a:lnTo>
                <a:lnTo>
                  <a:pt x="24360" y="214670"/>
                </a:lnTo>
                <a:lnTo>
                  <a:pt x="2778" y="259400"/>
                </a:lnTo>
                <a:lnTo>
                  <a:pt x="0" y="282575"/>
                </a:lnTo>
                <a:lnTo>
                  <a:pt x="2778" y="305749"/>
                </a:lnTo>
                <a:lnTo>
                  <a:pt x="24360" y="350479"/>
                </a:lnTo>
                <a:lnTo>
                  <a:pt x="65869" y="392564"/>
                </a:lnTo>
                <a:lnTo>
                  <a:pt x="125580" y="431421"/>
                </a:lnTo>
                <a:lnTo>
                  <a:pt x="161723" y="449458"/>
                </a:lnTo>
                <a:lnTo>
                  <a:pt x="201768" y="466470"/>
                </a:lnTo>
                <a:lnTo>
                  <a:pt x="245502" y="482384"/>
                </a:lnTo>
                <a:lnTo>
                  <a:pt x="292707" y="497127"/>
                </a:lnTo>
                <a:lnTo>
                  <a:pt x="343168" y="510628"/>
                </a:lnTo>
                <a:lnTo>
                  <a:pt x="396670" y="522812"/>
                </a:lnTo>
                <a:lnTo>
                  <a:pt x="452997" y="533608"/>
                </a:lnTo>
                <a:lnTo>
                  <a:pt x="511933" y="542943"/>
                </a:lnTo>
                <a:lnTo>
                  <a:pt x="573262" y="550743"/>
                </a:lnTo>
                <a:lnTo>
                  <a:pt x="636769" y="556937"/>
                </a:lnTo>
                <a:lnTo>
                  <a:pt x="702238" y="561451"/>
                </a:lnTo>
                <a:lnTo>
                  <a:pt x="769454" y="564213"/>
                </a:lnTo>
                <a:lnTo>
                  <a:pt x="838200" y="565150"/>
                </a:lnTo>
                <a:lnTo>
                  <a:pt x="906944" y="564213"/>
                </a:lnTo>
                <a:lnTo>
                  <a:pt x="974157" y="561451"/>
                </a:lnTo>
                <a:lnTo>
                  <a:pt x="1039625" y="556937"/>
                </a:lnTo>
                <a:lnTo>
                  <a:pt x="1103132" y="550743"/>
                </a:lnTo>
                <a:lnTo>
                  <a:pt x="1164461" y="542943"/>
                </a:lnTo>
                <a:lnTo>
                  <a:pt x="1223396" y="533608"/>
                </a:lnTo>
                <a:lnTo>
                  <a:pt x="1279723" y="522812"/>
                </a:lnTo>
                <a:lnTo>
                  <a:pt x="1333225" y="510628"/>
                </a:lnTo>
                <a:lnTo>
                  <a:pt x="1383687" y="497127"/>
                </a:lnTo>
                <a:lnTo>
                  <a:pt x="1430893" y="482384"/>
                </a:lnTo>
                <a:lnTo>
                  <a:pt x="1474626" y="466470"/>
                </a:lnTo>
                <a:lnTo>
                  <a:pt x="1514673" y="449458"/>
                </a:lnTo>
                <a:lnTo>
                  <a:pt x="1550815" y="431421"/>
                </a:lnTo>
                <a:lnTo>
                  <a:pt x="1610528" y="392564"/>
                </a:lnTo>
                <a:lnTo>
                  <a:pt x="1652039" y="350479"/>
                </a:lnTo>
                <a:lnTo>
                  <a:pt x="1673621" y="305749"/>
                </a:lnTo>
                <a:lnTo>
                  <a:pt x="1676400" y="282575"/>
                </a:lnTo>
                <a:lnTo>
                  <a:pt x="1673621" y="259400"/>
                </a:lnTo>
                <a:lnTo>
                  <a:pt x="1652039" y="214670"/>
                </a:lnTo>
                <a:lnTo>
                  <a:pt x="1610528" y="172585"/>
                </a:lnTo>
                <a:lnTo>
                  <a:pt x="1550815" y="133728"/>
                </a:lnTo>
                <a:lnTo>
                  <a:pt x="1514673" y="115691"/>
                </a:lnTo>
                <a:lnTo>
                  <a:pt x="1474626" y="98679"/>
                </a:lnTo>
                <a:lnTo>
                  <a:pt x="1430893" y="82765"/>
                </a:lnTo>
                <a:lnTo>
                  <a:pt x="1383687" y="68022"/>
                </a:lnTo>
                <a:lnTo>
                  <a:pt x="1333225" y="54521"/>
                </a:lnTo>
                <a:lnTo>
                  <a:pt x="1279723" y="42337"/>
                </a:lnTo>
                <a:lnTo>
                  <a:pt x="1223396" y="31541"/>
                </a:lnTo>
                <a:lnTo>
                  <a:pt x="1164461" y="22206"/>
                </a:lnTo>
                <a:lnTo>
                  <a:pt x="1103132" y="14406"/>
                </a:lnTo>
                <a:lnTo>
                  <a:pt x="1039625" y="8212"/>
                </a:lnTo>
                <a:lnTo>
                  <a:pt x="974157" y="3698"/>
                </a:lnTo>
                <a:lnTo>
                  <a:pt x="906944" y="936"/>
                </a:lnTo>
                <a:lnTo>
                  <a:pt x="838200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623300" y="2112645"/>
            <a:ext cx="1676400" cy="565150"/>
          </a:xfrm>
          <a:custGeom>
            <a:avLst/>
            <a:gdLst/>
            <a:ahLst/>
            <a:cxnLst/>
            <a:rect l="l" t="t" r="r" b="b"/>
            <a:pathLst>
              <a:path w="1676400" h="565150">
                <a:moveTo>
                  <a:pt x="0" y="282574"/>
                </a:moveTo>
                <a:lnTo>
                  <a:pt x="10970" y="236739"/>
                </a:lnTo>
                <a:lnTo>
                  <a:pt x="42731" y="193259"/>
                </a:lnTo>
                <a:lnTo>
                  <a:pt x="93558" y="152715"/>
                </a:lnTo>
                <a:lnTo>
                  <a:pt x="161723" y="115689"/>
                </a:lnTo>
                <a:lnTo>
                  <a:pt x="201769" y="98678"/>
                </a:lnTo>
                <a:lnTo>
                  <a:pt x="245502" y="82764"/>
                </a:lnTo>
                <a:lnTo>
                  <a:pt x="292708" y="68020"/>
                </a:lnTo>
                <a:lnTo>
                  <a:pt x="343169" y="54520"/>
                </a:lnTo>
                <a:lnTo>
                  <a:pt x="396671" y="42336"/>
                </a:lnTo>
                <a:lnTo>
                  <a:pt x="452998" y="31540"/>
                </a:lnTo>
                <a:lnTo>
                  <a:pt x="511934" y="22206"/>
                </a:lnTo>
                <a:lnTo>
                  <a:pt x="573263" y="14405"/>
                </a:lnTo>
                <a:lnTo>
                  <a:pt x="636770" y="8212"/>
                </a:lnTo>
                <a:lnTo>
                  <a:pt x="702239" y="3698"/>
                </a:lnTo>
                <a:lnTo>
                  <a:pt x="769453" y="936"/>
                </a:lnTo>
                <a:lnTo>
                  <a:pt x="838199" y="0"/>
                </a:lnTo>
                <a:lnTo>
                  <a:pt x="906945" y="936"/>
                </a:lnTo>
                <a:lnTo>
                  <a:pt x="974160" y="3698"/>
                </a:lnTo>
                <a:lnTo>
                  <a:pt x="1039629" y="8212"/>
                </a:lnTo>
                <a:lnTo>
                  <a:pt x="1103137" y="14405"/>
                </a:lnTo>
                <a:lnTo>
                  <a:pt x="1164466" y="22206"/>
                </a:lnTo>
                <a:lnTo>
                  <a:pt x="1223402" y="31540"/>
                </a:lnTo>
                <a:lnTo>
                  <a:pt x="1279729" y="42336"/>
                </a:lnTo>
                <a:lnTo>
                  <a:pt x="1333231" y="54520"/>
                </a:lnTo>
                <a:lnTo>
                  <a:pt x="1383692" y="68020"/>
                </a:lnTo>
                <a:lnTo>
                  <a:pt x="1430897" y="82764"/>
                </a:lnTo>
                <a:lnTo>
                  <a:pt x="1474630" y="98678"/>
                </a:lnTo>
                <a:lnTo>
                  <a:pt x="1514676" y="115689"/>
                </a:lnTo>
                <a:lnTo>
                  <a:pt x="1550818" y="133726"/>
                </a:lnTo>
                <a:lnTo>
                  <a:pt x="1610529" y="172583"/>
                </a:lnTo>
                <a:lnTo>
                  <a:pt x="1652038" y="214668"/>
                </a:lnTo>
                <a:lnTo>
                  <a:pt x="1673620" y="259399"/>
                </a:lnTo>
                <a:lnTo>
                  <a:pt x="1676398" y="282574"/>
                </a:lnTo>
                <a:lnTo>
                  <a:pt x="1673620" y="305750"/>
                </a:lnTo>
                <a:lnTo>
                  <a:pt x="1652038" y="350480"/>
                </a:lnTo>
                <a:lnTo>
                  <a:pt x="1610529" y="392565"/>
                </a:lnTo>
                <a:lnTo>
                  <a:pt x="1550818" y="431423"/>
                </a:lnTo>
                <a:lnTo>
                  <a:pt x="1514676" y="449459"/>
                </a:lnTo>
                <a:lnTo>
                  <a:pt x="1474630" y="466471"/>
                </a:lnTo>
                <a:lnTo>
                  <a:pt x="1430897" y="482385"/>
                </a:lnTo>
                <a:lnTo>
                  <a:pt x="1383692" y="497128"/>
                </a:lnTo>
                <a:lnTo>
                  <a:pt x="1333231" y="510629"/>
                </a:lnTo>
                <a:lnTo>
                  <a:pt x="1279729" y="522813"/>
                </a:lnTo>
                <a:lnTo>
                  <a:pt x="1223402" y="533609"/>
                </a:lnTo>
                <a:lnTo>
                  <a:pt x="1164466" y="542943"/>
                </a:lnTo>
                <a:lnTo>
                  <a:pt x="1103137" y="550743"/>
                </a:lnTo>
                <a:lnTo>
                  <a:pt x="1039629" y="556937"/>
                </a:lnTo>
                <a:lnTo>
                  <a:pt x="974160" y="561451"/>
                </a:lnTo>
                <a:lnTo>
                  <a:pt x="906945" y="564212"/>
                </a:lnTo>
                <a:lnTo>
                  <a:pt x="838199" y="565149"/>
                </a:lnTo>
                <a:lnTo>
                  <a:pt x="769453" y="564212"/>
                </a:lnTo>
                <a:lnTo>
                  <a:pt x="702239" y="561451"/>
                </a:lnTo>
                <a:lnTo>
                  <a:pt x="636770" y="556937"/>
                </a:lnTo>
                <a:lnTo>
                  <a:pt x="573263" y="550743"/>
                </a:lnTo>
                <a:lnTo>
                  <a:pt x="511934" y="542943"/>
                </a:lnTo>
                <a:lnTo>
                  <a:pt x="452998" y="533609"/>
                </a:lnTo>
                <a:lnTo>
                  <a:pt x="396671" y="522813"/>
                </a:lnTo>
                <a:lnTo>
                  <a:pt x="343169" y="510629"/>
                </a:lnTo>
                <a:lnTo>
                  <a:pt x="292708" y="497128"/>
                </a:lnTo>
                <a:lnTo>
                  <a:pt x="245502" y="482385"/>
                </a:lnTo>
                <a:lnTo>
                  <a:pt x="201769" y="466471"/>
                </a:lnTo>
                <a:lnTo>
                  <a:pt x="161723" y="449459"/>
                </a:lnTo>
                <a:lnTo>
                  <a:pt x="125581" y="431423"/>
                </a:lnTo>
                <a:lnTo>
                  <a:pt x="65869" y="392565"/>
                </a:lnTo>
                <a:lnTo>
                  <a:pt x="24360" y="350480"/>
                </a:lnTo>
                <a:lnTo>
                  <a:pt x="2778" y="305750"/>
                </a:lnTo>
                <a:lnTo>
                  <a:pt x="0" y="282574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934844" y="2199640"/>
            <a:ext cx="10585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Signatur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08097" y="2117408"/>
            <a:ext cx="2209800" cy="627380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130175" rIns="0" bIns="0" rtlCol="0">
            <a:spAutoFit/>
          </a:bodyPr>
          <a:lstStyle/>
          <a:p>
            <a:pPr marL="320040">
              <a:lnSpc>
                <a:spcPct val="100000"/>
              </a:lnSpc>
              <a:spcBef>
                <a:spcPts val="1025"/>
              </a:spcBef>
            </a:pPr>
            <a:r>
              <a:rPr sz="2400" spc="-5" dirty="0">
                <a:latin typeface="Times New Roman"/>
                <a:cs typeface="Times New Roman"/>
              </a:rPr>
              <a:t>Bibliotheken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08097" y="4335145"/>
            <a:ext cx="2209800" cy="627380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130175" rIns="0" bIns="0" rtlCol="0">
            <a:spAutoFit/>
          </a:bodyPr>
          <a:lstStyle/>
          <a:p>
            <a:pPr marL="231140">
              <a:lnSpc>
                <a:spcPct val="100000"/>
              </a:lnSpc>
              <a:spcBef>
                <a:spcPts val="1025"/>
              </a:spcBef>
            </a:pPr>
            <a:r>
              <a:rPr sz="2400" spc="-5" dirty="0">
                <a:latin typeface="Times New Roman"/>
                <a:cs typeface="Times New Roman"/>
              </a:rPr>
              <a:t>UniMitglieder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051300" y="2058670"/>
            <a:ext cx="1905000" cy="949325"/>
          </a:xfrm>
          <a:custGeom>
            <a:avLst/>
            <a:gdLst/>
            <a:ahLst/>
            <a:cxnLst/>
            <a:rect l="l" t="t" r="r" b="b"/>
            <a:pathLst>
              <a:path w="1905000" h="949325">
                <a:moveTo>
                  <a:pt x="952500" y="0"/>
                </a:moveTo>
                <a:lnTo>
                  <a:pt x="0" y="474662"/>
                </a:lnTo>
                <a:lnTo>
                  <a:pt x="952500" y="949325"/>
                </a:lnTo>
                <a:lnTo>
                  <a:pt x="1905000" y="474662"/>
                </a:lnTo>
                <a:lnTo>
                  <a:pt x="952500" y="0"/>
                </a:lnTo>
                <a:close/>
              </a:path>
            </a:pathLst>
          </a:custGeom>
          <a:solidFill>
            <a:srgbClr val="73F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051300" y="2058670"/>
            <a:ext cx="1905000" cy="949325"/>
          </a:xfrm>
          <a:custGeom>
            <a:avLst/>
            <a:gdLst/>
            <a:ahLst/>
            <a:cxnLst/>
            <a:rect l="l" t="t" r="r" b="b"/>
            <a:pathLst>
              <a:path w="1905000" h="949325">
                <a:moveTo>
                  <a:pt x="0" y="474662"/>
                </a:moveTo>
                <a:lnTo>
                  <a:pt x="952499" y="0"/>
                </a:lnTo>
                <a:lnTo>
                  <a:pt x="1904998" y="474662"/>
                </a:lnTo>
                <a:lnTo>
                  <a:pt x="952499" y="949324"/>
                </a:lnTo>
                <a:lnTo>
                  <a:pt x="0" y="474662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491991" y="2337753"/>
            <a:ext cx="10242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b</a:t>
            </a:r>
            <a:r>
              <a:rPr sz="2400" spc="-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s</a:t>
            </a:r>
            <a:r>
              <a:rPr sz="2400" spc="-5" dirty="0">
                <a:latin typeface="Times New Roman"/>
                <a:cs typeface="Times New Roman"/>
              </a:rPr>
              <a:t>itze</a:t>
            </a:r>
            <a:r>
              <a:rPr sz="2400" dirty="0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84900" y="2412683"/>
            <a:ext cx="2209800" cy="663575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148590" rIns="0" bIns="0" rtlCol="0">
            <a:spAutoFit/>
          </a:bodyPr>
          <a:lstStyle/>
          <a:p>
            <a:pPr marL="396240">
              <a:lnSpc>
                <a:spcPct val="100000"/>
              </a:lnSpc>
              <a:spcBef>
                <a:spcPts val="1170"/>
              </a:spcBef>
            </a:pPr>
            <a:r>
              <a:rPr sz="2400" spc="-5" dirty="0">
                <a:latin typeface="Times New Roman"/>
                <a:cs typeface="Times New Roman"/>
              </a:rPr>
              <a:t>Dokumente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18500" y="3219133"/>
            <a:ext cx="1676400" cy="565150"/>
          </a:xfrm>
          <a:custGeom>
            <a:avLst/>
            <a:gdLst/>
            <a:ahLst/>
            <a:cxnLst/>
            <a:rect l="l" t="t" r="r" b="b"/>
            <a:pathLst>
              <a:path w="1676400" h="565150">
                <a:moveTo>
                  <a:pt x="838200" y="0"/>
                </a:moveTo>
                <a:lnTo>
                  <a:pt x="769454" y="936"/>
                </a:lnTo>
                <a:lnTo>
                  <a:pt x="702238" y="3698"/>
                </a:lnTo>
                <a:lnTo>
                  <a:pt x="636769" y="8212"/>
                </a:lnTo>
                <a:lnTo>
                  <a:pt x="573262" y="14406"/>
                </a:lnTo>
                <a:lnTo>
                  <a:pt x="511933" y="22206"/>
                </a:lnTo>
                <a:lnTo>
                  <a:pt x="452997" y="31541"/>
                </a:lnTo>
                <a:lnTo>
                  <a:pt x="396670" y="42337"/>
                </a:lnTo>
                <a:lnTo>
                  <a:pt x="343168" y="54521"/>
                </a:lnTo>
                <a:lnTo>
                  <a:pt x="292707" y="68022"/>
                </a:lnTo>
                <a:lnTo>
                  <a:pt x="245502" y="82765"/>
                </a:lnTo>
                <a:lnTo>
                  <a:pt x="201768" y="98679"/>
                </a:lnTo>
                <a:lnTo>
                  <a:pt x="161723" y="115691"/>
                </a:lnTo>
                <a:lnTo>
                  <a:pt x="125580" y="133728"/>
                </a:lnTo>
                <a:lnTo>
                  <a:pt x="65869" y="172585"/>
                </a:lnTo>
                <a:lnTo>
                  <a:pt x="24360" y="214670"/>
                </a:lnTo>
                <a:lnTo>
                  <a:pt x="2778" y="259400"/>
                </a:lnTo>
                <a:lnTo>
                  <a:pt x="0" y="282575"/>
                </a:lnTo>
                <a:lnTo>
                  <a:pt x="2778" y="305749"/>
                </a:lnTo>
                <a:lnTo>
                  <a:pt x="24360" y="350479"/>
                </a:lnTo>
                <a:lnTo>
                  <a:pt x="65869" y="392564"/>
                </a:lnTo>
                <a:lnTo>
                  <a:pt x="125580" y="431421"/>
                </a:lnTo>
                <a:lnTo>
                  <a:pt x="161723" y="449458"/>
                </a:lnTo>
                <a:lnTo>
                  <a:pt x="201768" y="466470"/>
                </a:lnTo>
                <a:lnTo>
                  <a:pt x="245502" y="482384"/>
                </a:lnTo>
                <a:lnTo>
                  <a:pt x="292707" y="497127"/>
                </a:lnTo>
                <a:lnTo>
                  <a:pt x="343168" y="510628"/>
                </a:lnTo>
                <a:lnTo>
                  <a:pt x="396670" y="522812"/>
                </a:lnTo>
                <a:lnTo>
                  <a:pt x="452997" y="533608"/>
                </a:lnTo>
                <a:lnTo>
                  <a:pt x="511933" y="542943"/>
                </a:lnTo>
                <a:lnTo>
                  <a:pt x="573262" y="550743"/>
                </a:lnTo>
                <a:lnTo>
                  <a:pt x="636769" y="556937"/>
                </a:lnTo>
                <a:lnTo>
                  <a:pt x="702238" y="561451"/>
                </a:lnTo>
                <a:lnTo>
                  <a:pt x="769454" y="564213"/>
                </a:lnTo>
                <a:lnTo>
                  <a:pt x="838200" y="565150"/>
                </a:lnTo>
                <a:lnTo>
                  <a:pt x="906944" y="564213"/>
                </a:lnTo>
                <a:lnTo>
                  <a:pt x="974157" y="561451"/>
                </a:lnTo>
                <a:lnTo>
                  <a:pt x="1039625" y="556937"/>
                </a:lnTo>
                <a:lnTo>
                  <a:pt x="1103132" y="550743"/>
                </a:lnTo>
                <a:lnTo>
                  <a:pt x="1164461" y="542943"/>
                </a:lnTo>
                <a:lnTo>
                  <a:pt x="1223396" y="533608"/>
                </a:lnTo>
                <a:lnTo>
                  <a:pt x="1279723" y="522812"/>
                </a:lnTo>
                <a:lnTo>
                  <a:pt x="1333225" y="510628"/>
                </a:lnTo>
                <a:lnTo>
                  <a:pt x="1383687" y="497127"/>
                </a:lnTo>
                <a:lnTo>
                  <a:pt x="1430893" y="482384"/>
                </a:lnTo>
                <a:lnTo>
                  <a:pt x="1474626" y="466470"/>
                </a:lnTo>
                <a:lnTo>
                  <a:pt x="1514673" y="449458"/>
                </a:lnTo>
                <a:lnTo>
                  <a:pt x="1550815" y="431421"/>
                </a:lnTo>
                <a:lnTo>
                  <a:pt x="1610528" y="392564"/>
                </a:lnTo>
                <a:lnTo>
                  <a:pt x="1652039" y="350479"/>
                </a:lnTo>
                <a:lnTo>
                  <a:pt x="1673621" y="305749"/>
                </a:lnTo>
                <a:lnTo>
                  <a:pt x="1676400" y="282575"/>
                </a:lnTo>
                <a:lnTo>
                  <a:pt x="1673621" y="259400"/>
                </a:lnTo>
                <a:lnTo>
                  <a:pt x="1652039" y="214670"/>
                </a:lnTo>
                <a:lnTo>
                  <a:pt x="1610528" y="172585"/>
                </a:lnTo>
                <a:lnTo>
                  <a:pt x="1550815" y="133728"/>
                </a:lnTo>
                <a:lnTo>
                  <a:pt x="1514673" y="115691"/>
                </a:lnTo>
                <a:lnTo>
                  <a:pt x="1474626" y="98679"/>
                </a:lnTo>
                <a:lnTo>
                  <a:pt x="1430893" y="82765"/>
                </a:lnTo>
                <a:lnTo>
                  <a:pt x="1383687" y="68022"/>
                </a:lnTo>
                <a:lnTo>
                  <a:pt x="1333225" y="54521"/>
                </a:lnTo>
                <a:lnTo>
                  <a:pt x="1279723" y="42337"/>
                </a:lnTo>
                <a:lnTo>
                  <a:pt x="1223396" y="31541"/>
                </a:lnTo>
                <a:lnTo>
                  <a:pt x="1164461" y="22206"/>
                </a:lnTo>
                <a:lnTo>
                  <a:pt x="1103132" y="14406"/>
                </a:lnTo>
                <a:lnTo>
                  <a:pt x="1039625" y="8212"/>
                </a:lnTo>
                <a:lnTo>
                  <a:pt x="974157" y="3698"/>
                </a:lnTo>
                <a:lnTo>
                  <a:pt x="906944" y="936"/>
                </a:lnTo>
                <a:lnTo>
                  <a:pt x="838200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318500" y="3219133"/>
            <a:ext cx="1676400" cy="565150"/>
          </a:xfrm>
          <a:custGeom>
            <a:avLst/>
            <a:gdLst/>
            <a:ahLst/>
            <a:cxnLst/>
            <a:rect l="l" t="t" r="r" b="b"/>
            <a:pathLst>
              <a:path w="1676400" h="565150">
                <a:moveTo>
                  <a:pt x="0" y="282574"/>
                </a:moveTo>
                <a:lnTo>
                  <a:pt x="10970" y="236739"/>
                </a:lnTo>
                <a:lnTo>
                  <a:pt x="42731" y="193259"/>
                </a:lnTo>
                <a:lnTo>
                  <a:pt x="93558" y="152715"/>
                </a:lnTo>
                <a:lnTo>
                  <a:pt x="161723" y="115689"/>
                </a:lnTo>
                <a:lnTo>
                  <a:pt x="201769" y="98678"/>
                </a:lnTo>
                <a:lnTo>
                  <a:pt x="245503" y="82764"/>
                </a:lnTo>
                <a:lnTo>
                  <a:pt x="292708" y="68020"/>
                </a:lnTo>
                <a:lnTo>
                  <a:pt x="343169" y="54520"/>
                </a:lnTo>
                <a:lnTo>
                  <a:pt x="396671" y="42336"/>
                </a:lnTo>
                <a:lnTo>
                  <a:pt x="452998" y="31540"/>
                </a:lnTo>
                <a:lnTo>
                  <a:pt x="511934" y="22206"/>
                </a:lnTo>
                <a:lnTo>
                  <a:pt x="573263" y="14405"/>
                </a:lnTo>
                <a:lnTo>
                  <a:pt x="636770" y="8212"/>
                </a:lnTo>
                <a:lnTo>
                  <a:pt x="702239" y="3698"/>
                </a:lnTo>
                <a:lnTo>
                  <a:pt x="769454" y="936"/>
                </a:lnTo>
                <a:lnTo>
                  <a:pt x="838199" y="0"/>
                </a:lnTo>
                <a:lnTo>
                  <a:pt x="906945" y="936"/>
                </a:lnTo>
                <a:lnTo>
                  <a:pt x="974161" y="3698"/>
                </a:lnTo>
                <a:lnTo>
                  <a:pt x="1039630" y="8212"/>
                </a:lnTo>
                <a:lnTo>
                  <a:pt x="1103137" y="14405"/>
                </a:lnTo>
                <a:lnTo>
                  <a:pt x="1164466" y="22206"/>
                </a:lnTo>
                <a:lnTo>
                  <a:pt x="1223402" y="31540"/>
                </a:lnTo>
                <a:lnTo>
                  <a:pt x="1279729" y="42336"/>
                </a:lnTo>
                <a:lnTo>
                  <a:pt x="1333231" y="54520"/>
                </a:lnTo>
                <a:lnTo>
                  <a:pt x="1383692" y="68020"/>
                </a:lnTo>
                <a:lnTo>
                  <a:pt x="1430897" y="82764"/>
                </a:lnTo>
                <a:lnTo>
                  <a:pt x="1474631" y="98678"/>
                </a:lnTo>
                <a:lnTo>
                  <a:pt x="1514676" y="115689"/>
                </a:lnTo>
                <a:lnTo>
                  <a:pt x="1550818" y="133726"/>
                </a:lnTo>
                <a:lnTo>
                  <a:pt x="1610529" y="172583"/>
                </a:lnTo>
                <a:lnTo>
                  <a:pt x="1652038" y="214668"/>
                </a:lnTo>
                <a:lnTo>
                  <a:pt x="1673620" y="259399"/>
                </a:lnTo>
                <a:lnTo>
                  <a:pt x="1676399" y="282574"/>
                </a:lnTo>
                <a:lnTo>
                  <a:pt x="1673620" y="305750"/>
                </a:lnTo>
                <a:lnTo>
                  <a:pt x="1652038" y="350480"/>
                </a:lnTo>
                <a:lnTo>
                  <a:pt x="1610529" y="392565"/>
                </a:lnTo>
                <a:lnTo>
                  <a:pt x="1550818" y="431423"/>
                </a:lnTo>
                <a:lnTo>
                  <a:pt x="1514676" y="449459"/>
                </a:lnTo>
                <a:lnTo>
                  <a:pt x="1474631" y="466471"/>
                </a:lnTo>
                <a:lnTo>
                  <a:pt x="1430897" y="482385"/>
                </a:lnTo>
                <a:lnTo>
                  <a:pt x="1383692" y="497128"/>
                </a:lnTo>
                <a:lnTo>
                  <a:pt x="1333231" y="510629"/>
                </a:lnTo>
                <a:lnTo>
                  <a:pt x="1279729" y="522813"/>
                </a:lnTo>
                <a:lnTo>
                  <a:pt x="1223402" y="533609"/>
                </a:lnTo>
                <a:lnTo>
                  <a:pt x="1164466" y="542943"/>
                </a:lnTo>
                <a:lnTo>
                  <a:pt x="1103137" y="550743"/>
                </a:lnTo>
                <a:lnTo>
                  <a:pt x="1039630" y="556937"/>
                </a:lnTo>
                <a:lnTo>
                  <a:pt x="974161" y="561451"/>
                </a:lnTo>
                <a:lnTo>
                  <a:pt x="906945" y="564212"/>
                </a:lnTo>
                <a:lnTo>
                  <a:pt x="838199" y="565149"/>
                </a:lnTo>
                <a:lnTo>
                  <a:pt x="769454" y="564212"/>
                </a:lnTo>
                <a:lnTo>
                  <a:pt x="702239" y="561451"/>
                </a:lnTo>
                <a:lnTo>
                  <a:pt x="636770" y="556937"/>
                </a:lnTo>
                <a:lnTo>
                  <a:pt x="573263" y="550743"/>
                </a:lnTo>
                <a:lnTo>
                  <a:pt x="511934" y="542943"/>
                </a:lnTo>
                <a:lnTo>
                  <a:pt x="452998" y="533609"/>
                </a:lnTo>
                <a:lnTo>
                  <a:pt x="396671" y="522813"/>
                </a:lnTo>
                <a:lnTo>
                  <a:pt x="343169" y="510629"/>
                </a:lnTo>
                <a:lnTo>
                  <a:pt x="292708" y="497128"/>
                </a:lnTo>
                <a:lnTo>
                  <a:pt x="245503" y="482385"/>
                </a:lnTo>
                <a:lnTo>
                  <a:pt x="201769" y="466471"/>
                </a:lnTo>
                <a:lnTo>
                  <a:pt x="161723" y="449459"/>
                </a:lnTo>
                <a:lnTo>
                  <a:pt x="125581" y="431423"/>
                </a:lnTo>
                <a:lnTo>
                  <a:pt x="65869" y="392565"/>
                </a:lnTo>
                <a:lnTo>
                  <a:pt x="24360" y="350480"/>
                </a:lnTo>
                <a:lnTo>
                  <a:pt x="2778" y="305750"/>
                </a:lnTo>
                <a:lnTo>
                  <a:pt x="0" y="282574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8642744" y="3306128"/>
            <a:ext cx="10242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Au</a:t>
            </a:r>
            <a:r>
              <a:rPr sz="2400" spc="-5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632700" y="3865245"/>
            <a:ext cx="1676400" cy="644525"/>
          </a:xfrm>
          <a:custGeom>
            <a:avLst/>
            <a:gdLst/>
            <a:ahLst/>
            <a:cxnLst/>
            <a:rect l="l" t="t" r="r" b="b"/>
            <a:pathLst>
              <a:path w="1676400" h="644525">
                <a:moveTo>
                  <a:pt x="838200" y="0"/>
                </a:moveTo>
                <a:lnTo>
                  <a:pt x="772694" y="969"/>
                </a:lnTo>
                <a:lnTo>
                  <a:pt x="708568" y="3830"/>
                </a:lnTo>
                <a:lnTo>
                  <a:pt x="646007" y="8511"/>
                </a:lnTo>
                <a:lnTo>
                  <a:pt x="585198" y="14940"/>
                </a:lnTo>
                <a:lnTo>
                  <a:pt x="526326" y="23045"/>
                </a:lnTo>
                <a:lnTo>
                  <a:pt x="469579" y="32755"/>
                </a:lnTo>
                <a:lnTo>
                  <a:pt x="415143" y="43998"/>
                </a:lnTo>
                <a:lnTo>
                  <a:pt x="363203" y="56703"/>
                </a:lnTo>
                <a:lnTo>
                  <a:pt x="313947" y="70798"/>
                </a:lnTo>
                <a:lnTo>
                  <a:pt x="267561" y="86211"/>
                </a:lnTo>
                <a:lnTo>
                  <a:pt x="224230" y="102870"/>
                </a:lnTo>
                <a:lnTo>
                  <a:pt x="184142" y="120704"/>
                </a:lnTo>
                <a:lnTo>
                  <a:pt x="147482" y="139642"/>
                </a:lnTo>
                <a:lnTo>
                  <a:pt x="114438" y="159611"/>
                </a:lnTo>
                <a:lnTo>
                  <a:pt x="59939" y="202358"/>
                </a:lnTo>
                <a:lnTo>
                  <a:pt x="22137" y="248371"/>
                </a:lnTo>
                <a:lnTo>
                  <a:pt x="2521" y="297078"/>
                </a:lnTo>
                <a:lnTo>
                  <a:pt x="0" y="322262"/>
                </a:lnTo>
                <a:lnTo>
                  <a:pt x="2521" y="347446"/>
                </a:lnTo>
                <a:lnTo>
                  <a:pt x="22137" y="396153"/>
                </a:lnTo>
                <a:lnTo>
                  <a:pt x="59939" y="442166"/>
                </a:lnTo>
                <a:lnTo>
                  <a:pt x="114438" y="484913"/>
                </a:lnTo>
                <a:lnTo>
                  <a:pt x="147482" y="504882"/>
                </a:lnTo>
                <a:lnTo>
                  <a:pt x="184142" y="523820"/>
                </a:lnTo>
                <a:lnTo>
                  <a:pt x="224230" y="541654"/>
                </a:lnTo>
                <a:lnTo>
                  <a:pt x="267561" y="558313"/>
                </a:lnTo>
                <a:lnTo>
                  <a:pt x="313947" y="573726"/>
                </a:lnTo>
                <a:lnTo>
                  <a:pt x="363203" y="587821"/>
                </a:lnTo>
                <a:lnTo>
                  <a:pt x="415143" y="600526"/>
                </a:lnTo>
                <a:lnTo>
                  <a:pt x="469579" y="611769"/>
                </a:lnTo>
                <a:lnTo>
                  <a:pt x="526326" y="621479"/>
                </a:lnTo>
                <a:lnTo>
                  <a:pt x="585198" y="629584"/>
                </a:lnTo>
                <a:lnTo>
                  <a:pt x="646007" y="636013"/>
                </a:lnTo>
                <a:lnTo>
                  <a:pt x="708568" y="640694"/>
                </a:lnTo>
                <a:lnTo>
                  <a:pt x="772694" y="643555"/>
                </a:lnTo>
                <a:lnTo>
                  <a:pt x="838200" y="644525"/>
                </a:lnTo>
                <a:lnTo>
                  <a:pt x="903703" y="643555"/>
                </a:lnTo>
                <a:lnTo>
                  <a:pt x="967828" y="640694"/>
                </a:lnTo>
                <a:lnTo>
                  <a:pt x="1030388" y="636013"/>
                </a:lnTo>
                <a:lnTo>
                  <a:pt x="1091197" y="629584"/>
                </a:lnTo>
                <a:lnTo>
                  <a:pt x="1150067" y="621479"/>
                </a:lnTo>
                <a:lnTo>
                  <a:pt x="1206814" y="611769"/>
                </a:lnTo>
                <a:lnTo>
                  <a:pt x="1261251" y="600526"/>
                </a:lnTo>
                <a:lnTo>
                  <a:pt x="1313190" y="587821"/>
                </a:lnTo>
                <a:lnTo>
                  <a:pt x="1362447" y="573726"/>
                </a:lnTo>
                <a:lnTo>
                  <a:pt x="1408833" y="558313"/>
                </a:lnTo>
                <a:lnTo>
                  <a:pt x="1452164" y="541654"/>
                </a:lnTo>
                <a:lnTo>
                  <a:pt x="1492253" y="523820"/>
                </a:lnTo>
                <a:lnTo>
                  <a:pt x="1528913" y="504882"/>
                </a:lnTo>
                <a:lnTo>
                  <a:pt x="1561958" y="484913"/>
                </a:lnTo>
                <a:lnTo>
                  <a:pt x="1616458" y="442166"/>
                </a:lnTo>
                <a:lnTo>
                  <a:pt x="1654262" y="396153"/>
                </a:lnTo>
                <a:lnTo>
                  <a:pt x="1673878" y="347446"/>
                </a:lnTo>
                <a:lnTo>
                  <a:pt x="1676400" y="322262"/>
                </a:lnTo>
                <a:lnTo>
                  <a:pt x="1673878" y="297078"/>
                </a:lnTo>
                <a:lnTo>
                  <a:pt x="1654262" y="248371"/>
                </a:lnTo>
                <a:lnTo>
                  <a:pt x="1616458" y="202358"/>
                </a:lnTo>
                <a:lnTo>
                  <a:pt x="1561958" y="159611"/>
                </a:lnTo>
                <a:lnTo>
                  <a:pt x="1528913" y="139642"/>
                </a:lnTo>
                <a:lnTo>
                  <a:pt x="1492253" y="120704"/>
                </a:lnTo>
                <a:lnTo>
                  <a:pt x="1452164" y="102870"/>
                </a:lnTo>
                <a:lnTo>
                  <a:pt x="1408833" y="86211"/>
                </a:lnTo>
                <a:lnTo>
                  <a:pt x="1362447" y="70798"/>
                </a:lnTo>
                <a:lnTo>
                  <a:pt x="1313190" y="56703"/>
                </a:lnTo>
                <a:lnTo>
                  <a:pt x="1261251" y="43998"/>
                </a:lnTo>
                <a:lnTo>
                  <a:pt x="1206814" y="32755"/>
                </a:lnTo>
                <a:lnTo>
                  <a:pt x="1150067" y="23045"/>
                </a:lnTo>
                <a:lnTo>
                  <a:pt x="1091197" y="14940"/>
                </a:lnTo>
                <a:lnTo>
                  <a:pt x="1030388" y="8511"/>
                </a:lnTo>
                <a:lnTo>
                  <a:pt x="967828" y="3830"/>
                </a:lnTo>
                <a:lnTo>
                  <a:pt x="903703" y="969"/>
                </a:lnTo>
                <a:lnTo>
                  <a:pt x="838200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632700" y="3865245"/>
            <a:ext cx="1676400" cy="644525"/>
          </a:xfrm>
          <a:custGeom>
            <a:avLst/>
            <a:gdLst/>
            <a:ahLst/>
            <a:cxnLst/>
            <a:rect l="l" t="t" r="r" b="b"/>
            <a:pathLst>
              <a:path w="1676400" h="644525">
                <a:moveTo>
                  <a:pt x="0" y="322262"/>
                </a:moveTo>
                <a:lnTo>
                  <a:pt x="9963" y="272423"/>
                </a:lnTo>
                <a:lnTo>
                  <a:pt x="38858" y="224991"/>
                </a:lnTo>
                <a:lnTo>
                  <a:pt x="85195" y="180539"/>
                </a:lnTo>
                <a:lnTo>
                  <a:pt x="147483" y="139641"/>
                </a:lnTo>
                <a:lnTo>
                  <a:pt x="184142" y="120703"/>
                </a:lnTo>
                <a:lnTo>
                  <a:pt x="224231" y="102869"/>
                </a:lnTo>
                <a:lnTo>
                  <a:pt x="267561" y="86210"/>
                </a:lnTo>
                <a:lnTo>
                  <a:pt x="313948" y="70797"/>
                </a:lnTo>
                <a:lnTo>
                  <a:pt x="363204" y="56702"/>
                </a:lnTo>
                <a:lnTo>
                  <a:pt x="415143" y="43998"/>
                </a:lnTo>
                <a:lnTo>
                  <a:pt x="469580" y="32755"/>
                </a:lnTo>
                <a:lnTo>
                  <a:pt x="526327" y="23045"/>
                </a:lnTo>
                <a:lnTo>
                  <a:pt x="585198" y="14939"/>
                </a:lnTo>
                <a:lnTo>
                  <a:pt x="646007" y="8511"/>
                </a:lnTo>
                <a:lnTo>
                  <a:pt x="708568" y="3830"/>
                </a:lnTo>
                <a:lnTo>
                  <a:pt x="772694" y="969"/>
                </a:lnTo>
                <a:lnTo>
                  <a:pt x="838199" y="0"/>
                </a:lnTo>
                <a:lnTo>
                  <a:pt x="903705" y="969"/>
                </a:lnTo>
                <a:lnTo>
                  <a:pt x="967831" y="3830"/>
                </a:lnTo>
                <a:lnTo>
                  <a:pt x="1030392" y="8511"/>
                </a:lnTo>
                <a:lnTo>
                  <a:pt x="1091202" y="14939"/>
                </a:lnTo>
                <a:lnTo>
                  <a:pt x="1150073" y="23045"/>
                </a:lnTo>
                <a:lnTo>
                  <a:pt x="1206820" y="32755"/>
                </a:lnTo>
                <a:lnTo>
                  <a:pt x="1261257" y="43998"/>
                </a:lnTo>
                <a:lnTo>
                  <a:pt x="1313196" y="56702"/>
                </a:lnTo>
                <a:lnTo>
                  <a:pt x="1362452" y="70797"/>
                </a:lnTo>
                <a:lnTo>
                  <a:pt x="1408839" y="86210"/>
                </a:lnTo>
                <a:lnTo>
                  <a:pt x="1452169" y="102869"/>
                </a:lnTo>
                <a:lnTo>
                  <a:pt x="1492257" y="120703"/>
                </a:lnTo>
                <a:lnTo>
                  <a:pt x="1528917" y="139641"/>
                </a:lnTo>
                <a:lnTo>
                  <a:pt x="1561961" y="159610"/>
                </a:lnTo>
                <a:lnTo>
                  <a:pt x="1616459" y="202357"/>
                </a:lnTo>
                <a:lnTo>
                  <a:pt x="1654261" y="248370"/>
                </a:lnTo>
                <a:lnTo>
                  <a:pt x="1673877" y="297078"/>
                </a:lnTo>
                <a:lnTo>
                  <a:pt x="1676399" y="322262"/>
                </a:lnTo>
                <a:lnTo>
                  <a:pt x="1673877" y="347447"/>
                </a:lnTo>
                <a:lnTo>
                  <a:pt x="1654261" y="396154"/>
                </a:lnTo>
                <a:lnTo>
                  <a:pt x="1616459" y="442168"/>
                </a:lnTo>
                <a:lnTo>
                  <a:pt x="1561961" y="484914"/>
                </a:lnTo>
                <a:lnTo>
                  <a:pt x="1528917" y="504884"/>
                </a:lnTo>
                <a:lnTo>
                  <a:pt x="1492257" y="523821"/>
                </a:lnTo>
                <a:lnTo>
                  <a:pt x="1452169" y="541655"/>
                </a:lnTo>
                <a:lnTo>
                  <a:pt x="1408839" y="558315"/>
                </a:lnTo>
                <a:lnTo>
                  <a:pt x="1362452" y="573728"/>
                </a:lnTo>
                <a:lnTo>
                  <a:pt x="1313196" y="587822"/>
                </a:lnTo>
                <a:lnTo>
                  <a:pt x="1261257" y="600527"/>
                </a:lnTo>
                <a:lnTo>
                  <a:pt x="1206820" y="611770"/>
                </a:lnTo>
                <a:lnTo>
                  <a:pt x="1150073" y="621480"/>
                </a:lnTo>
                <a:lnTo>
                  <a:pt x="1091202" y="629585"/>
                </a:lnTo>
                <a:lnTo>
                  <a:pt x="1030392" y="636014"/>
                </a:lnTo>
                <a:lnTo>
                  <a:pt x="967831" y="640694"/>
                </a:lnTo>
                <a:lnTo>
                  <a:pt x="903705" y="643555"/>
                </a:lnTo>
                <a:lnTo>
                  <a:pt x="838199" y="644525"/>
                </a:lnTo>
                <a:lnTo>
                  <a:pt x="772694" y="643555"/>
                </a:lnTo>
                <a:lnTo>
                  <a:pt x="708568" y="640694"/>
                </a:lnTo>
                <a:lnTo>
                  <a:pt x="646007" y="636014"/>
                </a:lnTo>
                <a:lnTo>
                  <a:pt x="585198" y="629585"/>
                </a:lnTo>
                <a:lnTo>
                  <a:pt x="526327" y="621480"/>
                </a:lnTo>
                <a:lnTo>
                  <a:pt x="469580" y="611770"/>
                </a:lnTo>
                <a:lnTo>
                  <a:pt x="415143" y="600527"/>
                </a:lnTo>
                <a:lnTo>
                  <a:pt x="363204" y="587822"/>
                </a:lnTo>
                <a:lnTo>
                  <a:pt x="313948" y="573728"/>
                </a:lnTo>
                <a:lnTo>
                  <a:pt x="267561" y="558315"/>
                </a:lnTo>
                <a:lnTo>
                  <a:pt x="224231" y="541655"/>
                </a:lnTo>
                <a:lnTo>
                  <a:pt x="184142" y="523821"/>
                </a:lnTo>
                <a:lnTo>
                  <a:pt x="147483" y="504884"/>
                </a:lnTo>
                <a:lnTo>
                  <a:pt x="114438" y="484914"/>
                </a:lnTo>
                <a:lnTo>
                  <a:pt x="59939" y="442168"/>
                </a:lnTo>
                <a:lnTo>
                  <a:pt x="22137" y="396154"/>
                </a:lnTo>
                <a:lnTo>
                  <a:pt x="2521" y="347447"/>
                </a:lnTo>
                <a:lnTo>
                  <a:pt x="0" y="322262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8172844" y="3991928"/>
            <a:ext cx="5905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85" dirty="0">
                <a:latin typeface="Times New Roman"/>
                <a:cs typeface="Times New Roman"/>
              </a:rPr>
              <a:t>T</a:t>
            </a:r>
            <a:r>
              <a:rPr sz="2400" spc="-5" dirty="0">
                <a:latin typeface="Times New Roman"/>
                <a:cs typeface="Times New Roman"/>
              </a:rPr>
              <a:t>ite</a:t>
            </a:r>
            <a:r>
              <a:rPr sz="2400" dirty="0">
                <a:latin typeface="Times New Roman"/>
                <a:cs typeface="Times New Roman"/>
              </a:rPr>
              <a:t>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565900" y="4509770"/>
            <a:ext cx="1676400" cy="565150"/>
          </a:xfrm>
          <a:custGeom>
            <a:avLst/>
            <a:gdLst/>
            <a:ahLst/>
            <a:cxnLst/>
            <a:rect l="l" t="t" r="r" b="b"/>
            <a:pathLst>
              <a:path w="1676400" h="565150">
                <a:moveTo>
                  <a:pt x="838200" y="0"/>
                </a:moveTo>
                <a:lnTo>
                  <a:pt x="769454" y="936"/>
                </a:lnTo>
                <a:lnTo>
                  <a:pt x="702238" y="3698"/>
                </a:lnTo>
                <a:lnTo>
                  <a:pt x="636769" y="8212"/>
                </a:lnTo>
                <a:lnTo>
                  <a:pt x="573262" y="14406"/>
                </a:lnTo>
                <a:lnTo>
                  <a:pt x="511933" y="22206"/>
                </a:lnTo>
                <a:lnTo>
                  <a:pt x="452997" y="31541"/>
                </a:lnTo>
                <a:lnTo>
                  <a:pt x="396670" y="42337"/>
                </a:lnTo>
                <a:lnTo>
                  <a:pt x="343168" y="54521"/>
                </a:lnTo>
                <a:lnTo>
                  <a:pt x="292707" y="68022"/>
                </a:lnTo>
                <a:lnTo>
                  <a:pt x="245502" y="82765"/>
                </a:lnTo>
                <a:lnTo>
                  <a:pt x="201768" y="98679"/>
                </a:lnTo>
                <a:lnTo>
                  <a:pt x="161723" y="115691"/>
                </a:lnTo>
                <a:lnTo>
                  <a:pt x="125580" y="133728"/>
                </a:lnTo>
                <a:lnTo>
                  <a:pt x="65869" y="172585"/>
                </a:lnTo>
                <a:lnTo>
                  <a:pt x="24360" y="214670"/>
                </a:lnTo>
                <a:lnTo>
                  <a:pt x="2778" y="259400"/>
                </a:lnTo>
                <a:lnTo>
                  <a:pt x="0" y="282575"/>
                </a:lnTo>
                <a:lnTo>
                  <a:pt x="2778" y="305749"/>
                </a:lnTo>
                <a:lnTo>
                  <a:pt x="24360" y="350479"/>
                </a:lnTo>
                <a:lnTo>
                  <a:pt x="65869" y="392564"/>
                </a:lnTo>
                <a:lnTo>
                  <a:pt x="125580" y="431421"/>
                </a:lnTo>
                <a:lnTo>
                  <a:pt x="161723" y="449458"/>
                </a:lnTo>
                <a:lnTo>
                  <a:pt x="201768" y="466470"/>
                </a:lnTo>
                <a:lnTo>
                  <a:pt x="245502" y="482384"/>
                </a:lnTo>
                <a:lnTo>
                  <a:pt x="292707" y="497127"/>
                </a:lnTo>
                <a:lnTo>
                  <a:pt x="343168" y="510628"/>
                </a:lnTo>
                <a:lnTo>
                  <a:pt x="396670" y="522812"/>
                </a:lnTo>
                <a:lnTo>
                  <a:pt x="452997" y="533608"/>
                </a:lnTo>
                <a:lnTo>
                  <a:pt x="511933" y="542943"/>
                </a:lnTo>
                <a:lnTo>
                  <a:pt x="573262" y="550743"/>
                </a:lnTo>
                <a:lnTo>
                  <a:pt x="636769" y="556937"/>
                </a:lnTo>
                <a:lnTo>
                  <a:pt x="702238" y="561451"/>
                </a:lnTo>
                <a:lnTo>
                  <a:pt x="769454" y="564213"/>
                </a:lnTo>
                <a:lnTo>
                  <a:pt x="838200" y="565150"/>
                </a:lnTo>
                <a:lnTo>
                  <a:pt x="906944" y="564213"/>
                </a:lnTo>
                <a:lnTo>
                  <a:pt x="974157" y="561451"/>
                </a:lnTo>
                <a:lnTo>
                  <a:pt x="1039625" y="556937"/>
                </a:lnTo>
                <a:lnTo>
                  <a:pt x="1103132" y="550743"/>
                </a:lnTo>
                <a:lnTo>
                  <a:pt x="1164461" y="542943"/>
                </a:lnTo>
                <a:lnTo>
                  <a:pt x="1223396" y="533608"/>
                </a:lnTo>
                <a:lnTo>
                  <a:pt x="1279723" y="522812"/>
                </a:lnTo>
                <a:lnTo>
                  <a:pt x="1333225" y="510628"/>
                </a:lnTo>
                <a:lnTo>
                  <a:pt x="1383687" y="497127"/>
                </a:lnTo>
                <a:lnTo>
                  <a:pt x="1430893" y="482384"/>
                </a:lnTo>
                <a:lnTo>
                  <a:pt x="1474626" y="466470"/>
                </a:lnTo>
                <a:lnTo>
                  <a:pt x="1514673" y="449458"/>
                </a:lnTo>
                <a:lnTo>
                  <a:pt x="1550815" y="431421"/>
                </a:lnTo>
                <a:lnTo>
                  <a:pt x="1610528" y="392564"/>
                </a:lnTo>
                <a:lnTo>
                  <a:pt x="1652039" y="350479"/>
                </a:lnTo>
                <a:lnTo>
                  <a:pt x="1673621" y="305749"/>
                </a:lnTo>
                <a:lnTo>
                  <a:pt x="1676400" y="282575"/>
                </a:lnTo>
                <a:lnTo>
                  <a:pt x="1673621" y="259400"/>
                </a:lnTo>
                <a:lnTo>
                  <a:pt x="1652039" y="214670"/>
                </a:lnTo>
                <a:lnTo>
                  <a:pt x="1610528" y="172585"/>
                </a:lnTo>
                <a:lnTo>
                  <a:pt x="1550815" y="133728"/>
                </a:lnTo>
                <a:lnTo>
                  <a:pt x="1514673" y="115691"/>
                </a:lnTo>
                <a:lnTo>
                  <a:pt x="1474626" y="98679"/>
                </a:lnTo>
                <a:lnTo>
                  <a:pt x="1430893" y="82765"/>
                </a:lnTo>
                <a:lnTo>
                  <a:pt x="1383687" y="68022"/>
                </a:lnTo>
                <a:lnTo>
                  <a:pt x="1333225" y="54521"/>
                </a:lnTo>
                <a:lnTo>
                  <a:pt x="1279723" y="42337"/>
                </a:lnTo>
                <a:lnTo>
                  <a:pt x="1223396" y="31541"/>
                </a:lnTo>
                <a:lnTo>
                  <a:pt x="1164461" y="22206"/>
                </a:lnTo>
                <a:lnTo>
                  <a:pt x="1103132" y="14406"/>
                </a:lnTo>
                <a:lnTo>
                  <a:pt x="1039625" y="8212"/>
                </a:lnTo>
                <a:lnTo>
                  <a:pt x="974157" y="3698"/>
                </a:lnTo>
                <a:lnTo>
                  <a:pt x="906944" y="936"/>
                </a:lnTo>
                <a:lnTo>
                  <a:pt x="838200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565901" y="4509770"/>
            <a:ext cx="1676400" cy="565150"/>
          </a:xfrm>
          <a:custGeom>
            <a:avLst/>
            <a:gdLst/>
            <a:ahLst/>
            <a:cxnLst/>
            <a:rect l="l" t="t" r="r" b="b"/>
            <a:pathLst>
              <a:path w="1676400" h="565150">
                <a:moveTo>
                  <a:pt x="0" y="282574"/>
                </a:moveTo>
                <a:lnTo>
                  <a:pt x="10970" y="236739"/>
                </a:lnTo>
                <a:lnTo>
                  <a:pt x="42731" y="193259"/>
                </a:lnTo>
                <a:lnTo>
                  <a:pt x="93558" y="152715"/>
                </a:lnTo>
                <a:lnTo>
                  <a:pt x="161723" y="115689"/>
                </a:lnTo>
                <a:lnTo>
                  <a:pt x="201769" y="98678"/>
                </a:lnTo>
                <a:lnTo>
                  <a:pt x="245502" y="82764"/>
                </a:lnTo>
                <a:lnTo>
                  <a:pt x="292708" y="68020"/>
                </a:lnTo>
                <a:lnTo>
                  <a:pt x="343169" y="54520"/>
                </a:lnTo>
                <a:lnTo>
                  <a:pt x="396671" y="42336"/>
                </a:lnTo>
                <a:lnTo>
                  <a:pt x="452998" y="31540"/>
                </a:lnTo>
                <a:lnTo>
                  <a:pt x="511934" y="22206"/>
                </a:lnTo>
                <a:lnTo>
                  <a:pt x="573263" y="14405"/>
                </a:lnTo>
                <a:lnTo>
                  <a:pt x="636770" y="8212"/>
                </a:lnTo>
                <a:lnTo>
                  <a:pt x="702239" y="3698"/>
                </a:lnTo>
                <a:lnTo>
                  <a:pt x="769453" y="936"/>
                </a:lnTo>
                <a:lnTo>
                  <a:pt x="838199" y="0"/>
                </a:lnTo>
                <a:lnTo>
                  <a:pt x="906945" y="936"/>
                </a:lnTo>
                <a:lnTo>
                  <a:pt x="974160" y="3698"/>
                </a:lnTo>
                <a:lnTo>
                  <a:pt x="1039629" y="8212"/>
                </a:lnTo>
                <a:lnTo>
                  <a:pt x="1103137" y="14405"/>
                </a:lnTo>
                <a:lnTo>
                  <a:pt x="1164466" y="22206"/>
                </a:lnTo>
                <a:lnTo>
                  <a:pt x="1223402" y="31540"/>
                </a:lnTo>
                <a:lnTo>
                  <a:pt x="1279729" y="42336"/>
                </a:lnTo>
                <a:lnTo>
                  <a:pt x="1333231" y="54520"/>
                </a:lnTo>
                <a:lnTo>
                  <a:pt x="1383692" y="68020"/>
                </a:lnTo>
                <a:lnTo>
                  <a:pt x="1430897" y="82764"/>
                </a:lnTo>
                <a:lnTo>
                  <a:pt x="1474630" y="98678"/>
                </a:lnTo>
                <a:lnTo>
                  <a:pt x="1514676" y="115689"/>
                </a:lnTo>
                <a:lnTo>
                  <a:pt x="1550818" y="133726"/>
                </a:lnTo>
                <a:lnTo>
                  <a:pt x="1610529" y="172583"/>
                </a:lnTo>
                <a:lnTo>
                  <a:pt x="1652038" y="214668"/>
                </a:lnTo>
                <a:lnTo>
                  <a:pt x="1673620" y="259399"/>
                </a:lnTo>
                <a:lnTo>
                  <a:pt x="1676398" y="282574"/>
                </a:lnTo>
                <a:lnTo>
                  <a:pt x="1673620" y="305750"/>
                </a:lnTo>
                <a:lnTo>
                  <a:pt x="1652038" y="350480"/>
                </a:lnTo>
                <a:lnTo>
                  <a:pt x="1610529" y="392565"/>
                </a:lnTo>
                <a:lnTo>
                  <a:pt x="1550818" y="431423"/>
                </a:lnTo>
                <a:lnTo>
                  <a:pt x="1514676" y="449459"/>
                </a:lnTo>
                <a:lnTo>
                  <a:pt x="1474630" y="466471"/>
                </a:lnTo>
                <a:lnTo>
                  <a:pt x="1430897" y="482385"/>
                </a:lnTo>
                <a:lnTo>
                  <a:pt x="1383692" y="497128"/>
                </a:lnTo>
                <a:lnTo>
                  <a:pt x="1333231" y="510628"/>
                </a:lnTo>
                <a:lnTo>
                  <a:pt x="1279729" y="522813"/>
                </a:lnTo>
                <a:lnTo>
                  <a:pt x="1223402" y="533609"/>
                </a:lnTo>
                <a:lnTo>
                  <a:pt x="1164466" y="542943"/>
                </a:lnTo>
                <a:lnTo>
                  <a:pt x="1103137" y="550743"/>
                </a:lnTo>
                <a:lnTo>
                  <a:pt x="1039629" y="556937"/>
                </a:lnTo>
                <a:lnTo>
                  <a:pt x="974160" y="561451"/>
                </a:lnTo>
                <a:lnTo>
                  <a:pt x="906945" y="564212"/>
                </a:lnTo>
                <a:lnTo>
                  <a:pt x="838199" y="565149"/>
                </a:lnTo>
                <a:lnTo>
                  <a:pt x="769453" y="564212"/>
                </a:lnTo>
                <a:lnTo>
                  <a:pt x="702239" y="561451"/>
                </a:lnTo>
                <a:lnTo>
                  <a:pt x="636770" y="556937"/>
                </a:lnTo>
                <a:lnTo>
                  <a:pt x="573263" y="550743"/>
                </a:lnTo>
                <a:lnTo>
                  <a:pt x="511934" y="542943"/>
                </a:lnTo>
                <a:lnTo>
                  <a:pt x="452998" y="533609"/>
                </a:lnTo>
                <a:lnTo>
                  <a:pt x="396671" y="522813"/>
                </a:lnTo>
                <a:lnTo>
                  <a:pt x="343169" y="510628"/>
                </a:lnTo>
                <a:lnTo>
                  <a:pt x="292708" y="497128"/>
                </a:lnTo>
                <a:lnTo>
                  <a:pt x="245502" y="482385"/>
                </a:lnTo>
                <a:lnTo>
                  <a:pt x="201769" y="466471"/>
                </a:lnTo>
                <a:lnTo>
                  <a:pt x="161723" y="449459"/>
                </a:lnTo>
                <a:lnTo>
                  <a:pt x="125581" y="431423"/>
                </a:lnTo>
                <a:lnTo>
                  <a:pt x="65869" y="392565"/>
                </a:lnTo>
                <a:lnTo>
                  <a:pt x="24360" y="350480"/>
                </a:lnTo>
                <a:lnTo>
                  <a:pt x="2778" y="305750"/>
                </a:lnTo>
                <a:lnTo>
                  <a:pt x="0" y="282574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131444" y="4596765"/>
            <a:ext cx="533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J</a:t>
            </a: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hr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318000" y="3622358"/>
            <a:ext cx="1905000" cy="949325"/>
          </a:xfrm>
          <a:custGeom>
            <a:avLst/>
            <a:gdLst/>
            <a:ahLst/>
            <a:cxnLst/>
            <a:rect l="l" t="t" r="r" b="b"/>
            <a:pathLst>
              <a:path w="1905000" h="949325">
                <a:moveTo>
                  <a:pt x="952500" y="0"/>
                </a:moveTo>
                <a:lnTo>
                  <a:pt x="0" y="474662"/>
                </a:lnTo>
                <a:lnTo>
                  <a:pt x="952500" y="949325"/>
                </a:lnTo>
                <a:lnTo>
                  <a:pt x="1905000" y="474662"/>
                </a:lnTo>
                <a:lnTo>
                  <a:pt x="952500" y="0"/>
                </a:lnTo>
                <a:close/>
              </a:path>
            </a:pathLst>
          </a:custGeom>
          <a:solidFill>
            <a:srgbClr val="73F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318000" y="3622358"/>
            <a:ext cx="1905000" cy="949325"/>
          </a:xfrm>
          <a:custGeom>
            <a:avLst/>
            <a:gdLst/>
            <a:ahLst/>
            <a:cxnLst/>
            <a:rect l="l" t="t" r="r" b="b"/>
            <a:pathLst>
              <a:path w="1905000" h="949325">
                <a:moveTo>
                  <a:pt x="0" y="474662"/>
                </a:moveTo>
                <a:lnTo>
                  <a:pt x="952499" y="0"/>
                </a:lnTo>
                <a:lnTo>
                  <a:pt x="1904998" y="474662"/>
                </a:lnTo>
                <a:lnTo>
                  <a:pt x="952499" y="949324"/>
                </a:lnTo>
                <a:lnTo>
                  <a:pt x="0" y="474662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4695191" y="3901440"/>
            <a:ext cx="11423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entleihen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460497" y="2973070"/>
            <a:ext cx="1905000" cy="948055"/>
          </a:xfrm>
          <a:custGeom>
            <a:avLst/>
            <a:gdLst/>
            <a:ahLst/>
            <a:cxnLst/>
            <a:rect l="l" t="t" r="r" b="b"/>
            <a:pathLst>
              <a:path w="1905000" h="948054">
                <a:moveTo>
                  <a:pt x="952503" y="0"/>
                </a:moveTo>
                <a:lnTo>
                  <a:pt x="0" y="473862"/>
                </a:lnTo>
                <a:lnTo>
                  <a:pt x="952503" y="947737"/>
                </a:lnTo>
                <a:lnTo>
                  <a:pt x="1905003" y="473862"/>
                </a:lnTo>
                <a:lnTo>
                  <a:pt x="952503" y="0"/>
                </a:lnTo>
                <a:close/>
              </a:path>
            </a:pathLst>
          </a:custGeom>
          <a:solidFill>
            <a:srgbClr val="73F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460497" y="2973070"/>
            <a:ext cx="1905000" cy="948055"/>
          </a:xfrm>
          <a:custGeom>
            <a:avLst/>
            <a:gdLst/>
            <a:ahLst/>
            <a:cxnLst/>
            <a:rect l="l" t="t" r="r" b="b"/>
            <a:pathLst>
              <a:path w="1905000" h="948054">
                <a:moveTo>
                  <a:pt x="0" y="473868"/>
                </a:moveTo>
                <a:lnTo>
                  <a:pt x="952499" y="0"/>
                </a:lnTo>
                <a:lnTo>
                  <a:pt x="1904998" y="473868"/>
                </a:lnTo>
                <a:lnTo>
                  <a:pt x="952499" y="947737"/>
                </a:lnTo>
                <a:lnTo>
                  <a:pt x="0" y="473868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2066291" y="3251365"/>
            <a:ext cx="702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leite</a:t>
            </a:r>
            <a:r>
              <a:rPr sz="2400" dirty="0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279900" y="5074920"/>
            <a:ext cx="1371600" cy="565150"/>
          </a:xfrm>
          <a:custGeom>
            <a:avLst/>
            <a:gdLst/>
            <a:ahLst/>
            <a:cxnLst/>
            <a:rect l="l" t="t" r="r" b="b"/>
            <a:pathLst>
              <a:path w="1371600" h="565150">
                <a:moveTo>
                  <a:pt x="685800" y="0"/>
                </a:moveTo>
                <a:lnTo>
                  <a:pt x="619751" y="1293"/>
                </a:lnTo>
                <a:lnTo>
                  <a:pt x="555479" y="5095"/>
                </a:lnTo>
                <a:lnTo>
                  <a:pt x="493271" y="11287"/>
                </a:lnTo>
                <a:lnTo>
                  <a:pt x="433415" y="19749"/>
                </a:lnTo>
                <a:lnTo>
                  <a:pt x="376197" y="30365"/>
                </a:lnTo>
                <a:lnTo>
                  <a:pt x="321905" y="43016"/>
                </a:lnTo>
                <a:lnTo>
                  <a:pt x="270827" y="57582"/>
                </a:lnTo>
                <a:lnTo>
                  <a:pt x="223249" y="73946"/>
                </a:lnTo>
                <a:lnTo>
                  <a:pt x="179459" y="91990"/>
                </a:lnTo>
                <a:lnTo>
                  <a:pt x="139745" y="111594"/>
                </a:lnTo>
                <a:lnTo>
                  <a:pt x="104394" y="132640"/>
                </a:lnTo>
                <a:lnTo>
                  <a:pt x="47930" y="178586"/>
                </a:lnTo>
                <a:lnTo>
                  <a:pt x="12365" y="228880"/>
                </a:lnTo>
                <a:lnTo>
                  <a:pt x="0" y="282575"/>
                </a:lnTo>
                <a:lnTo>
                  <a:pt x="3139" y="309788"/>
                </a:lnTo>
                <a:lnTo>
                  <a:pt x="27391" y="361900"/>
                </a:lnTo>
                <a:lnTo>
                  <a:pt x="73693" y="410139"/>
                </a:lnTo>
                <a:lnTo>
                  <a:pt x="139745" y="453555"/>
                </a:lnTo>
                <a:lnTo>
                  <a:pt x="179459" y="473159"/>
                </a:lnTo>
                <a:lnTo>
                  <a:pt x="223249" y="491203"/>
                </a:lnTo>
                <a:lnTo>
                  <a:pt x="270827" y="507567"/>
                </a:lnTo>
                <a:lnTo>
                  <a:pt x="321905" y="522133"/>
                </a:lnTo>
                <a:lnTo>
                  <a:pt x="376197" y="534784"/>
                </a:lnTo>
                <a:lnTo>
                  <a:pt x="433415" y="545400"/>
                </a:lnTo>
                <a:lnTo>
                  <a:pt x="493271" y="553862"/>
                </a:lnTo>
                <a:lnTo>
                  <a:pt x="555479" y="560054"/>
                </a:lnTo>
                <a:lnTo>
                  <a:pt x="619751" y="563856"/>
                </a:lnTo>
                <a:lnTo>
                  <a:pt x="685800" y="565150"/>
                </a:lnTo>
                <a:lnTo>
                  <a:pt x="751846" y="563856"/>
                </a:lnTo>
                <a:lnTo>
                  <a:pt x="816116" y="560054"/>
                </a:lnTo>
                <a:lnTo>
                  <a:pt x="878323" y="553862"/>
                </a:lnTo>
                <a:lnTo>
                  <a:pt x="938179" y="545400"/>
                </a:lnTo>
                <a:lnTo>
                  <a:pt x="995396" y="534784"/>
                </a:lnTo>
                <a:lnTo>
                  <a:pt x="1049688" y="522133"/>
                </a:lnTo>
                <a:lnTo>
                  <a:pt x="1100767" y="507567"/>
                </a:lnTo>
                <a:lnTo>
                  <a:pt x="1148345" y="491203"/>
                </a:lnTo>
                <a:lnTo>
                  <a:pt x="1192135" y="473159"/>
                </a:lnTo>
                <a:lnTo>
                  <a:pt x="1231850" y="453555"/>
                </a:lnTo>
                <a:lnTo>
                  <a:pt x="1267202" y="432509"/>
                </a:lnTo>
                <a:lnTo>
                  <a:pt x="1323668" y="386563"/>
                </a:lnTo>
                <a:lnTo>
                  <a:pt x="1359233" y="336269"/>
                </a:lnTo>
                <a:lnTo>
                  <a:pt x="1371600" y="282575"/>
                </a:lnTo>
                <a:lnTo>
                  <a:pt x="1368460" y="255361"/>
                </a:lnTo>
                <a:lnTo>
                  <a:pt x="1344207" y="203249"/>
                </a:lnTo>
                <a:lnTo>
                  <a:pt x="1297904" y="155010"/>
                </a:lnTo>
                <a:lnTo>
                  <a:pt x="1231850" y="111594"/>
                </a:lnTo>
                <a:lnTo>
                  <a:pt x="1192135" y="91990"/>
                </a:lnTo>
                <a:lnTo>
                  <a:pt x="1148345" y="73946"/>
                </a:lnTo>
                <a:lnTo>
                  <a:pt x="1100767" y="57582"/>
                </a:lnTo>
                <a:lnTo>
                  <a:pt x="1049688" y="43016"/>
                </a:lnTo>
                <a:lnTo>
                  <a:pt x="995396" y="30365"/>
                </a:lnTo>
                <a:lnTo>
                  <a:pt x="938179" y="19749"/>
                </a:lnTo>
                <a:lnTo>
                  <a:pt x="878323" y="11287"/>
                </a:lnTo>
                <a:lnTo>
                  <a:pt x="816116" y="5095"/>
                </a:lnTo>
                <a:lnTo>
                  <a:pt x="751846" y="1293"/>
                </a:lnTo>
                <a:lnTo>
                  <a:pt x="685800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279901" y="5074920"/>
            <a:ext cx="1371600" cy="565150"/>
          </a:xfrm>
          <a:custGeom>
            <a:avLst/>
            <a:gdLst/>
            <a:ahLst/>
            <a:cxnLst/>
            <a:rect l="l" t="t" r="r" b="b"/>
            <a:pathLst>
              <a:path w="1371600" h="565150">
                <a:moveTo>
                  <a:pt x="0" y="282574"/>
                </a:moveTo>
                <a:lnTo>
                  <a:pt x="12365" y="228878"/>
                </a:lnTo>
                <a:lnTo>
                  <a:pt x="47931" y="178584"/>
                </a:lnTo>
                <a:lnTo>
                  <a:pt x="104396" y="132638"/>
                </a:lnTo>
                <a:lnTo>
                  <a:pt x="139748" y="111592"/>
                </a:lnTo>
                <a:lnTo>
                  <a:pt x="179462" y="91988"/>
                </a:lnTo>
                <a:lnTo>
                  <a:pt x="223252" y="73945"/>
                </a:lnTo>
                <a:lnTo>
                  <a:pt x="270830" y="57581"/>
                </a:lnTo>
                <a:lnTo>
                  <a:pt x="321908" y="43015"/>
                </a:lnTo>
                <a:lnTo>
                  <a:pt x="376200" y="30365"/>
                </a:lnTo>
                <a:lnTo>
                  <a:pt x="433418" y="19749"/>
                </a:lnTo>
                <a:lnTo>
                  <a:pt x="493274" y="11286"/>
                </a:lnTo>
                <a:lnTo>
                  <a:pt x="555481" y="5095"/>
                </a:lnTo>
                <a:lnTo>
                  <a:pt x="619752" y="1293"/>
                </a:lnTo>
                <a:lnTo>
                  <a:pt x="685799" y="0"/>
                </a:lnTo>
                <a:lnTo>
                  <a:pt x="751847" y="1293"/>
                </a:lnTo>
                <a:lnTo>
                  <a:pt x="816118" y="5095"/>
                </a:lnTo>
                <a:lnTo>
                  <a:pt x="878325" y="11286"/>
                </a:lnTo>
                <a:lnTo>
                  <a:pt x="938181" y="19749"/>
                </a:lnTo>
                <a:lnTo>
                  <a:pt x="995399" y="30365"/>
                </a:lnTo>
                <a:lnTo>
                  <a:pt x="1049691" y="43015"/>
                </a:lnTo>
                <a:lnTo>
                  <a:pt x="1100769" y="57581"/>
                </a:lnTo>
                <a:lnTo>
                  <a:pt x="1148347" y="73945"/>
                </a:lnTo>
                <a:lnTo>
                  <a:pt x="1192137" y="91988"/>
                </a:lnTo>
                <a:lnTo>
                  <a:pt x="1231851" y="111592"/>
                </a:lnTo>
                <a:lnTo>
                  <a:pt x="1267203" y="132638"/>
                </a:lnTo>
                <a:lnTo>
                  <a:pt x="1323668" y="178584"/>
                </a:lnTo>
                <a:lnTo>
                  <a:pt x="1359233" y="228878"/>
                </a:lnTo>
                <a:lnTo>
                  <a:pt x="1371598" y="282574"/>
                </a:lnTo>
                <a:lnTo>
                  <a:pt x="1368459" y="309788"/>
                </a:lnTo>
                <a:lnTo>
                  <a:pt x="1344206" y="361902"/>
                </a:lnTo>
                <a:lnTo>
                  <a:pt x="1297904" y="410141"/>
                </a:lnTo>
                <a:lnTo>
                  <a:pt x="1231851" y="453557"/>
                </a:lnTo>
                <a:lnTo>
                  <a:pt x="1192137" y="473161"/>
                </a:lnTo>
                <a:lnTo>
                  <a:pt x="1148347" y="491204"/>
                </a:lnTo>
                <a:lnTo>
                  <a:pt x="1100769" y="507568"/>
                </a:lnTo>
                <a:lnTo>
                  <a:pt x="1049691" y="522134"/>
                </a:lnTo>
                <a:lnTo>
                  <a:pt x="995399" y="534784"/>
                </a:lnTo>
                <a:lnTo>
                  <a:pt x="938181" y="545400"/>
                </a:lnTo>
                <a:lnTo>
                  <a:pt x="878325" y="553862"/>
                </a:lnTo>
                <a:lnTo>
                  <a:pt x="816118" y="560054"/>
                </a:lnTo>
                <a:lnTo>
                  <a:pt x="751847" y="563856"/>
                </a:lnTo>
                <a:lnTo>
                  <a:pt x="685799" y="565149"/>
                </a:lnTo>
                <a:lnTo>
                  <a:pt x="619752" y="563856"/>
                </a:lnTo>
                <a:lnTo>
                  <a:pt x="555481" y="560054"/>
                </a:lnTo>
                <a:lnTo>
                  <a:pt x="493274" y="553862"/>
                </a:lnTo>
                <a:lnTo>
                  <a:pt x="433418" y="545400"/>
                </a:lnTo>
                <a:lnTo>
                  <a:pt x="376200" y="534784"/>
                </a:lnTo>
                <a:lnTo>
                  <a:pt x="321908" y="522134"/>
                </a:lnTo>
                <a:lnTo>
                  <a:pt x="270830" y="507568"/>
                </a:lnTo>
                <a:lnTo>
                  <a:pt x="223252" y="491204"/>
                </a:lnTo>
                <a:lnTo>
                  <a:pt x="179462" y="473161"/>
                </a:lnTo>
                <a:lnTo>
                  <a:pt x="139748" y="453557"/>
                </a:lnTo>
                <a:lnTo>
                  <a:pt x="104396" y="432511"/>
                </a:lnTo>
                <a:lnTo>
                  <a:pt x="47931" y="386565"/>
                </a:lnTo>
                <a:lnTo>
                  <a:pt x="12365" y="336270"/>
                </a:lnTo>
                <a:lnTo>
                  <a:pt x="0" y="282574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612897" y="1220470"/>
            <a:ext cx="1676400" cy="565150"/>
          </a:xfrm>
          <a:custGeom>
            <a:avLst/>
            <a:gdLst/>
            <a:ahLst/>
            <a:cxnLst/>
            <a:rect l="l" t="t" r="r" b="b"/>
            <a:pathLst>
              <a:path w="1676400" h="565150">
                <a:moveTo>
                  <a:pt x="838203" y="0"/>
                </a:moveTo>
                <a:lnTo>
                  <a:pt x="769457" y="936"/>
                </a:lnTo>
                <a:lnTo>
                  <a:pt x="702242" y="3698"/>
                </a:lnTo>
                <a:lnTo>
                  <a:pt x="636773" y="8212"/>
                </a:lnTo>
                <a:lnTo>
                  <a:pt x="573266" y="14406"/>
                </a:lnTo>
                <a:lnTo>
                  <a:pt x="511936" y="22206"/>
                </a:lnTo>
                <a:lnTo>
                  <a:pt x="453000" y="31541"/>
                </a:lnTo>
                <a:lnTo>
                  <a:pt x="396673" y="42337"/>
                </a:lnTo>
                <a:lnTo>
                  <a:pt x="343171" y="54521"/>
                </a:lnTo>
                <a:lnTo>
                  <a:pt x="292709" y="68022"/>
                </a:lnTo>
                <a:lnTo>
                  <a:pt x="245504" y="82765"/>
                </a:lnTo>
                <a:lnTo>
                  <a:pt x="201770" y="98679"/>
                </a:lnTo>
                <a:lnTo>
                  <a:pt x="161724" y="115691"/>
                </a:lnTo>
                <a:lnTo>
                  <a:pt x="125582" y="133728"/>
                </a:lnTo>
                <a:lnTo>
                  <a:pt x="65870" y="172585"/>
                </a:lnTo>
                <a:lnTo>
                  <a:pt x="24360" y="214670"/>
                </a:lnTo>
                <a:lnTo>
                  <a:pt x="2778" y="259400"/>
                </a:lnTo>
                <a:lnTo>
                  <a:pt x="0" y="282575"/>
                </a:lnTo>
                <a:lnTo>
                  <a:pt x="2778" y="305749"/>
                </a:lnTo>
                <a:lnTo>
                  <a:pt x="24360" y="350479"/>
                </a:lnTo>
                <a:lnTo>
                  <a:pt x="65870" y="392564"/>
                </a:lnTo>
                <a:lnTo>
                  <a:pt x="125582" y="431421"/>
                </a:lnTo>
                <a:lnTo>
                  <a:pt x="161724" y="449458"/>
                </a:lnTo>
                <a:lnTo>
                  <a:pt x="201770" y="466470"/>
                </a:lnTo>
                <a:lnTo>
                  <a:pt x="245504" y="482384"/>
                </a:lnTo>
                <a:lnTo>
                  <a:pt x="292709" y="497127"/>
                </a:lnTo>
                <a:lnTo>
                  <a:pt x="343171" y="510628"/>
                </a:lnTo>
                <a:lnTo>
                  <a:pt x="396673" y="522812"/>
                </a:lnTo>
                <a:lnTo>
                  <a:pt x="453000" y="533608"/>
                </a:lnTo>
                <a:lnTo>
                  <a:pt x="511936" y="542943"/>
                </a:lnTo>
                <a:lnTo>
                  <a:pt x="573266" y="550743"/>
                </a:lnTo>
                <a:lnTo>
                  <a:pt x="636773" y="556937"/>
                </a:lnTo>
                <a:lnTo>
                  <a:pt x="702242" y="561451"/>
                </a:lnTo>
                <a:lnTo>
                  <a:pt x="769457" y="564213"/>
                </a:lnTo>
                <a:lnTo>
                  <a:pt x="838203" y="565150"/>
                </a:lnTo>
                <a:lnTo>
                  <a:pt x="906947" y="564213"/>
                </a:lnTo>
                <a:lnTo>
                  <a:pt x="974161" y="561451"/>
                </a:lnTo>
                <a:lnTo>
                  <a:pt x="1039629" y="556937"/>
                </a:lnTo>
                <a:lnTo>
                  <a:pt x="1103135" y="550743"/>
                </a:lnTo>
                <a:lnTo>
                  <a:pt x="1164464" y="542943"/>
                </a:lnTo>
                <a:lnTo>
                  <a:pt x="1223400" y="533608"/>
                </a:lnTo>
                <a:lnTo>
                  <a:pt x="1279727" y="522812"/>
                </a:lnTo>
                <a:lnTo>
                  <a:pt x="1333229" y="510628"/>
                </a:lnTo>
                <a:lnTo>
                  <a:pt x="1383691" y="497127"/>
                </a:lnTo>
                <a:lnTo>
                  <a:pt x="1430896" y="482384"/>
                </a:lnTo>
                <a:lnTo>
                  <a:pt x="1474630" y="466470"/>
                </a:lnTo>
                <a:lnTo>
                  <a:pt x="1514676" y="449458"/>
                </a:lnTo>
                <a:lnTo>
                  <a:pt x="1550819" y="431421"/>
                </a:lnTo>
                <a:lnTo>
                  <a:pt x="1610532" y="392564"/>
                </a:lnTo>
                <a:lnTo>
                  <a:pt x="1652042" y="350479"/>
                </a:lnTo>
                <a:lnTo>
                  <a:pt x="1673625" y="305749"/>
                </a:lnTo>
                <a:lnTo>
                  <a:pt x="1676403" y="282575"/>
                </a:lnTo>
                <a:lnTo>
                  <a:pt x="1673625" y="259400"/>
                </a:lnTo>
                <a:lnTo>
                  <a:pt x="1652042" y="214670"/>
                </a:lnTo>
                <a:lnTo>
                  <a:pt x="1610532" y="172585"/>
                </a:lnTo>
                <a:lnTo>
                  <a:pt x="1550819" y="133728"/>
                </a:lnTo>
                <a:lnTo>
                  <a:pt x="1514676" y="115691"/>
                </a:lnTo>
                <a:lnTo>
                  <a:pt x="1474630" y="98679"/>
                </a:lnTo>
                <a:lnTo>
                  <a:pt x="1430896" y="82765"/>
                </a:lnTo>
                <a:lnTo>
                  <a:pt x="1383691" y="68022"/>
                </a:lnTo>
                <a:lnTo>
                  <a:pt x="1333229" y="54521"/>
                </a:lnTo>
                <a:lnTo>
                  <a:pt x="1279727" y="42337"/>
                </a:lnTo>
                <a:lnTo>
                  <a:pt x="1223400" y="31541"/>
                </a:lnTo>
                <a:lnTo>
                  <a:pt x="1164464" y="22206"/>
                </a:lnTo>
                <a:lnTo>
                  <a:pt x="1103135" y="14406"/>
                </a:lnTo>
                <a:lnTo>
                  <a:pt x="1039629" y="8212"/>
                </a:lnTo>
                <a:lnTo>
                  <a:pt x="974161" y="3698"/>
                </a:lnTo>
                <a:lnTo>
                  <a:pt x="906947" y="936"/>
                </a:lnTo>
                <a:lnTo>
                  <a:pt x="838203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612897" y="1220470"/>
            <a:ext cx="1676400" cy="565150"/>
          </a:xfrm>
          <a:custGeom>
            <a:avLst/>
            <a:gdLst/>
            <a:ahLst/>
            <a:cxnLst/>
            <a:rect l="l" t="t" r="r" b="b"/>
            <a:pathLst>
              <a:path w="1676400" h="565150">
                <a:moveTo>
                  <a:pt x="0" y="282574"/>
                </a:moveTo>
                <a:lnTo>
                  <a:pt x="10970" y="236739"/>
                </a:lnTo>
                <a:lnTo>
                  <a:pt x="42731" y="193259"/>
                </a:lnTo>
                <a:lnTo>
                  <a:pt x="93558" y="152715"/>
                </a:lnTo>
                <a:lnTo>
                  <a:pt x="161723" y="115689"/>
                </a:lnTo>
                <a:lnTo>
                  <a:pt x="201769" y="98677"/>
                </a:lnTo>
                <a:lnTo>
                  <a:pt x="245502" y="82764"/>
                </a:lnTo>
                <a:lnTo>
                  <a:pt x="292708" y="68020"/>
                </a:lnTo>
                <a:lnTo>
                  <a:pt x="343169" y="54520"/>
                </a:lnTo>
                <a:lnTo>
                  <a:pt x="396671" y="42336"/>
                </a:lnTo>
                <a:lnTo>
                  <a:pt x="452998" y="31540"/>
                </a:lnTo>
                <a:lnTo>
                  <a:pt x="511934" y="22206"/>
                </a:lnTo>
                <a:lnTo>
                  <a:pt x="573263" y="14405"/>
                </a:lnTo>
                <a:lnTo>
                  <a:pt x="636770" y="8212"/>
                </a:lnTo>
                <a:lnTo>
                  <a:pt x="702239" y="3698"/>
                </a:lnTo>
                <a:lnTo>
                  <a:pt x="769454" y="936"/>
                </a:lnTo>
                <a:lnTo>
                  <a:pt x="838199" y="0"/>
                </a:lnTo>
                <a:lnTo>
                  <a:pt x="906945" y="936"/>
                </a:lnTo>
                <a:lnTo>
                  <a:pt x="974160" y="3698"/>
                </a:lnTo>
                <a:lnTo>
                  <a:pt x="1039630" y="8212"/>
                </a:lnTo>
                <a:lnTo>
                  <a:pt x="1103137" y="14405"/>
                </a:lnTo>
                <a:lnTo>
                  <a:pt x="1164466" y="22206"/>
                </a:lnTo>
                <a:lnTo>
                  <a:pt x="1223402" y="31540"/>
                </a:lnTo>
                <a:lnTo>
                  <a:pt x="1279729" y="42336"/>
                </a:lnTo>
                <a:lnTo>
                  <a:pt x="1333231" y="54520"/>
                </a:lnTo>
                <a:lnTo>
                  <a:pt x="1383692" y="68020"/>
                </a:lnTo>
                <a:lnTo>
                  <a:pt x="1430897" y="82764"/>
                </a:lnTo>
                <a:lnTo>
                  <a:pt x="1474630" y="98677"/>
                </a:lnTo>
                <a:lnTo>
                  <a:pt x="1514676" y="115689"/>
                </a:lnTo>
                <a:lnTo>
                  <a:pt x="1550818" y="133726"/>
                </a:lnTo>
                <a:lnTo>
                  <a:pt x="1610529" y="172583"/>
                </a:lnTo>
                <a:lnTo>
                  <a:pt x="1652038" y="214668"/>
                </a:lnTo>
                <a:lnTo>
                  <a:pt x="1673620" y="259398"/>
                </a:lnTo>
                <a:lnTo>
                  <a:pt x="1676398" y="282574"/>
                </a:lnTo>
                <a:lnTo>
                  <a:pt x="1673620" y="305750"/>
                </a:lnTo>
                <a:lnTo>
                  <a:pt x="1652038" y="350480"/>
                </a:lnTo>
                <a:lnTo>
                  <a:pt x="1610529" y="392565"/>
                </a:lnTo>
                <a:lnTo>
                  <a:pt x="1550818" y="431422"/>
                </a:lnTo>
                <a:lnTo>
                  <a:pt x="1514676" y="449459"/>
                </a:lnTo>
                <a:lnTo>
                  <a:pt x="1474630" y="466471"/>
                </a:lnTo>
                <a:lnTo>
                  <a:pt x="1430897" y="482385"/>
                </a:lnTo>
                <a:lnTo>
                  <a:pt x="1383692" y="497128"/>
                </a:lnTo>
                <a:lnTo>
                  <a:pt x="1333231" y="510628"/>
                </a:lnTo>
                <a:lnTo>
                  <a:pt x="1279729" y="522813"/>
                </a:lnTo>
                <a:lnTo>
                  <a:pt x="1223402" y="533608"/>
                </a:lnTo>
                <a:lnTo>
                  <a:pt x="1164466" y="542943"/>
                </a:lnTo>
                <a:lnTo>
                  <a:pt x="1103137" y="550743"/>
                </a:lnTo>
                <a:lnTo>
                  <a:pt x="1039630" y="556936"/>
                </a:lnTo>
                <a:lnTo>
                  <a:pt x="974160" y="561450"/>
                </a:lnTo>
                <a:lnTo>
                  <a:pt x="906945" y="564212"/>
                </a:lnTo>
                <a:lnTo>
                  <a:pt x="838199" y="565149"/>
                </a:lnTo>
                <a:lnTo>
                  <a:pt x="769454" y="564212"/>
                </a:lnTo>
                <a:lnTo>
                  <a:pt x="702239" y="561450"/>
                </a:lnTo>
                <a:lnTo>
                  <a:pt x="636770" y="556936"/>
                </a:lnTo>
                <a:lnTo>
                  <a:pt x="573263" y="550743"/>
                </a:lnTo>
                <a:lnTo>
                  <a:pt x="511934" y="542943"/>
                </a:lnTo>
                <a:lnTo>
                  <a:pt x="452998" y="533608"/>
                </a:lnTo>
                <a:lnTo>
                  <a:pt x="396671" y="522813"/>
                </a:lnTo>
                <a:lnTo>
                  <a:pt x="343169" y="510628"/>
                </a:lnTo>
                <a:lnTo>
                  <a:pt x="292708" y="497128"/>
                </a:lnTo>
                <a:lnTo>
                  <a:pt x="245502" y="482385"/>
                </a:lnTo>
                <a:lnTo>
                  <a:pt x="201769" y="466471"/>
                </a:lnTo>
                <a:lnTo>
                  <a:pt x="161723" y="449459"/>
                </a:lnTo>
                <a:lnTo>
                  <a:pt x="125581" y="431422"/>
                </a:lnTo>
                <a:lnTo>
                  <a:pt x="65869" y="392565"/>
                </a:lnTo>
                <a:lnTo>
                  <a:pt x="24360" y="350480"/>
                </a:lnTo>
                <a:lnTo>
                  <a:pt x="2778" y="305750"/>
                </a:lnTo>
                <a:lnTo>
                  <a:pt x="0" y="282574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413001" y="1785620"/>
            <a:ext cx="38100" cy="332105"/>
          </a:xfrm>
          <a:custGeom>
            <a:avLst/>
            <a:gdLst/>
            <a:ahLst/>
            <a:cxnLst/>
            <a:rect l="l" t="t" r="r" b="b"/>
            <a:pathLst>
              <a:path w="38100" h="332105">
                <a:moveTo>
                  <a:pt x="38099" y="0"/>
                </a:moveTo>
                <a:lnTo>
                  <a:pt x="0" y="331787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413001" y="2744470"/>
            <a:ext cx="0" cy="228600"/>
          </a:xfrm>
          <a:custGeom>
            <a:avLst/>
            <a:gdLst/>
            <a:ahLst/>
            <a:cxnLst/>
            <a:rect l="l" t="t" r="r" b="b"/>
            <a:pathLst>
              <a:path h="228600">
                <a:moveTo>
                  <a:pt x="0" y="0"/>
                </a:moveTo>
                <a:lnTo>
                  <a:pt x="0" y="22859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413001" y="3920808"/>
            <a:ext cx="0" cy="414655"/>
          </a:xfrm>
          <a:custGeom>
            <a:avLst/>
            <a:gdLst/>
            <a:ahLst/>
            <a:cxnLst/>
            <a:rect l="l" t="t" r="r" b="b"/>
            <a:pathLst>
              <a:path h="414654">
                <a:moveTo>
                  <a:pt x="0" y="0"/>
                </a:moveTo>
                <a:lnTo>
                  <a:pt x="0" y="414336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517901" y="2431733"/>
            <a:ext cx="533400" cy="101600"/>
          </a:xfrm>
          <a:custGeom>
            <a:avLst/>
            <a:gdLst/>
            <a:ahLst/>
            <a:cxnLst/>
            <a:rect l="l" t="t" r="r" b="b"/>
            <a:pathLst>
              <a:path w="533400" h="101600">
                <a:moveTo>
                  <a:pt x="0" y="0"/>
                </a:moveTo>
                <a:lnTo>
                  <a:pt x="533399" y="10159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956300" y="2533332"/>
            <a:ext cx="228600" cy="211454"/>
          </a:xfrm>
          <a:custGeom>
            <a:avLst/>
            <a:gdLst/>
            <a:ahLst/>
            <a:cxnLst/>
            <a:rect l="l" t="t" r="r" b="b"/>
            <a:pathLst>
              <a:path w="228600" h="211455">
                <a:moveTo>
                  <a:pt x="0" y="0"/>
                </a:moveTo>
                <a:lnTo>
                  <a:pt x="228599" y="211137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517901" y="4097021"/>
            <a:ext cx="800100" cy="552450"/>
          </a:xfrm>
          <a:custGeom>
            <a:avLst/>
            <a:gdLst/>
            <a:ahLst/>
            <a:cxnLst/>
            <a:rect l="l" t="t" r="r" b="b"/>
            <a:pathLst>
              <a:path w="800100" h="552450">
                <a:moveTo>
                  <a:pt x="0" y="552449"/>
                </a:moveTo>
                <a:lnTo>
                  <a:pt x="800099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270500" y="2746058"/>
            <a:ext cx="914400" cy="876300"/>
          </a:xfrm>
          <a:custGeom>
            <a:avLst/>
            <a:gdLst/>
            <a:ahLst/>
            <a:cxnLst/>
            <a:rect l="l" t="t" r="r" b="b"/>
            <a:pathLst>
              <a:path w="914400" h="876300">
                <a:moveTo>
                  <a:pt x="0" y="876299"/>
                </a:moveTo>
                <a:lnTo>
                  <a:pt x="914399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965701" y="4571683"/>
            <a:ext cx="304800" cy="503555"/>
          </a:xfrm>
          <a:custGeom>
            <a:avLst/>
            <a:gdLst/>
            <a:ahLst/>
            <a:cxnLst/>
            <a:rect l="l" t="t" r="r" b="b"/>
            <a:pathLst>
              <a:path w="304800" h="503554">
                <a:moveTo>
                  <a:pt x="304799" y="0"/>
                </a:moveTo>
                <a:lnTo>
                  <a:pt x="0" y="503236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8394700" y="2395220"/>
            <a:ext cx="228600" cy="349250"/>
          </a:xfrm>
          <a:custGeom>
            <a:avLst/>
            <a:gdLst/>
            <a:ahLst/>
            <a:cxnLst/>
            <a:rect l="l" t="t" r="r" b="b"/>
            <a:pathLst>
              <a:path w="228600" h="349250">
                <a:moveTo>
                  <a:pt x="0" y="349249"/>
                </a:moveTo>
                <a:lnTo>
                  <a:pt x="228599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289800" y="3076258"/>
            <a:ext cx="1028700" cy="425450"/>
          </a:xfrm>
          <a:custGeom>
            <a:avLst/>
            <a:gdLst/>
            <a:ahLst/>
            <a:cxnLst/>
            <a:rect l="l" t="t" r="r" b="b"/>
            <a:pathLst>
              <a:path w="1028700" h="425450">
                <a:moveTo>
                  <a:pt x="0" y="0"/>
                </a:moveTo>
                <a:lnTo>
                  <a:pt x="1028699" y="42544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7289800" y="3076258"/>
            <a:ext cx="589280" cy="882650"/>
          </a:xfrm>
          <a:custGeom>
            <a:avLst/>
            <a:gdLst/>
            <a:ahLst/>
            <a:cxnLst/>
            <a:rect l="l" t="t" r="r" b="b"/>
            <a:pathLst>
              <a:path w="589279" h="882650">
                <a:moveTo>
                  <a:pt x="0" y="0"/>
                </a:moveTo>
                <a:lnTo>
                  <a:pt x="588962" y="88264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7289800" y="3076258"/>
            <a:ext cx="114300" cy="1433830"/>
          </a:xfrm>
          <a:custGeom>
            <a:avLst/>
            <a:gdLst/>
            <a:ahLst/>
            <a:cxnLst/>
            <a:rect l="l" t="t" r="r" b="b"/>
            <a:pathLst>
              <a:path w="114300" h="1433829">
                <a:moveTo>
                  <a:pt x="0" y="0"/>
                </a:moveTo>
                <a:lnTo>
                  <a:pt x="114299" y="143350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3360420" y="5161915"/>
            <a:ext cx="4729480" cy="1511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049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Datum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5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latin typeface="Tahoma"/>
                <a:cs typeface="Tahoma"/>
              </a:rPr>
              <a:t>Sicht </a:t>
            </a:r>
            <a:r>
              <a:rPr sz="2400" b="1" dirty="0">
                <a:latin typeface="Tahoma"/>
                <a:cs typeface="Tahoma"/>
              </a:rPr>
              <a:t>2:</a:t>
            </a:r>
            <a:r>
              <a:rPr sz="2400" b="1" spc="-40" dirty="0">
                <a:latin typeface="Tahoma"/>
                <a:cs typeface="Tahoma"/>
              </a:rPr>
              <a:t> </a:t>
            </a:r>
            <a:r>
              <a:rPr sz="2400" b="1" spc="-5" dirty="0">
                <a:latin typeface="Tahoma"/>
                <a:cs typeface="Tahoma"/>
              </a:rPr>
              <a:t>Bibliotheksverwaltung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46" name="object 4">
            <a:extLst>
              <a:ext uri="{FF2B5EF4-FFF2-40B4-BE49-F238E27FC236}">
                <a16:creationId xmlns:a16="http://schemas.microsoft.com/office/drawing/2014/main" id="{C094B3DE-36E7-EC09-3F6C-939EA5D84654}"/>
              </a:ext>
            </a:extLst>
          </p:cNvPr>
          <p:cNvSpPr txBox="1"/>
          <p:nvPr/>
        </p:nvSpPr>
        <p:spPr>
          <a:xfrm>
            <a:off x="1921824" y="1328646"/>
            <a:ext cx="10585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de-DE" sz="24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Fakultät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84297" y="1842774"/>
            <a:ext cx="2209800" cy="500778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130175" rIns="0" bIns="0" rtlCol="0">
            <a:spAutoFit/>
          </a:bodyPr>
          <a:lstStyle/>
          <a:p>
            <a:pPr marL="345440">
              <a:lnSpc>
                <a:spcPct val="100000"/>
              </a:lnSpc>
              <a:spcBef>
                <a:spcPts val="1025"/>
              </a:spcBef>
            </a:pPr>
            <a:r>
              <a:rPr sz="2400" spc="-30" dirty="0">
                <a:solidFill>
                  <a:schemeClr val="tx1"/>
                </a:solidFill>
                <a:latin typeface="Times New Roman"/>
                <a:cs typeface="Times New Roman"/>
              </a:rPr>
              <a:t>Vorlesungen</a:t>
            </a:r>
            <a:endParaRPr sz="24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84297" y="3997210"/>
            <a:ext cx="2209800" cy="627380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130175" rIns="0" bIns="0" rtlCol="0">
            <a:spAutoFit/>
          </a:bodyPr>
          <a:lstStyle/>
          <a:p>
            <a:pPr marL="523240">
              <a:lnSpc>
                <a:spcPct val="100000"/>
              </a:lnSpc>
              <a:spcBef>
                <a:spcPts val="1025"/>
              </a:spcBef>
            </a:pPr>
            <a:r>
              <a:rPr sz="2400" spc="-5" dirty="0">
                <a:latin typeface="Times New Roman"/>
                <a:cs typeface="Times New Roman"/>
              </a:rPr>
              <a:t>Dozenten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61100" y="2074748"/>
            <a:ext cx="2209800" cy="663575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148590" rIns="0" bIns="0" rtlCol="0">
            <a:spAutoFit/>
          </a:bodyPr>
          <a:lstStyle/>
          <a:p>
            <a:pPr marL="662940">
              <a:lnSpc>
                <a:spcPct val="100000"/>
              </a:lnSpc>
              <a:spcBef>
                <a:spcPts val="1170"/>
              </a:spcBef>
            </a:pPr>
            <a:r>
              <a:rPr sz="2400" spc="-5" dirty="0">
                <a:latin typeface="Times New Roman"/>
                <a:cs typeface="Times New Roman"/>
              </a:rPr>
              <a:t>Bücher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94700" y="2881198"/>
            <a:ext cx="1676400" cy="565150"/>
          </a:xfrm>
          <a:custGeom>
            <a:avLst/>
            <a:gdLst/>
            <a:ahLst/>
            <a:cxnLst/>
            <a:rect l="l" t="t" r="r" b="b"/>
            <a:pathLst>
              <a:path w="1676400" h="565150">
                <a:moveTo>
                  <a:pt x="838200" y="0"/>
                </a:moveTo>
                <a:lnTo>
                  <a:pt x="769454" y="936"/>
                </a:lnTo>
                <a:lnTo>
                  <a:pt x="702238" y="3698"/>
                </a:lnTo>
                <a:lnTo>
                  <a:pt x="636769" y="8212"/>
                </a:lnTo>
                <a:lnTo>
                  <a:pt x="573262" y="14406"/>
                </a:lnTo>
                <a:lnTo>
                  <a:pt x="511933" y="22206"/>
                </a:lnTo>
                <a:lnTo>
                  <a:pt x="452997" y="31541"/>
                </a:lnTo>
                <a:lnTo>
                  <a:pt x="396670" y="42337"/>
                </a:lnTo>
                <a:lnTo>
                  <a:pt x="343168" y="54521"/>
                </a:lnTo>
                <a:lnTo>
                  <a:pt x="292707" y="68022"/>
                </a:lnTo>
                <a:lnTo>
                  <a:pt x="245502" y="82765"/>
                </a:lnTo>
                <a:lnTo>
                  <a:pt x="201768" y="98679"/>
                </a:lnTo>
                <a:lnTo>
                  <a:pt x="161723" y="115691"/>
                </a:lnTo>
                <a:lnTo>
                  <a:pt x="125580" y="133728"/>
                </a:lnTo>
                <a:lnTo>
                  <a:pt x="65869" y="172585"/>
                </a:lnTo>
                <a:lnTo>
                  <a:pt x="24360" y="214670"/>
                </a:lnTo>
                <a:lnTo>
                  <a:pt x="2778" y="259400"/>
                </a:lnTo>
                <a:lnTo>
                  <a:pt x="0" y="282575"/>
                </a:lnTo>
                <a:lnTo>
                  <a:pt x="2778" y="305749"/>
                </a:lnTo>
                <a:lnTo>
                  <a:pt x="24360" y="350479"/>
                </a:lnTo>
                <a:lnTo>
                  <a:pt x="65869" y="392564"/>
                </a:lnTo>
                <a:lnTo>
                  <a:pt x="125580" y="431421"/>
                </a:lnTo>
                <a:lnTo>
                  <a:pt x="161723" y="449458"/>
                </a:lnTo>
                <a:lnTo>
                  <a:pt x="201768" y="466470"/>
                </a:lnTo>
                <a:lnTo>
                  <a:pt x="245502" y="482384"/>
                </a:lnTo>
                <a:lnTo>
                  <a:pt x="292707" y="497127"/>
                </a:lnTo>
                <a:lnTo>
                  <a:pt x="343168" y="510628"/>
                </a:lnTo>
                <a:lnTo>
                  <a:pt x="396670" y="522812"/>
                </a:lnTo>
                <a:lnTo>
                  <a:pt x="452997" y="533608"/>
                </a:lnTo>
                <a:lnTo>
                  <a:pt x="511933" y="542943"/>
                </a:lnTo>
                <a:lnTo>
                  <a:pt x="573262" y="550743"/>
                </a:lnTo>
                <a:lnTo>
                  <a:pt x="636769" y="556937"/>
                </a:lnTo>
                <a:lnTo>
                  <a:pt x="702238" y="561451"/>
                </a:lnTo>
                <a:lnTo>
                  <a:pt x="769454" y="564213"/>
                </a:lnTo>
                <a:lnTo>
                  <a:pt x="838200" y="565150"/>
                </a:lnTo>
                <a:lnTo>
                  <a:pt x="906944" y="564213"/>
                </a:lnTo>
                <a:lnTo>
                  <a:pt x="974157" y="561451"/>
                </a:lnTo>
                <a:lnTo>
                  <a:pt x="1039625" y="556937"/>
                </a:lnTo>
                <a:lnTo>
                  <a:pt x="1103132" y="550743"/>
                </a:lnTo>
                <a:lnTo>
                  <a:pt x="1164461" y="542943"/>
                </a:lnTo>
                <a:lnTo>
                  <a:pt x="1223396" y="533608"/>
                </a:lnTo>
                <a:lnTo>
                  <a:pt x="1279723" y="522812"/>
                </a:lnTo>
                <a:lnTo>
                  <a:pt x="1333225" y="510628"/>
                </a:lnTo>
                <a:lnTo>
                  <a:pt x="1383687" y="497127"/>
                </a:lnTo>
                <a:lnTo>
                  <a:pt x="1430893" y="482384"/>
                </a:lnTo>
                <a:lnTo>
                  <a:pt x="1474626" y="466470"/>
                </a:lnTo>
                <a:lnTo>
                  <a:pt x="1514673" y="449458"/>
                </a:lnTo>
                <a:lnTo>
                  <a:pt x="1550815" y="431421"/>
                </a:lnTo>
                <a:lnTo>
                  <a:pt x="1610528" y="392564"/>
                </a:lnTo>
                <a:lnTo>
                  <a:pt x="1652039" y="350479"/>
                </a:lnTo>
                <a:lnTo>
                  <a:pt x="1673621" y="305749"/>
                </a:lnTo>
                <a:lnTo>
                  <a:pt x="1676400" y="282575"/>
                </a:lnTo>
                <a:lnTo>
                  <a:pt x="1673621" y="259400"/>
                </a:lnTo>
                <a:lnTo>
                  <a:pt x="1652039" y="214670"/>
                </a:lnTo>
                <a:lnTo>
                  <a:pt x="1610528" y="172585"/>
                </a:lnTo>
                <a:lnTo>
                  <a:pt x="1550815" y="133728"/>
                </a:lnTo>
                <a:lnTo>
                  <a:pt x="1514673" y="115691"/>
                </a:lnTo>
                <a:lnTo>
                  <a:pt x="1474626" y="98679"/>
                </a:lnTo>
                <a:lnTo>
                  <a:pt x="1430893" y="82765"/>
                </a:lnTo>
                <a:lnTo>
                  <a:pt x="1383687" y="68022"/>
                </a:lnTo>
                <a:lnTo>
                  <a:pt x="1333225" y="54521"/>
                </a:lnTo>
                <a:lnTo>
                  <a:pt x="1279723" y="42337"/>
                </a:lnTo>
                <a:lnTo>
                  <a:pt x="1223396" y="31541"/>
                </a:lnTo>
                <a:lnTo>
                  <a:pt x="1164461" y="22206"/>
                </a:lnTo>
                <a:lnTo>
                  <a:pt x="1103132" y="14406"/>
                </a:lnTo>
                <a:lnTo>
                  <a:pt x="1039625" y="8212"/>
                </a:lnTo>
                <a:lnTo>
                  <a:pt x="974157" y="3698"/>
                </a:lnTo>
                <a:lnTo>
                  <a:pt x="906944" y="936"/>
                </a:lnTo>
                <a:lnTo>
                  <a:pt x="838200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394700" y="2881198"/>
            <a:ext cx="1676400" cy="565150"/>
          </a:xfrm>
          <a:custGeom>
            <a:avLst/>
            <a:gdLst/>
            <a:ahLst/>
            <a:cxnLst/>
            <a:rect l="l" t="t" r="r" b="b"/>
            <a:pathLst>
              <a:path w="1676400" h="565150">
                <a:moveTo>
                  <a:pt x="0" y="282574"/>
                </a:moveTo>
                <a:lnTo>
                  <a:pt x="10970" y="236739"/>
                </a:lnTo>
                <a:lnTo>
                  <a:pt x="42731" y="193259"/>
                </a:lnTo>
                <a:lnTo>
                  <a:pt x="93558" y="152715"/>
                </a:lnTo>
                <a:lnTo>
                  <a:pt x="161723" y="115689"/>
                </a:lnTo>
                <a:lnTo>
                  <a:pt x="201769" y="98678"/>
                </a:lnTo>
                <a:lnTo>
                  <a:pt x="245503" y="82764"/>
                </a:lnTo>
                <a:lnTo>
                  <a:pt x="292708" y="68020"/>
                </a:lnTo>
                <a:lnTo>
                  <a:pt x="343169" y="54520"/>
                </a:lnTo>
                <a:lnTo>
                  <a:pt x="396671" y="42336"/>
                </a:lnTo>
                <a:lnTo>
                  <a:pt x="452998" y="31540"/>
                </a:lnTo>
                <a:lnTo>
                  <a:pt x="511934" y="22206"/>
                </a:lnTo>
                <a:lnTo>
                  <a:pt x="573263" y="14405"/>
                </a:lnTo>
                <a:lnTo>
                  <a:pt x="636770" y="8212"/>
                </a:lnTo>
                <a:lnTo>
                  <a:pt x="702239" y="3698"/>
                </a:lnTo>
                <a:lnTo>
                  <a:pt x="769454" y="936"/>
                </a:lnTo>
                <a:lnTo>
                  <a:pt x="838199" y="0"/>
                </a:lnTo>
                <a:lnTo>
                  <a:pt x="906945" y="936"/>
                </a:lnTo>
                <a:lnTo>
                  <a:pt x="974161" y="3698"/>
                </a:lnTo>
                <a:lnTo>
                  <a:pt x="1039630" y="8212"/>
                </a:lnTo>
                <a:lnTo>
                  <a:pt x="1103137" y="14405"/>
                </a:lnTo>
                <a:lnTo>
                  <a:pt x="1164466" y="22206"/>
                </a:lnTo>
                <a:lnTo>
                  <a:pt x="1223402" y="31540"/>
                </a:lnTo>
                <a:lnTo>
                  <a:pt x="1279729" y="42336"/>
                </a:lnTo>
                <a:lnTo>
                  <a:pt x="1333231" y="54520"/>
                </a:lnTo>
                <a:lnTo>
                  <a:pt x="1383692" y="68020"/>
                </a:lnTo>
                <a:lnTo>
                  <a:pt x="1430897" y="82764"/>
                </a:lnTo>
                <a:lnTo>
                  <a:pt x="1474631" y="98678"/>
                </a:lnTo>
                <a:lnTo>
                  <a:pt x="1514676" y="115689"/>
                </a:lnTo>
                <a:lnTo>
                  <a:pt x="1550818" y="133726"/>
                </a:lnTo>
                <a:lnTo>
                  <a:pt x="1610529" y="172583"/>
                </a:lnTo>
                <a:lnTo>
                  <a:pt x="1652038" y="214668"/>
                </a:lnTo>
                <a:lnTo>
                  <a:pt x="1673620" y="259399"/>
                </a:lnTo>
                <a:lnTo>
                  <a:pt x="1676399" y="282574"/>
                </a:lnTo>
                <a:lnTo>
                  <a:pt x="1673620" y="305750"/>
                </a:lnTo>
                <a:lnTo>
                  <a:pt x="1652038" y="350480"/>
                </a:lnTo>
                <a:lnTo>
                  <a:pt x="1610529" y="392565"/>
                </a:lnTo>
                <a:lnTo>
                  <a:pt x="1550818" y="431423"/>
                </a:lnTo>
                <a:lnTo>
                  <a:pt x="1514676" y="449459"/>
                </a:lnTo>
                <a:lnTo>
                  <a:pt x="1474631" y="466471"/>
                </a:lnTo>
                <a:lnTo>
                  <a:pt x="1430897" y="482385"/>
                </a:lnTo>
                <a:lnTo>
                  <a:pt x="1383692" y="497128"/>
                </a:lnTo>
                <a:lnTo>
                  <a:pt x="1333231" y="510629"/>
                </a:lnTo>
                <a:lnTo>
                  <a:pt x="1279729" y="522813"/>
                </a:lnTo>
                <a:lnTo>
                  <a:pt x="1223402" y="533609"/>
                </a:lnTo>
                <a:lnTo>
                  <a:pt x="1164466" y="542943"/>
                </a:lnTo>
                <a:lnTo>
                  <a:pt x="1103137" y="550743"/>
                </a:lnTo>
                <a:lnTo>
                  <a:pt x="1039630" y="556937"/>
                </a:lnTo>
                <a:lnTo>
                  <a:pt x="974161" y="561451"/>
                </a:lnTo>
                <a:lnTo>
                  <a:pt x="906945" y="564212"/>
                </a:lnTo>
                <a:lnTo>
                  <a:pt x="838199" y="565149"/>
                </a:lnTo>
                <a:lnTo>
                  <a:pt x="769454" y="564212"/>
                </a:lnTo>
                <a:lnTo>
                  <a:pt x="702239" y="561451"/>
                </a:lnTo>
                <a:lnTo>
                  <a:pt x="636770" y="556937"/>
                </a:lnTo>
                <a:lnTo>
                  <a:pt x="573263" y="550743"/>
                </a:lnTo>
                <a:lnTo>
                  <a:pt x="511934" y="542943"/>
                </a:lnTo>
                <a:lnTo>
                  <a:pt x="452998" y="533609"/>
                </a:lnTo>
                <a:lnTo>
                  <a:pt x="396671" y="522813"/>
                </a:lnTo>
                <a:lnTo>
                  <a:pt x="343169" y="510629"/>
                </a:lnTo>
                <a:lnTo>
                  <a:pt x="292708" y="497128"/>
                </a:lnTo>
                <a:lnTo>
                  <a:pt x="245503" y="482385"/>
                </a:lnTo>
                <a:lnTo>
                  <a:pt x="201769" y="466471"/>
                </a:lnTo>
                <a:lnTo>
                  <a:pt x="161723" y="449459"/>
                </a:lnTo>
                <a:lnTo>
                  <a:pt x="125581" y="431423"/>
                </a:lnTo>
                <a:lnTo>
                  <a:pt x="65869" y="392565"/>
                </a:lnTo>
                <a:lnTo>
                  <a:pt x="24360" y="350480"/>
                </a:lnTo>
                <a:lnTo>
                  <a:pt x="2778" y="305750"/>
                </a:lnTo>
                <a:lnTo>
                  <a:pt x="0" y="282574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934844" y="2968193"/>
            <a:ext cx="5905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heavy" spc="-8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ite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708900" y="3527310"/>
            <a:ext cx="1676400" cy="644525"/>
          </a:xfrm>
          <a:custGeom>
            <a:avLst/>
            <a:gdLst/>
            <a:ahLst/>
            <a:cxnLst/>
            <a:rect l="l" t="t" r="r" b="b"/>
            <a:pathLst>
              <a:path w="1676400" h="644525">
                <a:moveTo>
                  <a:pt x="838200" y="0"/>
                </a:moveTo>
                <a:lnTo>
                  <a:pt x="772694" y="969"/>
                </a:lnTo>
                <a:lnTo>
                  <a:pt x="708568" y="3830"/>
                </a:lnTo>
                <a:lnTo>
                  <a:pt x="646007" y="8511"/>
                </a:lnTo>
                <a:lnTo>
                  <a:pt x="585198" y="14940"/>
                </a:lnTo>
                <a:lnTo>
                  <a:pt x="526326" y="23045"/>
                </a:lnTo>
                <a:lnTo>
                  <a:pt x="469579" y="32755"/>
                </a:lnTo>
                <a:lnTo>
                  <a:pt x="415143" y="43998"/>
                </a:lnTo>
                <a:lnTo>
                  <a:pt x="363203" y="56703"/>
                </a:lnTo>
                <a:lnTo>
                  <a:pt x="313947" y="70798"/>
                </a:lnTo>
                <a:lnTo>
                  <a:pt x="267561" y="86211"/>
                </a:lnTo>
                <a:lnTo>
                  <a:pt x="224230" y="102870"/>
                </a:lnTo>
                <a:lnTo>
                  <a:pt x="184142" y="120704"/>
                </a:lnTo>
                <a:lnTo>
                  <a:pt x="147482" y="139642"/>
                </a:lnTo>
                <a:lnTo>
                  <a:pt x="114438" y="159611"/>
                </a:lnTo>
                <a:lnTo>
                  <a:pt x="59939" y="202358"/>
                </a:lnTo>
                <a:lnTo>
                  <a:pt x="22137" y="248371"/>
                </a:lnTo>
                <a:lnTo>
                  <a:pt x="2521" y="297078"/>
                </a:lnTo>
                <a:lnTo>
                  <a:pt x="0" y="322262"/>
                </a:lnTo>
                <a:lnTo>
                  <a:pt x="2521" y="347446"/>
                </a:lnTo>
                <a:lnTo>
                  <a:pt x="22137" y="396153"/>
                </a:lnTo>
                <a:lnTo>
                  <a:pt x="59939" y="442166"/>
                </a:lnTo>
                <a:lnTo>
                  <a:pt x="114438" y="484913"/>
                </a:lnTo>
                <a:lnTo>
                  <a:pt x="147482" y="504882"/>
                </a:lnTo>
                <a:lnTo>
                  <a:pt x="184142" y="523820"/>
                </a:lnTo>
                <a:lnTo>
                  <a:pt x="224230" y="541654"/>
                </a:lnTo>
                <a:lnTo>
                  <a:pt x="267561" y="558313"/>
                </a:lnTo>
                <a:lnTo>
                  <a:pt x="313947" y="573726"/>
                </a:lnTo>
                <a:lnTo>
                  <a:pt x="363203" y="587821"/>
                </a:lnTo>
                <a:lnTo>
                  <a:pt x="415143" y="600526"/>
                </a:lnTo>
                <a:lnTo>
                  <a:pt x="469579" y="611769"/>
                </a:lnTo>
                <a:lnTo>
                  <a:pt x="526326" y="621479"/>
                </a:lnTo>
                <a:lnTo>
                  <a:pt x="585198" y="629584"/>
                </a:lnTo>
                <a:lnTo>
                  <a:pt x="646007" y="636013"/>
                </a:lnTo>
                <a:lnTo>
                  <a:pt x="708568" y="640694"/>
                </a:lnTo>
                <a:lnTo>
                  <a:pt x="772694" y="643555"/>
                </a:lnTo>
                <a:lnTo>
                  <a:pt x="838200" y="644525"/>
                </a:lnTo>
                <a:lnTo>
                  <a:pt x="903703" y="643555"/>
                </a:lnTo>
                <a:lnTo>
                  <a:pt x="967828" y="640694"/>
                </a:lnTo>
                <a:lnTo>
                  <a:pt x="1030388" y="636013"/>
                </a:lnTo>
                <a:lnTo>
                  <a:pt x="1091197" y="629584"/>
                </a:lnTo>
                <a:lnTo>
                  <a:pt x="1150067" y="621479"/>
                </a:lnTo>
                <a:lnTo>
                  <a:pt x="1206814" y="611769"/>
                </a:lnTo>
                <a:lnTo>
                  <a:pt x="1261251" y="600526"/>
                </a:lnTo>
                <a:lnTo>
                  <a:pt x="1313190" y="587821"/>
                </a:lnTo>
                <a:lnTo>
                  <a:pt x="1362447" y="573726"/>
                </a:lnTo>
                <a:lnTo>
                  <a:pt x="1408833" y="558313"/>
                </a:lnTo>
                <a:lnTo>
                  <a:pt x="1452164" y="541654"/>
                </a:lnTo>
                <a:lnTo>
                  <a:pt x="1492253" y="523820"/>
                </a:lnTo>
                <a:lnTo>
                  <a:pt x="1528913" y="504882"/>
                </a:lnTo>
                <a:lnTo>
                  <a:pt x="1561958" y="484913"/>
                </a:lnTo>
                <a:lnTo>
                  <a:pt x="1616458" y="442166"/>
                </a:lnTo>
                <a:lnTo>
                  <a:pt x="1654262" y="396153"/>
                </a:lnTo>
                <a:lnTo>
                  <a:pt x="1673878" y="347446"/>
                </a:lnTo>
                <a:lnTo>
                  <a:pt x="1676400" y="322262"/>
                </a:lnTo>
                <a:lnTo>
                  <a:pt x="1673878" y="297078"/>
                </a:lnTo>
                <a:lnTo>
                  <a:pt x="1654262" y="248371"/>
                </a:lnTo>
                <a:lnTo>
                  <a:pt x="1616458" y="202358"/>
                </a:lnTo>
                <a:lnTo>
                  <a:pt x="1561958" y="159611"/>
                </a:lnTo>
                <a:lnTo>
                  <a:pt x="1528913" y="139642"/>
                </a:lnTo>
                <a:lnTo>
                  <a:pt x="1492253" y="120704"/>
                </a:lnTo>
                <a:lnTo>
                  <a:pt x="1452164" y="102870"/>
                </a:lnTo>
                <a:lnTo>
                  <a:pt x="1408833" y="86211"/>
                </a:lnTo>
                <a:lnTo>
                  <a:pt x="1362447" y="70798"/>
                </a:lnTo>
                <a:lnTo>
                  <a:pt x="1313190" y="56703"/>
                </a:lnTo>
                <a:lnTo>
                  <a:pt x="1261251" y="43998"/>
                </a:lnTo>
                <a:lnTo>
                  <a:pt x="1206814" y="32755"/>
                </a:lnTo>
                <a:lnTo>
                  <a:pt x="1150067" y="23045"/>
                </a:lnTo>
                <a:lnTo>
                  <a:pt x="1091197" y="14940"/>
                </a:lnTo>
                <a:lnTo>
                  <a:pt x="1030388" y="8511"/>
                </a:lnTo>
                <a:lnTo>
                  <a:pt x="967828" y="3830"/>
                </a:lnTo>
                <a:lnTo>
                  <a:pt x="903703" y="969"/>
                </a:lnTo>
                <a:lnTo>
                  <a:pt x="838200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708900" y="3527310"/>
            <a:ext cx="1676400" cy="644525"/>
          </a:xfrm>
          <a:custGeom>
            <a:avLst/>
            <a:gdLst/>
            <a:ahLst/>
            <a:cxnLst/>
            <a:rect l="l" t="t" r="r" b="b"/>
            <a:pathLst>
              <a:path w="1676400" h="644525">
                <a:moveTo>
                  <a:pt x="0" y="322262"/>
                </a:moveTo>
                <a:lnTo>
                  <a:pt x="9963" y="272423"/>
                </a:lnTo>
                <a:lnTo>
                  <a:pt x="38858" y="224991"/>
                </a:lnTo>
                <a:lnTo>
                  <a:pt x="85195" y="180539"/>
                </a:lnTo>
                <a:lnTo>
                  <a:pt x="147483" y="139641"/>
                </a:lnTo>
                <a:lnTo>
                  <a:pt x="184142" y="120703"/>
                </a:lnTo>
                <a:lnTo>
                  <a:pt x="224231" y="102869"/>
                </a:lnTo>
                <a:lnTo>
                  <a:pt x="267561" y="86210"/>
                </a:lnTo>
                <a:lnTo>
                  <a:pt x="313948" y="70797"/>
                </a:lnTo>
                <a:lnTo>
                  <a:pt x="363204" y="56702"/>
                </a:lnTo>
                <a:lnTo>
                  <a:pt x="415143" y="43998"/>
                </a:lnTo>
                <a:lnTo>
                  <a:pt x="469580" y="32755"/>
                </a:lnTo>
                <a:lnTo>
                  <a:pt x="526327" y="23045"/>
                </a:lnTo>
                <a:lnTo>
                  <a:pt x="585198" y="14939"/>
                </a:lnTo>
                <a:lnTo>
                  <a:pt x="646007" y="8511"/>
                </a:lnTo>
                <a:lnTo>
                  <a:pt x="708568" y="3830"/>
                </a:lnTo>
                <a:lnTo>
                  <a:pt x="772694" y="969"/>
                </a:lnTo>
                <a:lnTo>
                  <a:pt x="838199" y="0"/>
                </a:lnTo>
                <a:lnTo>
                  <a:pt x="903705" y="969"/>
                </a:lnTo>
                <a:lnTo>
                  <a:pt x="967831" y="3830"/>
                </a:lnTo>
                <a:lnTo>
                  <a:pt x="1030392" y="8511"/>
                </a:lnTo>
                <a:lnTo>
                  <a:pt x="1091202" y="14939"/>
                </a:lnTo>
                <a:lnTo>
                  <a:pt x="1150073" y="23045"/>
                </a:lnTo>
                <a:lnTo>
                  <a:pt x="1206820" y="32755"/>
                </a:lnTo>
                <a:lnTo>
                  <a:pt x="1261257" y="43998"/>
                </a:lnTo>
                <a:lnTo>
                  <a:pt x="1313196" y="56702"/>
                </a:lnTo>
                <a:lnTo>
                  <a:pt x="1362452" y="70797"/>
                </a:lnTo>
                <a:lnTo>
                  <a:pt x="1408839" y="86210"/>
                </a:lnTo>
                <a:lnTo>
                  <a:pt x="1452169" y="102869"/>
                </a:lnTo>
                <a:lnTo>
                  <a:pt x="1492257" y="120703"/>
                </a:lnTo>
                <a:lnTo>
                  <a:pt x="1528917" y="139641"/>
                </a:lnTo>
                <a:lnTo>
                  <a:pt x="1561961" y="159610"/>
                </a:lnTo>
                <a:lnTo>
                  <a:pt x="1616459" y="202357"/>
                </a:lnTo>
                <a:lnTo>
                  <a:pt x="1654261" y="248370"/>
                </a:lnTo>
                <a:lnTo>
                  <a:pt x="1673877" y="297078"/>
                </a:lnTo>
                <a:lnTo>
                  <a:pt x="1676399" y="322262"/>
                </a:lnTo>
                <a:lnTo>
                  <a:pt x="1673877" y="347447"/>
                </a:lnTo>
                <a:lnTo>
                  <a:pt x="1654261" y="396154"/>
                </a:lnTo>
                <a:lnTo>
                  <a:pt x="1616459" y="442168"/>
                </a:lnTo>
                <a:lnTo>
                  <a:pt x="1561961" y="484914"/>
                </a:lnTo>
                <a:lnTo>
                  <a:pt x="1528917" y="504884"/>
                </a:lnTo>
                <a:lnTo>
                  <a:pt x="1492257" y="523821"/>
                </a:lnTo>
                <a:lnTo>
                  <a:pt x="1452169" y="541655"/>
                </a:lnTo>
                <a:lnTo>
                  <a:pt x="1408839" y="558315"/>
                </a:lnTo>
                <a:lnTo>
                  <a:pt x="1362452" y="573728"/>
                </a:lnTo>
                <a:lnTo>
                  <a:pt x="1313196" y="587822"/>
                </a:lnTo>
                <a:lnTo>
                  <a:pt x="1261257" y="600527"/>
                </a:lnTo>
                <a:lnTo>
                  <a:pt x="1206820" y="611770"/>
                </a:lnTo>
                <a:lnTo>
                  <a:pt x="1150073" y="621480"/>
                </a:lnTo>
                <a:lnTo>
                  <a:pt x="1091202" y="629585"/>
                </a:lnTo>
                <a:lnTo>
                  <a:pt x="1030392" y="636014"/>
                </a:lnTo>
                <a:lnTo>
                  <a:pt x="967831" y="640694"/>
                </a:lnTo>
                <a:lnTo>
                  <a:pt x="903705" y="643555"/>
                </a:lnTo>
                <a:lnTo>
                  <a:pt x="838199" y="644525"/>
                </a:lnTo>
                <a:lnTo>
                  <a:pt x="772694" y="643555"/>
                </a:lnTo>
                <a:lnTo>
                  <a:pt x="708568" y="640694"/>
                </a:lnTo>
                <a:lnTo>
                  <a:pt x="646007" y="636014"/>
                </a:lnTo>
                <a:lnTo>
                  <a:pt x="585198" y="629585"/>
                </a:lnTo>
                <a:lnTo>
                  <a:pt x="526327" y="621480"/>
                </a:lnTo>
                <a:lnTo>
                  <a:pt x="469580" y="611770"/>
                </a:lnTo>
                <a:lnTo>
                  <a:pt x="415143" y="600527"/>
                </a:lnTo>
                <a:lnTo>
                  <a:pt x="363204" y="587822"/>
                </a:lnTo>
                <a:lnTo>
                  <a:pt x="313948" y="573728"/>
                </a:lnTo>
                <a:lnTo>
                  <a:pt x="267561" y="558315"/>
                </a:lnTo>
                <a:lnTo>
                  <a:pt x="224231" y="541655"/>
                </a:lnTo>
                <a:lnTo>
                  <a:pt x="184142" y="523821"/>
                </a:lnTo>
                <a:lnTo>
                  <a:pt x="147483" y="504884"/>
                </a:lnTo>
                <a:lnTo>
                  <a:pt x="114438" y="484914"/>
                </a:lnTo>
                <a:lnTo>
                  <a:pt x="59939" y="442168"/>
                </a:lnTo>
                <a:lnTo>
                  <a:pt x="22137" y="396154"/>
                </a:lnTo>
                <a:lnTo>
                  <a:pt x="2521" y="347447"/>
                </a:lnTo>
                <a:lnTo>
                  <a:pt x="0" y="322262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274444" y="3653993"/>
            <a:ext cx="533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J</a:t>
            </a: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hr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642100" y="4171835"/>
            <a:ext cx="1676400" cy="565150"/>
          </a:xfrm>
          <a:custGeom>
            <a:avLst/>
            <a:gdLst/>
            <a:ahLst/>
            <a:cxnLst/>
            <a:rect l="l" t="t" r="r" b="b"/>
            <a:pathLst>
              <a:path w="1676400" h="565150">
                <a:moveTo>
                  <a:pt x="838200" y="0"/>
                </a:moveTo>
                <a:lnTo>
                  <a:pt x="769454" y="936"/>
                </a:lnTo>
                <a:lnTo>
                  <a:pt x="702238" y="3698"/>
                </a:lnTo>
                <a:lnTo>
                  <a:pt x="636769" y="8212"/>
                </a:lnTo>
                <a:lnTo>
                  <a:pt x="573262" y="14406"/>
                </a:lnTo>
                <a:lnTo>
                  <a:pt x="511933" y="22206"/>
                </a:lnTo>
                <a:lnTo>
                  <a:pt x="452997" y="31541"/>
                </a:lnTo>
                <a:lnTo>
                  <a:pt x="396670" y="42337"/>
                </a:lnTo>
                <a:lnTo>
                  <a:pt x="343168" y="54521"/>
                </a:lnTo>
                <a:lnTo>
                  <a:pt x="292707" y="68022"/>
                </a:lnTo>
                <a:lnTo>
                  <a:pt x="245502" y="82765"/>
                </a:lnTo>
                <a:lnTo>
                  <a:pt x="201768" y="98679"/>
                </a:lnTo>
                <a:lnTo>
                  <a:pt x="161723" y="115691"/>
                </a:lnTo>
                <a:lnTo>
                  <a:pt x="125580" y="133728"/>
                </a:lnTo>
                <a:lnTo>
                  <a:pt x="65869" y="172585"/>
                </a:lnTo>
                <a:lnTo>
                  <a:pt x="24360" y="214670"/>
                </a:lnTo>
                <a:lnTo>
                  <a:pt x="2778" y="259400"/>
                </a:lnTo>
                <a:lnTo>
                  <a:pt x="0" y="282575"/>
                </a:lnTo>
                <a:lnTo>
                  <a:pt x="2778" y="305749"/>
                </a:lnTo>
                <a:lnTo>
                  <a:pt x="24360" y="350479"/>
                </a:lnTo>
                <a:lnTo>
                  <a:pt x="65869" y="392564"/>
                </a:lnTo>
                <a:lnTo>
                  <a:pt x="125580" y="431421"/>
                </a:lnTo>
                <a:lnTo>
                  <a:pt x="161723" y="449458"/>
                </a:lnTo>
                <a:lnTo>
                  <a:pt x="201768" y="466470"/>
                </a:lnTo>
                <a:lnTo>
                  <a:pt x="245502" y="482384"/>
                </a:lnTo>
                <a:lnTo>
                  <a:pt x="292707" y="497127"/>
                </a:lnTo>
                <a:lnTo>
                  <a:pt x="343168" y="510628"/>
                </a:lnTo>
                <a:lnTo>
                  <a:pt x="396670" y="522812"/>
                </a:lnTo>
                <a:lnTo>
                  <a:pt x="452997" y="533608"/>
                </a:lnTo>
                <a:lnTo>
                  <a:pt x="511933" y="542943"/>
                </a:lnTo>
                <a:lnTo>
                  <a:pt x="573262" y="550743"/>
                </a:lnTo>
                <a:lnTo>
                  <a:pt x="636769" y="556937"/>
                </a:lnTo>
                <a:lnTo>
                  <a:pt x="702238" y="561451"/>
                </a:lnTo>
                <a:lnTo>
                  <a:pt x="769454" y="564213"/>
                </a:lnTo>
                <a:lnTo>
                  <a:pt x="838200" y="565150"/>
                </a:lnTo>
                <a:lnTo>
                  <a:pt x="906944" y="564213"/>
                </a:lnTo>
                <a:lnTo>
                  <a:pt x="974157" y="561451"/>
                </a:lnTo>
                <a:lnTo>
                  <a:pt x="1039625" y="556937"/>
                </a:lnTo>
                <a:lnTo>
                  <a:pt x="1103132" y="550743"/>
                </a:lnTo>
                <a:lnTo>
                  <a:pt x="1164461" y="542943"/>
                </a:lnTo>
                <a:lnTo>
                  <a:pt x="1223396" y="533608"/>
                </a:lnTo>
                <a:lnTo>
                  <a:pt x="1279723" y="522812"/>
                </a:lnTo>
                <a:lnTo>
                  <a:pt x="1333225" y="510628"/>
                </a:lnTo>
                <a:lnTo>
                  <a:pt x="1383687" y="497127"/>
                </a:lnTo>
                <a:lnTo>
                  <a:pt x="1430893" y="482384"/>
                </a:lnTo>
                <a:lnTo>
                  <a:pt x="1474626" y="466470"/>
                </a:lnTo>
                <a:lnTo>
                  <a:pt x="1514673" y="449458"/>
                </a:lnTo>
                <a:lnTo>
                  <a:pt x="1550815" y="431421"/>
                </a:lnTo>
                <a:lnTo>
                  <a:pt x="1610528" y="392564"/>
                </a:lnTo>
                <a:lnTo>
                  <a:pt x="1652039" y="350479"/>
                </a:lnTo>
                <a:lnTo>
                  <a:pt x="1673621" y="305749"/>
                </a:lnTo>
                <a:lnTo>
                  <a:pt x="1676400" y="282575"/>
                </a:lnTo>
                <a:lnTo>
                  <a:pt x="1673621" y="259400"/>
                </a:lnTo>
                <a:lnTo>
                  <a:pt x="1652039" y="214670"/>
                </a:lnTo>
                <a:lnTo>
                  <a:pt x="1610528" y="172585"/>
                </a:lnTo>
                <a:lnTo>
                  <a:pt x="1550815" y="133728"/>
                </a:lnTo>
                <a:lnTo>
                  <a:pt x="1514673" y="115691"/>
                </a:lnTo>
                <a:lnTo>
                  <a:pt x="1474626" y="98679"/>
                </a:lnTo>
                <a:lnTo>
                  <a:pt x="1430893" y="82765"/>
                </a:lnTo>
                <a:lnTo>
                  <a:pt x="1383687" y="68022"/>
                </a:lnTo>
                <a:lnTo>
                  <a:pt x="1333225" y="54521"/>
                </a:lnTo>
                <a:lnTo>
                  <a:pt x="1279723" y="42337"/>
                </a:lnTo>
                <a:lnTo>
                  <a:pt x="1223396" y="31541"/>
                </a:lnTo>
                <a:lnTo>
                  <a:pt x="1164461" y="22206"/>
                </a:lnTo>
                <a:lnTo>
                  <a:pt x="1103132" y="14406"/>
                </a:lnTo>
                <a:lnTo>
                  <a:pt x="1039625" y="8212"/>
                </a:lnTo>
                <a:lnTo>
                  <a:pt x="974157" y="3698"/>
                </a:lnTo>
                <a:lnTo>
                  <a:pt x="906944" y="936"/>
                </a:lnTo>
                <a:lnTo>
                  <a:pt x="838200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642101" y="4171835"/>
            <a:ext cx="1676400" cy="565150"/>
          </a:xfrm>
          <a:custGeom>
            <a:avLst/>
            <a:gdLst/>
            <a:ahLst/>
            <a:cxnLst/>
            <a:rect l="l" t="t" r="r" b="b"/>
            <a:pathLst>
              <a:path w="1676400" h="565150">
                <a:moveTo>
                  <a:pt x="0" y="282574"/>
                </a:moveTo>
                <a:lnTo>
                  <a:pt x="10970" y="236739"/>
                </a:lnTo>
                <a:lnTo>
                  <a:pt x="42731" y="193259"/>
                </a:lnTo>
                <a:lnTo>
                  <a:pt x="93558" y="152715"/>
                </a:lnTo>
                <a:lnTo>
                  <a:pt x="161723" y="115689"/>
                </a:lnTo>
                <a:lnTo>
                  <a:pt x="201769" y="98678"/>
                </a:lnTo>
                <a:lnTo>
                  <a:pt x="245502" y="82764"/>
                </a:lnTo>
                <a:lnTo>
                  <a:pt x="292708" y="68020"/>
                </a:lnTo>
                <a:lnTo>
                  <a:pt x="343169" y="54520"/>
                </a:lnTo>
                <a:lnTo>
                  <a:pt x="396671" y="42336"/>
                </a:lnTo>
                <a:lnTo>
                  <a:pt x="452998" y="31540"/>
                </a:lnTo>
                <a:lnTo>
                  <a:pt x="511934" y="22206"/>
                </a:lnTo>
                <a:lnTo>
                  <a:pt x="573263" y="14405"/>
                </a:lnTo>
                <a:lnTo>
                  <a:pt x="636770" y="8212"/>
                </a:lnTo>
                <a:lnTo>
                  <a:pt x="702239" y="3698"/>
                </a:lnTo>
                <a:lnTo>
                  <a:pt x="769453" y="936"/>
                </a:lnTo>
                <a:lnTo>
                  <a:pt x="838199" y="0"/>
                </a:lnTo>
                <a:lnTo>
                  <a:pt x="906945" y="936"/>
                </a:lnTo>
                <a:lnTo>
                  <a:pt x="974160" y="3698"/>
                </a:lnTo>
                <a:lnTo>
                  <a:pt x="1039629" y="8212"/>
                </a:lnTo>
                <a:lnTo>
                  <a:pt x="1103137" y="14405"/>
                </a:lnTo>
                <a:lnTo>
                  <a:pt x="1164466" y="22206"/>
                </a:lnTo>
                <a:lnTo>
                  <a:pt x="1223402" y="31540"/>
                </a:lnTo>
                <a:lnTo>
                  <a:pt x="1279729" y="42336"/>
                </a:lnTo>
                <a:lnTo>
                  <a:pt x="1333231" y="54520"/>
                </a:lnTo>
                <a:lnTo>
                  <a:pt x="1383692" y="68020"/>
                </a:lnTo>
                <a:lnTo>
                  <a:pt x="1430897" y="82764"/>
                </a:lnTo>
                <a:lnTo>
                  <a:pt x="1474630" y="98678"/>
                </a:lnTo>
                <a:lnTo>
                  <a:pt x="1514676" y="115689"/>
                </a:lnTo>
                <a:lnTo>
                  <a:pt x="1550818" y="133726"/>
                </a:lnTo>
                <a:lnTo>
                  <a:pt x="1610529" y="172583"/>
                </a:lnTo>
                <a:lnTo>
                  <a:pt x="1652038" y="214668"/>
                </a:lnTo>
                <a:lnTo>
                  <a:pt x="1673620" y="259399"/>
                </a:lnTo>
                <a:lnTo>
                  <a:pt x="1676398" y="282574"/>
                </a:lnTo>
                <a:lnTo>
                  <a:pt x="1673620" y="305750"/>
                </a:lnTo>
                <a:lnTo>
                  <a:pt x="1652038" y="350480"/>
                </a:lnTo>
                <a:lnTo>
                  <a:pt x="1610529" y="392565"/>
                </a:lnTo>
                <a:lnTo>
                  <a:pt x="1550818" y="431423"/>
                </a:lnTo>
                <a:lnTo>
                  <a:pt x="1514676" y="449459"/>
                </a:lnTo>
                <a:lnTo>
                  <a:pt x="1474630" y="466471"/>
                </a:lnTo>
                <a:lnTo>
                  <a:pt x="1430897" y="482385"/>
                </a:lnTo>
                <a:lnTo>
                  <a:pt x="1383692" y="497128"/>
                </a:lnTo>
                <a:lnTo>
                  <a:pt x="1333231" y="510628"/>
                </a:lnTo>
                <a:lnTo>
                  <a:pt x="1279729" y="522813"/>
                </a:lnTo>
                <a:lnTo>
                  <a:pt x="1223402" y="533609"/>
                </a:lnTo>
                <a:lnTo>
                  <a:pt x="1164466" y="542943"/>
                </a:lnTo>
                <a:lnTo>
                  <a:pt x="1103137" y="550743"/>
                </a:lnTo>
                <a:lnTo>
                  <a:pt x="1039629" y="556937"/>
                </a:lnTo>
                <a:lnTo>
                  <a:pt x="974160" y="561451"/>
                </a:lnTo>
                <a:lnTo>
                  <a:pt x="906945" y="564212"/>
                </a:lnTo>
                <a:lnTo>
                  <a:pt x="838199" y="565149"/>
                </a:lnTo>
                <a:lnTo>
                  <a:pt x="769453" y="564212"/>
                </a:lnTo>
                <a:lnTo>
                  <a:pt x="702239" y="561451"/>
                </a:lnTo>
                <a:lnTo>
                  <a:pt x="636770" y="556937"/>
                </a:lnTo>
                <a:lnTo>
                  <a:pt x="573263" y="550743"/>
                </a:lnTo>
                <a:lnTo>
                  <a:pt x="511934" y="542943"/>
                </a:lnTo>
                <a:lnTo>
                  <a:pt x="452998" y="533609"/>
                </a:lnTo>
                <a:lnTo>
                  <a:pt x="396671" y="522813"/>
                </a:lnTo>
                <a:lnTo>
                  <a:pt x="343169" y="510628"/>
                </a:lnTo>
                <a:lnTo>
                  <a:pt x="292708" y="497128"/>
                </a:lnTo>
                <a:lnTo>
                  <a:pt x="245502" y="482385"/>
                </a:lnTo>
                <a:lnTo>
                  <a:pt x="201769" y="466471"/>
                </a:lnTo>
                <a:lnTo>
                  <a:pt x="161723" y="449459"/>
                </a:lnTo>
                <a:lnTo>
                  <a:pt x="125581" y="431423"/>
                </a:lnTo>
                <a:lnTo>
                  <a:pt x="65869" y="392565"/>
                </a:lnTo>
                <a:lnTo>
                  <a:pt x="24360" y="350480"/>
                </a:lnTo>
                <a:lnTo>
                  <a:pt x="2778" y="305750"/>
                </a:lnTo>
                <a:lnTo>
                  <a:pt x="0" y="282574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067944" y="4258830"/>
            <a:ext cx="8210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70" dirty="0">
                <a:latin typeface="Times New Roman"/>
                <a:cs typeface="Times New Roman"/>
              </a:rPr>
              <a:t>V</a:t>
            </a:r>
            <a:r>
              <a:rPr sz="2400" spc="-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5" dirty="0">
                <a:latin typeface="Times New Roman"/>
                <a:cs typeface="Times New Roman"/>
              </a:rPr>
              <a:t>la</a:t>
            </a:r>
            <a:r>
              <a:rPr sz="2400" dirty="0">
                <a:latin typeface="Times New Roman"/>
                <a:cs typeface="Times New Roman"/>
              </a:rPr>
              <a:t>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898900" y="2828810"/>
            <a:ext cx="1905000" cy="949325"/>
          </a:xfrm>
          <a:custGeom>
            <a:avLst/>
            <a:gdLst/>
            <a:ahLst/>
            <a:cxnLst/>
            <a:rect l="l" t="t" r="r" b="b"/>
            <a:pathLst>
              <a:path w="1905000" h="949325">
                <a:moveTo>
                  <a:pt x="952500" y="0"/>
                </a:moveTo>
                <a:lnTo>
                  <a:pt x="0" y="474662"/>
                </a:lnTo>
                <a:lnTo>
                  <a:pt x="952500" y="949325"/>
                </a:lnTo>
                <a:lnTo>
                  <a:pt x="1905000" y="474662"/>
                </a:lnTo>
                <a:lnTo>
                  <a:pt x="952500" y="0"/>
                </a:lnTo>
                <a:close/>
              </a:path>
            </a:pathLst>
          </a:custGeom>
          <a:solidFill>
            <a:srgbClr val="73F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898900" y="2828810"/>
            <a:ext cx="1905000" cy="949325"/>
          </a:xfrm>
          <a:custGeom>
            <a:avLst/>
            <a:gdLst/>
            <a:ahLst/>
            <a:cxnLst/>
            <a:rect l="l" t="t" r="r" b="b"/>
            <a:pathLst>
              <a:path w="1905000" h="949325">
                <a:moveTo>
                  <a:pt x="0" y="474662"/>
                </a:moveTo>
                <a:lnTo>
                  <a:pt x="952499" y="0"/>
                </a:lnTo>
                <a:lnTo>
                  <a:pt x="1904998" y="474662"/>
                </a:lnTo>
                <a:lnTo>
                  <a:pt x="952499" y="949324"/>
                </a:lnTo>
                <a:lnTo>
                  <a:pt x="0" y="474662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199891" y="3107893"/>
            <a:ext cx="13119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empfehlen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366000" y="2738323"/>
            <a:ext cx="1028700" cy="425450"/>
          </a:xfrm>
          <a:custGeom>
            <a:avLst/>
            <a:gdLst/>
            <a:ahLst/>
            <a:cxnLst/>
            <a:rect l="l" t="t" r="r" b="b"/>
            <a:pathLst>
              <a:path w="1028700" h="425450">
                <a:moveTo>
                  <a:pt x="0" y="0"/>
                </a:moveTo>
                <a:lnTo>
                  <a:pt x="1028699" y="42544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366000" y="2738323"/>
            <a:ext cx="589280" cy="882650"/>
          </a:xfrm>
          <a:custGeom>
            <a:avLst/>
            <a:gdLst/>
            <a:ahLst/>
            <a:cxnLst/>
            <a:rect l="l" t="t" r="r" b="b"/>
            <a:pathLst>
              <a:path w="589279" h="882650">
                <a:moveTo>
                  <a:pt x="0" y="0"/>
                </a:moveTo>
                <a:lnTo>
                  <a:pt x="588962" y="88264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366000" y="2738323"/>
            <a:ext cx="114300" cy="1433830"/>
          </a:xfrm>
          <a:custGeom>
            <a:avLst/>
            <a:gdLst/>
            <a:ahLst/>
            <a:cxnLst/>
            <a:rect l="l" t="t" r="r" b="b"/>
            <a:pathLst>
              <a:path w="114300" h="1433829">
                <a:moveTo>
                  <a:pt x="0" y="0"/>
                </a:moveTo>
                <a:lnTo>
                  <a:pt x="114299" y="143350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594101" y="2093798"/>
            <a:ext cx="1257300" cy="735330"/>
          </a:xfrm>
          <a:custGeom>
            <a:avLst/>
            <a:gdLst/>
            <a:ahLst/>
            <a:cxnLst/>
            <a:rect l="l" t="t" r="r" b="b"/>
            <a:pathLst>
              <a:path w="1257300" h="735330">
                <a:moveTo>
                  <a:pt x="0" y="0"/>
                </a:moveTo>
                <a:lnTo>
                  <a:pt x="1257299" y="735011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803901" y="2406535"/>
            <a:ext cx="457200" cy="897255"/>
          </a:xfrm>
          <a:custGeom>
            <a:avLst/>
            <a:gdLst/>
            <a:ahLst/>
            <a:cxnLst/>
            <a:rect l="l" t="t" r="r" b="b"/>
            <a:pathLst>
              <a:path w="457200" h="897254">
                <a:moveTo>
                  <a:pt x="457199" y="0"/>
                </a:moveTo>
                <a:lnTo>
                  <a:pt x="0" y="896937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489202" y="3303473"/>
            <a:ext cx="1409700" cy="694055"/>
          </a:xfrm>
          <a:custGeom>
            <a:avLst/>
            <a:gdLst/>
            <a:ahLst/>
            <a:cxnLst/>
            <a:rect l="l" t="t" r="r" b="b"/>
            <a:pathLst>
              <a:path w="1409700" h="694054">
                <a:moveTo>
                  <a:pt x="1409698" y="0"/>
                </a:moveTo>
                <a:lnTo>
                  <a:pt x="0" y="693736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699500" y="2177935"/>
            <a:ext cx="1676400" cy="565150"/>
          </a:xfrm>
          <a:custGeom>
            <a:avLst/>
            <a:gdLst/>
            <a:ahLst/>
            <a:cxnLst/>
            <a:rect l="l" t="t" r="r" b="b"/>
            <a:pathLst>
              <a:path w="1676400" h="565150">
                <a:moveTo>
                  <a:pt x="838200" y="0"/>
                </a:moveTo>
                <a:lnTo>
                  <a:pt x="769454" y="936"/>
                </a:lnTo>
                <a:lnTo>
                  <a:pt x="702238" y="3698"/>
                </a:lnTo>
                <a:lnTo>
                  <a:pt x="636769" y="8212"/>
                </a:lnTo>
                <a:lnTo>
                  <a:pt x="573262" y="14406"/>
                </a:lnTo>
                <a:lnTo>
                  <a:pt x="511933" y="22206"/>
                </a:lnTo>
                <a:lnTo>
                  <a:pt x="452997" y="31541"/>
                </a:lnTo>
                <a:lnTo>
                  <a:pt x="396670" y="42337"/>
                </a:lnTo>
                <a:lnTo>
                  <a:pt x="343168" y="54521"/>
                </a:lnTo>
                <a:lnTo>
                  <a:pt x="292707" y="68022"/>
                </a:lnTo>
                <a:lnTo>
                  <a:pt x="245502" y="82765"/>
                </a:lnTo>
                <a:lnTo>
                  <a:pt x="201768" y="98679"/>
                </a:lnTo>
                <a:lnTo>
                  <a:pt x="161723" y="115691"/>
                </a:lnTo>
                <a:lnTo>
                  <a:pt x="125580" y="133728"/>
                </a:lnTo>
                <a:lnTo>
                  <a:pt x="65869" y="172585"/>
                </a:lnTo>
                <a:lnTo>
                  <a:pt x="24360" y="214670"/>
                </a:lnTo>
                <a:lnTo>
                  <a:pt x="2778" y="259400"/>
                </a:lnTo>
                <a:lnTo>
                  <a:pt x="0" y="282575"/>
                </a:lnTo>
                <a:lnTo>
                  <a:pt x="2778" y="305749"/>
                </a:lnTo>
                <a:lnTo>
                  <a:pt x="24360" y="350479"/>
                </a:lnTo>
                <a:lnTo>
                  <a:pt x="65869" y="392564"/>
                </a:lnTo>
                <a:lnTo>
                  <a:pt x="125580" y="431421"/>
                </a:lnTo>
                <a:lnTo>
                  <a:pt x="161723" y="449458"/>
                </a:lnTo>
                <a:lnTo>
                  <a:pt x="201768" y="466470"/>
                </a:lnTo>
                <a:lnTo>
                  <a:pt x="245502" y="482384"/>
                </a:lnTo>
                <a:lnTo>
                  <a:pt x="292707" y="497127"/>
                </a:lnTo>
                <a:lnTo>
                  <a:pt x="343168" y="510628"/>
                </a:lnTo>
                <a:lnTo>
                  <a:pt x="396670" y="522812"/>
                </a:lnTo>
                <a:lnTo>
                  <a:pt x="452997" y="533608"/>
                </a:lnTo>
                <a:lnTo>
                  <a:pt x="511933" y="542943"/>
                </a:lnTo>
                <a:lnTo>
                  <a:pt x="573262" y="550743"/>
                </a:lnTo>
                <a:lnTo>
                  <a:pt x="636769" y="556937"/>
                </a:lnTo>
                <a:lnTo>
                  <a:pt x="702238" y="561451"/>
                </a:lnTo>
                <a:lnTo>
                  <a:pt x="769454" y="564213"/>
                </a:lnTo>
                <a:lnTo>
                  <a:pt x="838200" y="565150"/>
                </a:lnTo>
                <a:lnTo>
                  <a:pt x="906944" y="564213"/>
                </a:lnTo>
                <a:lnTo>
                  <a:pt x="974157" y="561451"/>
                </a:lnTo>
                <a:lnTo>
                  <a:pt x="1039625" y="556937"/>
                </a:lnTo>
                <a:lnTo>
                  <a:pt x="1103132" y="550743"/>
                </a:lnTo>
                <a:lnTo>
                  <a:pt x="1164461" y="542943"/>
                </a:lnTo>
                <a:lnTo>
                  <a:pt x="1223396" y="533608"/>
                </a:lnTo>
                <a:lnTo>
                  <a:pt x="1279723" y="522812"/>
                </a:lnTo>
                <a:lnTo>
                  <a:pt x="1333225" y="510628"/>
                </a:lnTo>
                <a:lnTo>
                  <a:pt x="1383687" y="497127"/>
                </a:lnTo>
                <a:lnTo>
                  <a:pt x="1430893" y="482384"/>
                </a:lnTo>
                <a:lnTo>
                  <a:pt x="1474626" y="466470"/>
                </a:lnTo>
                <a:lnTo>
                  <a:pt x="1514673" y="449458"/>
                </a:lnTo>
                <a:lnTo>
                  <a:pt x="1550815" y="431421"/>
                </a:lnTo>
                <a:lnTo>
                  <a:pt x="1610528" y="392564"/>
                </a:lnTo>
                <a:lnTo>
                  <a:pt x="1652039" y="350479"/>
                </a:lnTo>
                <a:lnTo>
                  <a:pt x="1673621" y="305749"/>
                </a:lnTo>
                <a:lnTo>
                  <a:pt x="1676400" y="282575"/>
                </a:lnTo>
                <a:lnTo>
                  <a:pt x="1673621" y="259400"/>
                </a:lnTo>
                <a:lnTo>
                  <a:pt x="1652039" y="214670"/>
                </a:lnTo>
                <a:lnTo>
                  <a:pt x="1610528" y="172585"/>
                </a:lnTo>
                <a:lnTo>
                  <a:pt x="1550815" y="133728"/>
                </a:lnTo>
                <a:lnTo>
                  <a:pt x="1514673" y="115691"/>
                </a:lnTo>
                <a:lnTo>
                  <a:pt x="1474626" y="98679"/>
                </a:lnTo>
                <a:lnTo>
                  <a:pt x="1430893" y="82765"/>
                </a:lnTo>
                <a:lnTo>
                  <a:pt x="1383687" y="68022"/>
                </a:lnTo>
                <a:lnTo>
                  <a:pt x="1333225" y="54521"/>
                </a:lnTo>
                <a:lnTo>
                  <a:pt x="1279723" y="42337"/>
                </a:lnTo>
                <a:lnTo>
                  <a:pt x="1223396" y="31541"/>
                </a:lnTo>
                <a:lnTo>
                  <a:pt x="1164461" y="22206"/>
                </a:lnTo>
                <a:lnTo>
                  <a:pt x="1103132" y="14406"/>
                </a:lnTo>
                <a:lnTo>
                  <a:pt x="1039625" y="8212"/>
                </a:lnTo>
                <a:lnTo>
                  <a:pt x="974157" y="3698"/>
                </a:lnTo>
                <a:lnTo>
                  <a:pt x="906944" y="936"/>
                </a:lnTo>
                <a:lnTo>
                  <a:pt x="838200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699500" y="2177935"/>
            <a:ext cx="1676400" cy="565150"/>
          </a:xfrm>
          <a:custGeom>
            <a:avLst/>
            <a:gdLst/>
            <a:ahLst/>
            <a:cxnLst/>
            <a:rect l="l" t="t" r="r" b="b"/>
            <a:pathLst>
              <a:path w="1676400" h="565150">
                <a:moveTo>
                  <a:pt x="0" y="282574"/>
                </a:moveTo>
                <a:lnTo>
                  <a:pt x="10970" y="236739"/>
                </a:lnTo>
                <a:lnTo>
                  <a:pt x="42731" y="193259"/>
                </a:lnTo>
                <a:lnTo>
                  <a:pt x="93558" y="152715"/>
                </a:lnTo>
                <a:lnTo>
                  <a:pt x="161723" y="115689"/>
                </a:lnTo>
                <a:lnTo>
                  <a:pt x="201769" y="98678"/>
                </a:lnTo>
                <a:lnTo>
                  <a:pt x="245502" y="82764"/>
                </a:lnTo>
                <a:lnTo>
                  <a:pt x="292708" y="68020"/>
                </a:lnTo>
                <a:lnTo>
                  <a:pt x="343169" y="54520"/>
                </a:lnTo>
                <a:lnTo>
                  <a:pt x="396671" y="42336"/>
                </a:lnTo>
                <a:lnTo>
                  <a:pt x="452998" y="31540"/>
                </a:lnTo>
                <a:lnTo>
                  <a:pt x="511934" y="22206"/>
                </a:lnTo>
                <a:lnTo>
                  <a:pt x="573263" y="14405"/>
                </a:lnTo>
                <a:lnTo>
                  <a:pt x="636770" y="8212"/>
                </a:lnTo>
                <a:lnTo>
                  <a:pt x="702239" y="3698"/>
                </a:lnTo>
                <a:lnTo>
                  <a:pt x="769453" y="936"/>
                </a:lnTo>
                <a:lnTo>
                  <a:pt x="838199" y="0"/>
                </a:lnTo>
                <a:lnTo>
                  <a:pt x="906945" y="936"/>
                </a:lnTo>
                <a:lnTo>
                  <a:pt x="974160" y="3698"/>
                </a:lnTo>
                <a:lnTo>
                  <a:pt x="1039629" y="8212"/>
                </a:lnTo>
                <a:lnTo>
                  <a:pt x="1103137" y="14405"/>
                </a:lnTo>
                <a:lnTo>
                  <a:pt x="1164466" y="22206"/>
                </a:lnTo>
                <a:lnTo>
                  <a:pt x="1223402" y="31540"/>
                </a:lnTo>
                <a:lnTo>
                  <a:pt x="1279729" y="42336"/>
                </a:lnTo>
                <a:lnTo>
                  <a:pt x="1333231" y="54520"/>
                </a:lnTo>
                <a:lnTo>
                  <a:pt x="1383692" y="68020"/>
                </a:lnTo>
                <a:lnTo>
                  <a:pt x="1430897" y="82764"/>
                </a:lnTo>
                <a:lnTo>
                  <a:pt x="1474630" y="98678"/>
                </a:lnTo>
                <a:lnTo>
                  <a:pt x="1514676" y="115689"/>
                </a:lnTo>
                <a:lnTo>
                  <a:pt x="1550818" y="133726"/>
                </a:lnTo>
                <a:lnTo>
                  <a:pt x="1610529" y="172583"/>
                </a:lnTo>
                <a:lnTo>
                  <a:pt x="1652038" y="214668"/>
                </a:lnTo>
                <a:lnTo>
                  <a:pt x="1673620" y="259399"/>
                </a:lnTo>
                <a:lnTo>
                  <a:pt x="1676398" y="282574"/>
                </a:lnTo>
                <a:lnTo>
                  <a:pt x="1673620" y="305750"/>
                </a:lnTo>
                <a:lnTo>
                  <a:pt x="1652038" y="350480"/>
                </a:lnTo>
                <a:lnTo>
                  <a:pt x="1610529" y="392565"/>
                </a:lnTo>
                <a:lnTo>
                  <a:pt x="1550818" y="431423"/>
                </a:lnTo>
                <a:lnTo>
                  <a:pt x="1514676" y="449459"/>
                </a:lnTo>
                <a:lnTo>
                  <a:pt x="1474630" y="466471"/>
                </a:lnTo>
                <a:lnTo>
                  <a:pt x="1430897" y="482385"/>
                </a:lnTo>
                <a:lnTo>
                  <a:pt x="1383692" y="497128"/>
                </a:lnTo>
                <a:lnTo>
                  <a:pt x="1333231" y="510629"/>
                </a:lnTo>
                <a:lnTo>
                  <a:pt x="1279729" y="522813"/>
                </a:lnTo>
                <a:lnTo>
                  <a:pt x="1223402" y="533609"/>
                </a:lnTo>
                <a:lnTo>
                  <a:pt x="1164466" y="542943"/>
                </a:lnTo>
                <a:lnTo>
                  <a:pt x="1103137" y="550743"/>
                </a:lnTo>
                <a:lnTo>
                  <a:pt x="1039629" y="556937"/>
                </a:lnTo>
                <a:lnTo>
                  <a:pt x="974160" y="561451"/>
                </a:lnTo>
                <a:lnTo>
                  <a:pt x="906945" y="564212"/>
                </a:lnTo>
                <a:lnTo>
                  <a:pt x="838199" y="565149"/>
                </a:lnTo>
                <a:lnTo>
                  <a:pt x="769453" y="564212"/>
                </a:lnTo>
                <a:lnTo>
                  <a:pt x="702239" y="561451"/>
                </a:lnTo>
                <a:lnTo>
                  <a:pt x="636770" y="556937"/>
                </a:lnTo>
                <a:lnTo>
                  <a:pt x="573263" y="550743"/>
                </a:lnTo>
                <a:lnTo>
                  <a:pt x="511934" y="542943"/>
                </a:lnTo>
                <a:lnTo>
                  <a:pt x="452998" y="533609"/>
                </a:lnTo>
                <a:lnTo>
                  <a:pt x="396671" y="522813"/>
                </a:lnTo>
                <a:lnTo>
                  <a:pt x="343169" y="510629"/>
                </a:lnTo>
                <a:lnTo>
                  <a:pt x="292708" y="497128"/>
                </a:lnTo>
                <a:lnTo>
                  <a:pt x="245502" y="482385"/>
                </a:lnTo>
                <a:lnTo>
                  <a:pt x="201769" y="466471"/>
                </a:lnTo>
                <a:lnTo>
                  <a:pt x="161723" y="449459"/>
                </a:lnTo>
                <a:lnTo>
                  <a:pt x="125581" y="431423"/>
                </a:lnTo>
                <a:lnTo>
                  <a:pt x="65869" y="392565"/>
                </a:lnTo>
                <a:lnTo>
                  <a:pt x="24360" y="350480"/>
                </a:lnTo>
                <a:lnTo>
                  <a:pt x="2778" y="305750"/>
                </a:lnTo>
                <a:lnTo>
                  <a:pt x="0" y="282574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9023744" y="2264930"/>
            <a:ext cx="10242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Au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or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470900" y="2406535"/>
            <a:ext cx="228600" cy="53975"/>
          </a:xfrm>
          <a:custGeom>
            <a:avLst/>
            <a:gdLst/>
            <a:ahLst/>
            <a:cxnLst/>
            <a:rect l="l" t="t" r="r" b="b"/>
            <a:pathLst>
              <a:path w="228600" h="53975">
                <a:moveTo>
                  <a:pt x="0" y="0"/>
                </a:moveTo>
                <a:lnTo>
                  <a:pt x="228599" y="53974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1920065" y="5716155"/>
            <a:ext cx="677925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Tahoma"/>
                <a:cs typeface="Tahoma"/>
              </a:rPr>
              <a:t>Sicht </a:t>
            </a:r>
            <a:r>
              <a:rPr sz="2400" b="1" dirty="0">
                <a:latin typeface="Tahoma"/>
                <a:cs typeface="Tahoma"/>
              </a:rPr>
              <a:t>3: </a:t>
            </a:r>
            <a:r>
              <a:rPr sz="2400" b="1" spc="-5" dirty="0">
                <a:latin typeface="Tahoma"/>
                <a:cs typeface="Tahoma"/>
              </a:rPr>
              <a:t>Buchempfehlungen für</a:t>
            </a:r>
            <a:r>
              <a:rPr sz="2400" b="1" spc="-10" dirty="0">
                <a:latin typeface="Tahoma"/>
                <a:cs typeface="Tahoma"/>
              </a:rPr>
              <a:t> </a:t>
            </a:r>
            <a:r>
              <a:rPr sz="2400" b="1" spc="-5" dirty="0">
                <a:latin typeface="Tahoma"/>
                <a:cs typeface="Tahoma"/>
              </a:rPr>
              <a:t>Vorlesungen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241425" y="1637665"/>
            <a:ext cx="8677275" cy="4762394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355600" marR="969644" indent="-342900">
              <a:lnSpc>
                <a:spcPts val="2500"/>
              </a:lnSpc>
              <a:spcBef>
                <a:spcPts val="570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  <a:tabLst>
                <a:tab pos="3486150" algn="l"/>
                <a:tab pos="5858510" algn="l"/>
              </a:tabLst>
            </a:pP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Die</a:t>
            </a:r>
            <a:r>
              <a:rPr sz="2400" spc="-29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Begriffe</a:t>
            </a:r>
            <a:r>
              <a:rPr sz="2400" spc="2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50" i="1" spc="-30" dirty="0">
                <a:solidFill>
                  <a:srgbClr val="FF0000"/>
                </a:solidFill>
                <a:latin typeface="Tahoma"/>
                <a:cs typeface="Tahoma"/>
              </a:rPr>
              <a:t>Dozenten	</a:t>
            </a: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und</a:t>
            </a:r>
            <a:r>
              <a:rPr sz="2400" spc="1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50" i="1" spc="-25" dirty="0">
                <a:solidFill>
                  <a:srgbClr val="FF0000"/>
                </a:solidFill>
                <a:latin typeface="Tahoma"/>
                <a:cs typeface="Tahoma"/>
              </a:rPr>
              <a:t>Professoren	</a:t>
            </a: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sind</a:t>
            </a:r>
            <a:r>
              <a:rPr sz="2400" spc="-7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synonym  verwendet worden.</a:t>
            </a:r>
            <a:endParaRPr sz="2400" dirty="0">
              <a:solidFill>
                <a:srgbClr val="FF0000"/>
              </a:solidFill>
              <a:latin typeface="Tahoma"/>
              <a:cs typeface="Tahoma"/>
            </a:endParaRPr>
          </a:p>
          <a:p>
            <a:pPr marL="355600" indent="-342900">
              <a:lnSpc>
                <a:spcPts val="2785"/>
              </a:lnSpc>
              <a:spcBef>
                <a:spcPts val="1525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Der Entitytyp </a:t>
            </a:r>
            <a:r>
              <a:rPr sz="2450" i="1" spc="-25" dirty="0">
                <a:solidFill>
                  <a:srgbClr val="FF0000"/>
                </a:solidFill>
                <a:latin typeface="Tahoma"/>
                <a:cs typeface="Tahoma"/>
              </a:rPr>
              <a:t>UniMitglieder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ist eine Generalisierung</a:t>
            </a:r>
            <a:r>
              <a:rPr sz="2400" spc="-30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ahoma"/>
                <a:cs typeface="Tahoma"/>
              </a:rPr>
              <a:t>von</a:t>
            </a:r>
            <a:endParaRPr sz="2400" dirty="0">
              <a:solidFill>
                <a:srgbClr val="FF0000"/>
              </a:solidFill>
              <a:latin typeface="Tahoma"/>
              <a:cs typeface="Tahoma"/>
            </a:endParaRPr>
          </a:p>
          <a:p>
            <a:pPr marL="355600">
              <a:lnSpc>
                <a:spcPts val="2785"/>
              </a:lnSpc>
              <a:buClr>
                <a:schemeClr val="accent1"/>
              </a:buClr>
              <a:buSzPct val="170000"/>
            </a:pPr>
            <a:r>
              <a:rPr sz="2450" i="1" spc="-30" dirty="0">
                <a:solidFill>
                  <a:srgbClr val="FF0000"/>
                </a:solidFill>
                <a:latin typeface="Tahoma"/>
                <a:cs typeface="Tahoma"/>
              </a:rPr>
              <a:t>Studenten, </a:t>
            </a:r>
            <a:r>
              <a:rPr sz="2450" i="1" spc="-25" dirty="0">
                <a:solidFill>
                  <a:srgbClr val="FF0000"/>
                </a:solidFill>
                <a:latin typeface="Tahoma"/>
                <a:cs typeface="Tahoma"/>
              </a:rPr>
              <a:t>Professoren </a:t>
            </a: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und</a:t>
            </a:r>
            <a:r>
              <a:rPr sz="2400" spc="1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50" i="1" spc="-25" dirty="0">
                <a:solidFill>
                  <a:srgbClr val="FF0000"/>
                </a:solidFill>
                <a:latin typeface="Tahoma"/>
                <a:cs typeface="Tahoma"/>
              </a:rPr>
              <a:t>Assistenten</a:t>
            </a:r>
            <a:r>
              <a:rPr sz="2400" spc="-25" dirty="0">
                <a:solidFill>
                  <a:srgbClr val="FF0000"/>
                </a:solidFill>
                <a:latin typeface="Tahoma"/>
                <a:cs typeface="Tahoma"/>
              </a:rPr>
              <a:t>.</a:t>
            </a:r>
            <a:endParaRPr sz="2400" dirty="0">
              <a:solidFill>
                <a:srgbClr val="FF0000"/>
              </a:solidFill>
              <a:latin typeface="Tahoma"/>
              <a:cs typeface="Tahoma"/>
            </a:endParaRPr>
          </a:p>
          <a:p>
            <a:pPr marL="355600" marR="5080" indent="-342900">
              <a:lnSpc>
                <a:spcPct val="88300"/>
              </a:lnSpc>
              <a:spcBef>
                <a:spcPts val="1875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  <a:tabLst>
                <a:tab pos="4101465" algn="l"/>
              </a:tabLst>
            </a:pPr>
            <a:r>
              <a:rPr sz="2400" spc="-5" dirty="0" err="1">
                <a:solidFill>
                  <a:srgbClr val="FF0000"/>
                </a:solidFill>
                <a:latin typeface="Tahoma"/>
                <a:cs typeface="Tahoma"/>
              </a:rPr>
              <a:t>Fakultätsbibliotheken</a:t>
            </a: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 werden sicherlich von </a:t>
            </a:r>
            <a:r>
              <a:rPr sz="2450" i="1" spc="-25" dirty="0">
                <a:solidFill>
                  <a:srgbClr val="FF0000"/>
                </a:solidFill>
                <a:latin typeface="Tahoma"/>
                <a:cs typeface="Tahoma"/>
              </a:rPr>
              <a:t>Angestellten</a:t>
            </a:r>
            <a:r>
              <a:rPr sz="2450" i="1" spc="-21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(und  nicht von </a:t>
            </a:r>
            <a:r>
              <a:rPr sz="2450" i="1" spc="-30" dirty="0">
                <a:solidFill>
                  <a:srgbClr val="FF0000"/>
                </a:solidFill>
                <a:latin typeface="Tahoma"/>
                <a:cs typeface="Tahoma"/>
              </a:rPr>
              <a:t>Studenten</a:t>
            </a:r>
            <a:r>
              <a:rPr sz="2400" spc="-30" dirty="0">
                <a:solidFill>
                  <a:srgbClr val="FF0000"/>
                </a:solidFill>
                <a:latin typeface="Tahoma"/>
                <a:cs typeface="Tahoma"/>
              </a:rPr>
              <a:t>) </a:t>
            </a: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geleitet. Insofern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ist </a:t>
            </a: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die in Sicht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2  </a:t>
            </a: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festgelegte Beziehung </a:t>
            </a:r>
            <a:r>
              <a:rPr sz="2450" i="1" spc="-20" dirty="0">
                <a:solidFill>
                  <a:srgbClr val="FF0000"/>
                </a:solidFill>
                <a:latin typeface="Tahoma"/>
                <a:cs typeface="Tahoma"/>
              </a:rPr>
              <a:t>leiten </a:t>
            </a: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revisionsbedürftig, sobald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wir </a:t>
            </a: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im  globalen Schema ohnehin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eine </a:t>
            </a: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Spezialisierung </a:t>
            </a:r>
            <a:r>
              <a:rPr sz="2400" spc="-10" dirty="0">
                <a:solidFill>
                  <a:srgbClr val="FF0000"/>
                </a:solidFill>
                <a:latin typeface="Tahoma"/>
                <a:cs typeface="Tahoma"/>
              </a:rPr>
              <a:t>von  </a:t>
            </a:r>
            <a:r>
              <a:rPr sz="2450" i="1" spc="-25" dirty="0">
                <a:solidFill>
                  <a:srgbClr val="FF0000"/>
                </a:solidFill>
                <a:latin typeface="Tahoma"/>
                <a:cs typeface="Tahoma"/>
              </a:rPr>
              <a:t>UniMitglieder</a:t>
            </a:r>
            <a:r>
              <a:rPr sz="2450" i="1" spc="-1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in</a:t>
            </a:r>
            <a:r>
              <a:rPr sz="2400" spc="1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50" i="1" spc="-30" dirty="0">
                <a:solidFill>
                  <a:srgbClr val="FF0000"/>
                </a:solidFill>
                <a:latin typeface="Tahoma"/>
                <a:cs typeface="Tahoma"/>
              </a:rPr>
              <a:t>Studenten	</a:t>
            </a: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und </a:t>
            </a:r>
            <a:r>
              <a:rPr sz="2450" i="1" spc="-25" dirty="0">
                <a:solidFill>
                  <a:srgbClr val="FF0000"/>
                </a:solidFill>
                <a:latin typeface="Tahoma"/>
                <a:cs typeface="Tahoma"/>
              </a:rPr>
              <a:t>Angestellte</a:t>
            </a:r>
            <a:r>
              <a:rPr sz="2450" i="1" spc="-3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vornehmen.</a:t>
            </a:r>
            <a:endParaRPr sz="2400" dirty="0">
              <a:solidFill>
                <a:srgbClr val="FF0000"/>
              </a:solidFill>
              <a:latin typeface="Tahoma"/>
              <a:cs typeface="Tahoma"/>
            </a:endParaRPr>
          </a:p>
          <a:p>
            <a:pPr marL="355600" marR="357505" indent="-342900">
              <a:lnSpc>
                <a:spcPct val="89700"/>
              </a:lnSpc>
              <a:spcBef>
                <a:spcPts val="1835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50" i="1" spc="-25" dirty="0" err="1">
                <a:solidFill>
                  <a:srgbClr val="FF0000"/>
                </a:solidFill>
                <a:latin typeface="Tahoma"/>
                <a:cs typeface="Tahoma"/>
              </a:rPr>
              <a:t>Dissertationen</a:t>
            </a:r>
            <a:r>
              <a:rPr sz="2450" i="1" spc="-25" dirty="0">
                <a:solidFill>
                  <a:srgbClr val="FF0000"/>
                </a:solidFill>
                <a:latin typeface="Tahoma"/>
                <a:cs typeface="Tahoma"/>
              </a:rPr>
              <a:t>, </a:t>
            </a:r>
            <a:r>
              <a:rPr sz="2450" i="1" spc="-30" dirty="0">
                <a:solidFill>
                  <a:srgbClr val="FF0000"/>
                </a:solidFill>
                <a:latin typeface="Tahoma"/>
                <a:cs typeface="Tahoma"/>
              </a:rPr>
              <a:t>Diplomarbeiten </a:t>
            </a: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und </a:t>
            </a:r>
            <a:r>
              <a:rPr sz="2450" i="1" spc="-30" dirty="0">
                <a:solidFill>
                  <a:srgbClr val="FF0000"/>
                </a:solidFill>
                <a:latin typeface="Tahoma"/>
                <a:cs typeface="Tahoma"/>
              </a:rPr>
              <a:t>Bücher </a:t>
            </a: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sind  Spezialisierungen von </a:t>
            </a:r>
            <a:r>
              <a:rPr sz="2450" i="1" spc="-30" dirty="0">
                <a:solidFill>
                  <a:srgbClr val="FF0000"/>
                </a:solidFill>
                <a:latin typeface="Tahoma"/>
                <a:cs typeface="Tahoma"/>
              </a:rPr>
              <a:t>Dokumenten</a:t>
            </a:r>
            <a:r>
              <a:rPr sz="2400" spc="-30" dirty="0">
                <a:solidFill>
                  <a:srgbClr val="FF0000"/>
                </a:solidFill>
                <a:latin typeface="Tahoma"/>
                <a:cs typeface="Tahoma"/>
              </a:rPr>
              <a:t>, </a:t>
            </a: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die in den </a:t>
            </a:r>
            <a:r>
              <a:rPr sz="2450" i="1" spc="-25" dirty="0">
                <a:solidFill>
                  <a:srgbClr val="FF0000"/>
                </a:solidFill>
                <a:latin typeface="Tahoma"/>
                <a:cs typeface="Tahoma"/>
              </a:rPr>
              <a:t>Bibliotheken 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verwaltet</a:t>
            </a: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 werden.</a:t>
            </a:r>
            <a:endParaRPr sz="2400" dirty="0">
              <a:solidFill>
                <a:srgbClr val="FF0000"/>
              </a:solidFill>
              <a:latin typeface="Tahoma"/>
              <a:cs typeface="Tahoma"/>
            </a:endParaRP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D151C10C-0C19-C575-4012-95B7397A43A7}"/>
              </a:ext>
            </a:extLst>
          </p:cNvPr>
          <p:cNvSpPr txBox="1">
            <a:spLocks/>
          </p:cNvSpPr>
          <p:nvPr/>
        </p:nvSpPr>
        <p:spPr>
          <a:xfrm>
            <a:off x="1079500" y="654050"/>
            <a:ext cx="6324600" cy="540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2400" spc="-5" dirty="0" err="1"/>
              <a:t>Beobachtungen</a:t>
            </a:r>
            <a:endParaRPr lang="en-GB" spc="-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216278" y="3540010"/>
            <a:ext cx="1676400" cy="695325"/>
          </a:xfrm>
          <a:custGeom>
            <a:avLst/>
            <a:gdLst/>
            <a:ahLst/>
            <a:cxnLst/>
            <a:rect l="l" t="t" r="r" b="b"/>
            <a:pathLst>
              <a:path w="1676400" h="695325">
                <a:moveTo>
                  <a:pt x="838200" y="0"/>
                </a:moveTo>
                <a:lnTo>
                  <a:pt x="0" y="347662"/>
                </a:lnTo>
                <a:lnTo>
                  <a:pt x="838200" y="695325"/>
                </a:lnTo>
                <a:lnTo>
                  <a:pt x="1676400" y="347662"/>
                </a:lnTo>
                <a:lnTo>
                  <a:pt x="838200" y="0"/>
                </a:lnTo>
                <a:close/>
              </a:path>
            </a:pathLst>
          </a:custGeom>
          <a:solidFill>
            <a:srgbClr val="73F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216278" y="3540010"/>
            <a:ext cx="1676400" cy="695325"/>
          </a:xfrm>
          <a:custGeom>
            <a:avLst/>
            <a:gdLst/>
            <a:ahLst/>
            <a:cxnLst/>
            <a:rect l="l" t="t" r="r" b="b"/>
            <a:pathLst>
              <a:path w="1676400" h="695325">
                <a:moveTo>
                  <a:pt x="0" y="347662"/>
                </a:moveTo>
                <a:lnTo>
                  <a:pt x="838199" y="0"/>
                </a:lnTo>
                <a:lnTo>
                  <a:pt x="1676398" y="347662"/>
                </a:lnTo>
                <a:lnTo>
                  <a:pt x="838199" y="695324"/>
                </a:lnTo>
                <a:lnTo>
                  <a:pt x="0" y="347662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968878" y="3549535"/>
            <a:ext cx="1676400" cy="695325"/>
          </a:xfrm>
          <a:custGeom>
            <a:avLst/>
            <a:gdLst/>
            <a:ahLst/>
            <a:cxnLst/>
            <a:rect l="l" t="t" r="r" b="b"/>
            <a:pathLst>
              <a:path w="1676400" h="695325">
                <a:moveTo>
                  <a:pt x="838200" y="0"/>
                </a:moveTo>
                <a:lnTo>
                  <a:pt x="0" y="347662"/>
                </a:lnTo>
                <a:lnTo>
                  <a:pt x="838200" y="695325"/>
                </a:lnTo>
                <a:lnTo>
                  <a:pt x="1676400" y="347662"/>
                </a:lnTo>
                <a:lnTo>
                  <a:pt x="838200" y="0"/>
                </a:lnTo>
                <a:close/>
              </a:path>
            </a:pathLst>
          </a:custGeom>
          <a:solidFill>
            <a:srgbClr val="73F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68878" y="3549535"/>
            <a:ext cx="1676400" cy="695325"/>
          </a:xfrm>
          <a:custGeom>
            <a:avLst/>
            <a:gdLst/>
            <a:ahLst/>
            <a:cxnLst/>
            <a:rect l="l" t="t" r="r" b="b"/>
            <a:pathLst>
              <a:path w="1676400" h="695325">
                <a:moveTo>
                  <a:pt x="0" y="347662"/>
                </a:moveTo>
                <a:lnTo>
                  <a:pt x="838199" y="0"/>
                </a:lnTo>
                <a:lnTo>
                  <a:pt x="1676398" y="347662"/>
                </a:lnTo>
                <a:lnTo>
                  <a:pt x="838199" y="695324"/>
                </a:lnTo>
                <a:lnTo>
                  <a:pt x="0" y="347662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510919" y="3701618"/>
            <a:ext cx="28695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39264" algn="l"/>
              </a:tabLst>
            </a:pPr>
            <a:r>
              <a:rPr sz="3600" spc="-7" baseline="1157" dirty="0">
                <a:latin typeface="Times New Roman"/>
                <a:cs typeface="Times New Roman"/>
              </a:rPr>
              <a:t>betreuen	</a:t>
            </a:r>
            <a:r>
              <a:rPr sz="2400" spc="-5" dirty="0">
                <a:latin typeface="Times New Roman"/>
                <a:cs typeface="Times New Roman"/>
              </a:rPr>
              <a:t>bewerten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721478" y="3549535"/>
            <a:ext cx="1752600" cy="695325"/>
          </a:xfrm>
          <a:custGeom>
            <a:avLst/>
            <a:gdLst/>
            <a:ahLst/>
            <a:cxnLst/>
            <a:rect l="l" t="t" r="r" b="b"/>
            <a:pathLst>
              <a:path w="1752600" h="695325">
                <a:moveTo>
                  <a:pt x="876300" y="0"/>
                </a:moveTo>
                <a:lnTo>
                  <a:pt x="0" y="347662"/>
                </a:lnTo>
                <a:lnTo>
                  <a:pt x="876300" y="695325"/>
                </a:lnTo>
                <a:lnTo>
                  <a:pt x="1752600" y="347662"/>
                </a:lnTo>
                <a:lnTo>
                  <a:pt x="876300" y="0"/>
                </a:lnTo>
                <a:close/>
              </a:path>
            </a:pathLst>
          </a:custGeom>
          <a:solidFill>
            <a:srgbClr val="73F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721478" y="3549535"/>
            <a:ext cx="1752600" cy="695325"/>
          </a:xfrm>
          <a:custGeom>
            <a:avLst/>
            <a:gdLst/>
            <a:ahLst/>
            <a:cxnLst/>
            <a:rect l="l" t="t" r="r" b="b"/>
            <a:pathLst>
              <a:path w="1752600" h="695325">
                <a:moveTo>
                  <a:pt x="0" y="347662"/>
                </a:moveTo>
                <a:lnTo>
                  <a:pt x="876299" y="0"/>
                </a:lnTo>
                <a:lnTo>
                  <a:pt x="1752599" y="347662"/>
                </a:lnTo>
                <a:lnTo>
                  <a:pt x="876299" y="695324"/>
                </a:lnTo>
                <a:lnTo>
                  <a:pt x="0" y="347662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946269" y="3701618"/>
            <a:ext cx="13119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empfehlen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835278" y="2901835"/>
            <a:ext cx="1981200" cy="417830"/>
          </a:xfrm>
          <a:custGeom>
            <a:avLst/>
            <a:gdLst/>
            <a:ahLst/>
            <a:cxnLst/>
            <a:rect l="l" t="t" r="r" b="b"/>
            <a:pathLst>
              <a:path w="1981200" h="417829">
                <a:moveTo>
                  <a:pt x="0" y="0"/>
                </a:moveTo>
                <a:lnTo>
                  <a:pt x="1981200" y="0"/>
                </a:lnTo>
                <a:lnTo>
                  <a:pt x="1981200" y="417512"/>
                </a:lnTo>
                <a:lnTo>
                  <a:pt x="0" y="417512"/>
                </a:lnTo>
                <a:lnTo>
                  <a:pt x="0" y="0"/>
                </a:lnTo>
                <a:close/>
              </a:path>
            </a:pathLst>
          </a:custGeom>
          <a:solidFill>
            <a:srgbClr val="FFD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835278" y="2901835"/>
            <a:ext cx="1981200" cy="394980"/>
          </a:xfrm>
          <a:prstGeom prst="rect">
            <a:avLst/>
          </a:prstGeom>
          <a:ln w="6349">
            <a:solidFill>
              <a:srgbClr val="000000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200"/>
              </a:spcBef>
            </a:pPr>
            <a:r>
              <a:rPr sz="2400" spc="-5" dirty="0">
                <a:latin typeface="Times New Roman"/>
                <a:cs typeface="Times New Roman"/>
              </a:rPr>
              <a:t>Diplomarbeiten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968878" y="2901835"/>
            <a:ext cx="1828800" cy="417830"/>
          </a:xfrm>
          <a:custGeom>
            <a:avLst/>
            <a:gdLst/>
            <a:ahLst/>
            <a:cxnLst/>
            <a:rect l="l" t="t" r="r" b="b"/>
            <a:pathLst>
              <a:path w="1828800" h="417829">
                <a:moveTo>
                  <a:pt x="0" y="0"/>
                </a:moveTo>
                <a:lnTo>
                  <a:pt x="1828800" y="0"/>
                </a:lnTo>
                <a:lnTo>
                  <a:pt x="1828800" y="417512"/>
                </a:lnTo>
                <a:lnTo>
                  <a:pt x="0" y="417512"/>
                </a:lnTo>
                <a:lnTo>
                  <a:pt x="0" y="0"/>
                </a:lnTo>
                <a:close/>
              </a:path>
            </a:pathLst>
          </a:custGeom>
          <a:solidFill>
            <a:srgbClr val="FFD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968878" y="2901835"/>
            <a:ext cx="1828800" cy="417830"/>
          </a:xfrm>
          <a:prstGeom prst="rect">
            <a:avLst/>
          </a:prstGeom>
          <a:ln w="6349">
            <a:solidFill>
              <a:srgbClr val="000000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200"/>
              </a:spcBef>
            </a:pPr>
            <a:r>
              <a:rPr sz="2400" spc="-5" dirty="0">
                <a:latin typeface="Times New Roman"/>
                <a:cs typeface="Times New Roman"/>
              </a:rPr>
              <a:t>Dissertationen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099303" y="2901835"/>
            <a:ext cx="1222375" cy="417830"/>
          </a:xfrm>
          <a:custGeom>
            <a:avLst/>
            <a:gdLst/>
            <a:ahLst/>
            <a:cxnLst/>
            <a:rect l="l" t="t" r="r" b="b"/>
            <a:pathLst>
              <a:path w="1222375" h="417829">
                <a:moveTo>
                  <a:pt x="0" y="0"/>
                </a:moveTo>
                <a:lnTo>
                  <a:pt x="1222375" y="0"/>
                </a:lnTo>
                <a:lnTo>
                  <a:pt x="1222375" y="417512"/>
                </a:lnTo>
                <a:lnTo>
                  <a:pt x="0" y="417512"/>
                </a:lnTo>
                <a:lnTo>
                  <a:pt x="0" y="0"/>
                </a:lnTo>
                <a:close/>
              </a:path>
            </a:pathLst>
          </a:custGeom>
          <a:solidFill>
            <a:srgbClr val="FFD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099303" y="2901835"/>
            <a:ext cx="1222375" cy="417830"/>
          </a:xfrm>
          <a:custGeom>
            <a:avLst/>
            <a:gdLst/>
            <a:ahLst/>
            <a:cxnLst/>
            <a:rect l="l" t="t" r="r" b="b"/>
            <a:pathLst>
              <a:path w="1222375" h="417829">
                <a:moveTo>
                  <a:pt x="0" y="0"/>
                </a:moveTo>
                <a:lnTo>
                  <a:pt x="1222379" y="0"/>
                </a:lnTo>
                <a:lnTo>
                  <a:pt x="1222379" y="417512"/>
                </a:lnTo>
                <a:lnTo>
                  <a:pt x="0" y="417512"/>
                </a:lnTo>
                <a:lnTo>
                  <a:pt x="0" y="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254244" y="2915005"/>
            <a:ext cx="9055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Bü</a:t>
            </a:r>
            <a:r>
              <a:rPr sz="2400" spc="-5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h</a:t>
            </a:r>
            <a:r>
              <a:rPr sz="2400" spc="-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825879" y="3319348"/>
            <a:ext cx="228600" cy="220979"/>
          </a:xfrm>
          <a:custGeom>
            <a:avLst/>
            <a:gdLst/>
            <a:ahLst/>
            <a:cxnLst/>
            <a:rect l="l" t="t" r="r" b="b"/>
            <a:pathLst>
              <a:path w="228600" h="220979">
                <a:moveTo>
                  <a:pt x="228599" y="220661"/>
                </a:moveTo>
                <a:lnTo>
                  <a:pt x="0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807079" y="3319348"/>
            <a:ext cx="76200" cy="230504"/>
          </a:xfrm>
          <a:custGeom>
            <a:avLst/>
            <a:gdLst/>
            <a:ahLst/>
            <a:cxnLst/>
            <a:rect l="l" t="t" r="r" b="b"/>
            <a:pathLst>
              <a:path w="76200" h="230504">
                <a:moveTo>
                  <a:pt x="76199" y="0"/>
                </a:moveTo>
                <a:lnTo>
                  <a:pt x="0" y="230186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597777" y="3319348"/>
            <a:ext cx="113030" cy="230504"/>
          </a:xfrm>
          <a:custGeom>
            <a:avLst/>
            <a:gdLst/>
            <a:ahLst/>
            <a:cxnLst/>
            <a:rect l="l" t="t" r="r" b="b"/>
            <a:pathLst>
              <a:path w="113029" h="230504">
                <a:moveTo>
                  <a:pt x="112713" y="0"/>
                </a:moveTo>
                <a:lnTo>
                  <a:pt x="0" y="230186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054478" y="4432185"/>
            <a:ext cx="1590675" cy="419100"/>
          </a:xfrm>
          <a:custGeom>
            <a:avLst/>
            <a:gdLst/>
            <a:ahLst/>
            <a:cxnLst/>
            <a:rect l="l" t="t" r="r" b="b"/>
            <a:pathLst>
              <a:path w="1590675" h="419100">
                <a:moveTo>
                  <a:pt x="0" y="0"/>
                </a:moveTo>
                <a:lnTo>
                  <a:pt x="1590675" y="0"/>
                </a:lnTo>
                <a:lnTo>
                  <a:pt x="1590675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FFD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4054478" y="4432185"/>
            <a:ext cx="1590675" cy="419100"/>
          </a:xfrm>
          <a:prstGeom prst="rect">
            <a:avLst/>
          </a:prstGeom>
          <a:ln w="6349">
            <a:solidFill>
              <a:srgbClr val="000000"/>
            </a:solidFill>
          </a:ln>
        </p:spPr>
        <p:txBody>
          <a:bodyPr vert="horz" wrap="square" lIns="0" tIns="2667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10"/>
              </a:spcBef>
            </a:pPr>
            <a:r>
              <a:rPr sz="2400" spc="-5" dirty="0">
                <a:latin typeface="Times New Roman"/>
                <a:cs typeface="Times New Roman"/>
              </a:rPr>
              <a:t>Assistenten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624641" y="4432185"/>
            <a:ext cx="1925955" cy="419100"/>
          </a:xfrm>
          <a:custGeom>
            <a:avLst/>
            <a:gdLst/>
            <a:ahLst/>
            <a:cxnLst/>
            <a:rect l="l" t="t" r="r" b="b"/>
            <a:pathLst>
              <a:path w="1925954" h="419100">
                <a:moveTo>
                  <a:pt x="0" y="0"/>
                </a:moveTo>
                <a:lnTo>
                  <a:pt x="1925637" y="0"/>
                </a:lnTo>
                <a:lnTo>
                  <a:pt x="1925637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FFD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624641" y="4432185"/>
            <a:ext cx="1925955" cy="419100"/>
          </a:xfrm>
          <a:custGeom>
            <a:avLst/>
            <a:gdLst/>
            <a:ahLst/>
            <a:cxnLst/>
            <a:rect l="l" t="t" r="r" b="b"/>
            <a:pathLst>
              <a:path w="1925954" h="419100">
                <a:moveTo>
                  <a:pt x="0" y="0"/>
                </a:moveTo>
                <a:lnTo>
                  <a:pt x="1925638" y="0"/>
                </a:lnTo>
                <a:lnTo>
                  <a:pt x="1925638" y="419099"/>
                </a:lnTo>
                <a:lnTo>
                  <a:pt x="0" y="419099"/>
                </a:lnTo>
                <a:lnTo>
                  <a:pt x="0" y="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6855781" y="4446155"/>
            <a:ext cx="146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Professoren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588253" y="4244860"/>
            <a:ext cx="9525" cy="187325"/>
          </a:xfrm>
          <a:custGeom>
            <a:avLst/>
            <a:gdLst/>
            <a:ahLst/>
            <a:cxnLst/>
            <a:rect l="l" t="t" r="r" b="b"/>
            <a:pathLst>
              <a:path w="9525" h="187325">
                <a:moveTo>
                  <a:pt x="9524" y="0"/>
                </a:moveTo>
                <a:lnTo>
                  <a:pt x="0" y="187324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807078" y="4244860"/>
            <a:ext cx="817880" cy="396875"/>
          </a:xfrm>
          <a:custGeom>
            <a:avLst/>
            <a:gdLst/>
            <a:ahLst/>
            <a:cxnLst/>
            <a:rect l="l" t="t" r="r" b="b"/>
            <a:pathLst>
              <a:path w="817879" h="396875">
                <a:moveTo>
                  <a:pt x="0" y="0"/>
                </a:moveTo>
                <a:lnTo>
                  <a:pt x="817562" y="396874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602291" y="5294198"/>
            <a:ext cx="1576705" cy="417830"/>
          </a:xfrm>
          <a:custGeom>
            <a:avLst/>
            <a:gdLst/>
            <a:ahLst/>
            <a:cxnLst/>
            <a:rect l="l" t="t" r="r" b="b"/>
            <a:pathLst>
              <a:path w="1576704" h="417829">
                <a:moveTo>
                  <a:pt x="0" y="0"/>
                </a:moveTo>
                <a:lnTo>
                  <a:pt x="1576387" y="0"/>
                </a:lnTo>
                <a:lnTo>
                  <a:pt x="1576387" y="417512"/>
                </a:lnTo>
                <a:lnTo>
                  <a:pt x="0" y="417512"/>
                </a:lnTo>
                <a:lnTo>
                  <a:pt x="0" y="0"/>
                </a:lnTo>
                <a:close/>
              </a:path>
            </a:pathLst>
          </a:custGeom>
          <a:solidFill>
            <a:srgbClr val="FFD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5602291" y="5294198"/>
            <a:ext cx="1576705" cy="417830"/>
          </a:xfrm>
          <a:prstGeom prst="rect">
            <a:avLst/>
          </a:prstGeom>
          <a:ln w="6349">
            <a:solidFill>
              <a:srgbClr val="000000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200"/>
              </a:spcBef>
            </a:pPr>
            <a:r>
              <a:rPr sz="2400" spc="-5" dirty="0">
                <a:latin typeface="Times New Roman"/>
                <a:cs typeface="Times New Roman"/>
              </a:rPr>
              <a:t>Angestellte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597278" y="5294198"/>
            <a:ext cx="1611630" cy="417830"/>
          </a:xfrm>
          <a:custGeom>
            <a:avLst/>
            <a:gdLst/>
            <a:ahLst/>
            <a:cxnLst/>
            <a:rect l="l" t="t" r="r" b="b"/>
            <a:pathLst>
              <a:path w="1611629" h="417829">
                <a:moveTo>
                  <a:pt x="0" y="0"/>
                </a:moveTo>
                <a:lnTo>
                  <a:pt x="1611312" y="0"/>
                </a:lnTo>
                <a:lnTo>
                  <a:pt x="1611312" y="417512"/>
                </a:lnTo>
                <a:lnTo>
                  <a:pt x="0" y="417512"/>
                </a:lnTo>
                <a:lnTo>
                  <a:pt x="0" y="0"/>
                </a:lnTo>
                <a:close/>
              </a:path>
            </a:pathLst>
          </a:custGeom>
          <a:solidFill>
            <a:srgbClr val="FFD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3597278" y="5294198"/>
            <a:ext cx="1611630" cy="417830"/>
          </a:xfrm>
          <a:prstGeom prst="rect">
            <a:avLst/>
          </a:prstGeom>
          <a:ln w="6349">
            <a:solidFill>
              <a:srgbClr val="000000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193040">
              <a:lnSpc>
                <a:spcPct val="100000"/>
              </a:lnSpc>
              <a:spcBef>
                <a:spcPts val="200"/>
              </a:spcBef>
            </a:pPr>
            <a:r>
              <a:rPr sz="2400" spc="-5" dirty="0">
                <a:latin typeface="Times New Roman"/>
                <a:cs typeface="Times New Roman"/>
              </a:rPr>
              <a:t>Studenten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4656141" y="6005398"/>
            <a:ext cx="1913255" cy="417830"/>
          </a:xfrm>
          <a:custGeom>
            <a:avLst/>
            <a:gdLst/>
            <a:ahLst/>
            <a:cxnLst/>
            <a:rect l="l" t="t" r="r" b="b"/>
            <a:pathLst>
              <a:path w="1913254" h="417829">
                <a:moveTo>
                  <a:pt x="0" y="0"/>
                </a:moveTo>
                <a:lnTo>
                  <a:pt x="1912937" y="0"/>
                </a:lnTo>
                <a:lnTo>
                  <a:pt x="1912937" y="417511"/>
                </a:lnTo>
                <a:lnTo>
                  <a:pt x="0" y="417511"/>
                </a:lnTo>
                <a:lnTo>
                  <a:pt x="0" y="0"/>
                </a:lnTo>
                <a:close/>
              </a:path>
            </a:pathLst>
          </a:custGeom>
          <a:solidFill>
            <a:srgbClr val="FFD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4656141" y="6005398"/>
            <a:ext cx="1913255" cy="417830"/>
          </a:xfrm>
          <a:prstGeom prst="rect">
            <a:avLst/>
          </a:prstGeom>
          <a:ln w="6349">
            <a:solidFill>
              <a:srgbClr val="000000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78105">
              <a:lnSpc>
                <a:spcPct val="100000"/>
              </a:lnSpc>
              <a:spcBef>
                <a:spcPts val="200"/>
              </a:spcBef>
            </a:pPr>
            <a:r>
              <a:rPr sz="2400" spc="-5" dirty="0">
                <a:latin typeface="Times New Roman"/>
                <a:cs typeface="Times New Roman"/>
              </a:rPr>
              <a:t>UniMitglieder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317500" y="576000"/>
            <a:ext cx="9074152" cy="6634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9"/>
          <p:cNvSpPr txBox="1"/>
          <p:nvPr/>
        </p:nvSpPr>
        <p:spPr>
          <a:xfrm>
            <a:off x="5009519" y="6802797"/>
            <a:ext cx="1143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Personen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7635878" y="6140335"/>
            <a:ext cx="1577975" cy="421005"/>
          </a:xfrm>
          <a:custGeom>
            <a:avLst/>
            <a:gdLst/>
            <a:ahLst/>
            <a:cxnLst/>
            <a:rect l="l" t="t" r="r" b="b"/>
            <a:pathLst>
              <a:path w="1577975" h="421004">
                <a:moveTo>
                  <a:pt x="0" y="0"/>
                </a:moveTo>
                <a:lnTo>
                  <a:pt x="1577975" y="0"/>
                </a:lnTo>
                <a:lnTo>
                  <a:pt x="1577975" y="420687"/>
                </a:lnTo>
                <a:lnTo>
                  <a:pt x="0" y="420687"/>
                </a:lnTo>
                <a:lnTo>
                  <a:pt x="0" y="0"/>
                </a:lnTo>
                <a:close/>
              </a:path>
            </a:pathLst>
          </a:custGeom>
          <a:solidFill>
            <a:srgbClr val="FFD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7635878" y="6140335"/>
            <a:ext cx="1577975" cy="421005"/>
          </a:xfrm>
          <a:prstGeom prst="rect">
            <a:avLst/>
          </a:prstGeom>
          <a:ln w="6349">
            <a:solidFill>
              <a:srgbClr val="000000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L="27305">
              <a:lnSpc>
                <a:spcPct val="100000"/>
              </a:lnSpc>
              <a:spcBef>
                <a:spcPts val="215"/>
              </a:spcBef>
            </a:pPr>
            <a:r>
              <a:rPr sz="2400" spc="-30" dirty="0">
                <a:latin typeface="Times New Roman"/>
                <a:cs typeface="Times New Roman"/>
              </a:rPr>
              <a:t>Vorlesungen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510794" y="4150080"/>
            <a:ext cx="702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leite</a:t>
            </a:r>
            <a:r>
              <a:rPr sz="2400" dirty="0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274918" y="3538893"/>
            <a:ext cx="11423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entleihen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917444" y="1982355"/>
            <a:ext cx="144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Dokumente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490406" y="934605"/>
            <a:ext cx="10242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b</a:t>
            </a:r>
            <a:r>
              <a:rPr sz="2400" spc="-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s</a:t>
            </a:r>
            <a:r>
              <a:rPr sz="2400" spc="-5" dirty="0">
                <a:latin typeface="Times New Roman"/>
                <a:cs typeface="Times New Roman"/>
              </a:rPr>
              <a:t>itze</a:t>
            </a:r>
            <a:r>
              <a:rPr sz="2400" dirty="0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088519" y="802055"/>
            <a:ext cx="1600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Bibliotheken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29590" y="2783255"/>
            <a:ext cx="10242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Au</a:t>
            </a:r>
            <a:r>
              <a:rPr sz="2400" spc="-5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217959" y="1479918"/>
            <a:ext cx="10242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F</a:t>
            </a: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ku</a:t>
            </a:r>
            <a:r>
              <a:rPr sz="2400" spc="-5" dirty="0">
                <a:latin typeface="Times New Roman"/>
                <a:cs typeface="Times New Roman"/>
              </a:rPr>
              <a:t>ltä</a:t>
            </a:r>
            <a:r>
              <a:rPr sz="2400" dirty="0">
                <a:latin typeface="Times New Roman"/>
                <a:cs typeface="Times New Roman"/>
              </a:rPr>
              <a:t>t</a:t>
            </a:r>
          </a:p>
        </p:txBody>
      </p:sp>
      <p:sp>
        <p:nvSpPr>
          <p:cNvPr id="49" name="object 49"/>
          <p:cNvSpPr/>
          <p:nvPr/>
        </p:nvSpPr>
        <p:spPr>
          <a:xfrm>
            <a:off x="8474078" y="3897198"/>
            <a:ext cx="969010" cy="2454275"/>
          </a:xfrm>
          <a:custGeom>
            <a:avLst/>
            <a:gdLst/>
            <a:ahLst/>
            <a:cxnLst/>
            <a:rect l="l" t="t" r="r" b="b"/>
            <a:pathLst>
              <a:path w="969009" h="2454275">
                <a:moveTo>
                  <a:pt x="0" y="0"/>
                </a:moveTo>
                <a:lnTo>
                  <a:pt x="39249" y="1332"/>
                </a:lnTo>
                <a:lnTo>
                  <a:pt x="78441" y="5281"/>
                </a:lnTo>
                <a:lnTo>
                  <a:pt x="117518" y="11774"/>
                </a:lnTo>
                <a:lnTo>
                  <a:pt x="156423" y="20737"/>
                </a:lnTo>
                <a:lnTo>
                  <a:pt x="195099" y="32099"/>
                </a:lnTo>
                <a:lnTo>
                  <a:pt x="233488" y="45787"/>
                </a:lnTo>
                <a:lnTo>
                  <a:pt x="271533" y="61728"/>
                </a:lnTo>
                <a:lnTo>
                  <a:pt x="309177" y="79850"/>
                </a:lnTo>
                <a:lnTo>
                  <a:pt x="346361" y="100079"/>
                </a:lnTo>
                <a:lnTo>
                  <a:pt x="383030" y="122343"/>
                </a:lnTo>
                <a:lnTo>
                  <a:pt x="419125" y="146569"/>
                </a:lnTo>
                <a:lnTo>
                  <a:pt x="454589" y="172685"/>
                </a:lnTo>
                <a:lnTo>
                  <a:pt x="489364" y="200618"/>
                </a:lnTo>
                <a:lnTo>
                  <a:pt x="523395" y="230295"/>
                </a:lnTo>
                <a:lnTo>
                  <a:pt x="556622" y="261644"/>
                </a:lnTo>
                <a:lnTo>
                  <a:pt x="588989" y="294592"/>
                </a:lnTo>
                <a:lnTo>
                  <a:pt x="620438" y="329066"/>
                </a:lnTo>
                <a:lnTo>
                  <a:pt x="650912" y="364994"/>
                </a:lnTo>
                <a:lnTo>
                  <a:pt x="680354" y="402302"/>
                </a:lnTo>
                <a:lnTo>
                  <a:pt x="708706" y="440919"/>
                </a:lnTo>
                <a:lnTo>
                  <a:pt x="735911" y="480772"/>
                </a:lnTo>
                <a:lnTo>
                  <a:pt x="761912" y="521787"/>
                </a:lnTo>
                <a:lnTo>
                  <a:pt x="786651" y="563892"/>
                </a:lnTo>
                <a:lnTo>
                  <a:pt x="810070" y="607015"/>
                </a:lnTo>
                <a:lnTo>
                  <a:pt x="832113" y="651083"/>
                </a:lnTo>
                <a:lnTo>
                  <a:pt x="852723" y="696023"/>
                </a:lnTo>
                <a:lnTo>
                  <a:pt x="871841" y="741763"/>
                </a:lnTo>
                <a:lnTo>
                  <a:pt x="889410" y="788229"/>
                </a:lnTo>
                <a:lnTo>
                  <a:pt x="905374" y="835349"/>
                </a:lnTo>
                <a:lnTo>
                  <a:pt x="919674" y="883051"/>
                </a:lnTo>
                <a:lnTo>
                  <a:pt x="932254" y="931261"/>
                </a:lnTo>
                <a:lnTo>
                  <a:pt x="943056" y="979908"/>
                </a:lnTo>
                <a:lnTo>
                  <a:pt x="952022" y="1028918"/>
                </a:lnTo>
                <a:lnTo>
                  <a:pt x="959096" y="1078219"/>
                </a:lnTo>
                <a:lnTo>
                  <a:pt x="964219" y="1127738"/>
                </a:lnTo>
                <a:lnTo>
                  <a:pt x="967336" y="1177402"/>
                </a:lnTo>
                <a:lnTo>
                  <a:pt x="968387" y="1227139"/>
                </a:lnTo>
                <a:lnTo>
                  <a:pt x="967923" y="1295282"/>
                </a:lnTo>
                <a:lnTo>
                  <a:pt x="966552" y="1363238"/>
                </a:lnTo>
                <a:lnTo>
                  <a:pt x="964310" y="1430820"/>
                </a:lnTo>
                <a:lnTo>
                  <a:pt x="961232" y="1497841"/>
                </a:lnTo>
                <a:lnTo>
                  <a:pt x="957353" y="1564113"/>
                </a:lnTo>
                <a:lnTo>
                  <a:pt x="952707" y="1629450"/>
                </a:lnTo>
                <a:lnTo>
                  <a:pt x="947330" y="1693666"/>
                </a:lnTo>
                <a:lnTo>
                  <a:pt x="941255" y="1756571"/>
                </a:lnTo>
                <a:lnTo>
                  <a:pt x="934518" y="1817981"/>
                </a:lnTo>
                <a:lnTo>
                  <a:pt x="927155" y="1877707"/>
                </a:lnTo>
                <a:lnTo>
                  <a:pt x="919199" y="1935563"/>
                </a:lnTo>
                <a:lnTo>
                  <a:pt x="910685" y="1991361"/>
                </a:lnTo>
                <a:lnTo>
                  <a:pt x="901649" y="2044915"/>
                </a:lnTo>
                <a:lnTo>
                  <a:pt x="892125" y="2096037"/>
                </a:lnTo>
                <a:lnTo>
                  <a:pt x="882148" y="2144541"/>
                </a:lnTo>
                <a:lnTo>
                  <a:pt x="871752" y="2190240"/>
                </a:lnTo>
                <a:lnTo>
                  <a:pt x="860974" y="2232946"/>
                </a:lnTo>
                <a:lnTo>
                  <a:pt x="849847" y="2272472"/>
                </a:lnTo>
                <a:lnTo>
                  <a:pt x="826687" y="2341238"/>
                </a:lnTo>
                <a:lnTo>
                  <a:pt x="802552" y="2395041"/>
                </a:lnTo>
                <a:lnTo>
                  <a:pt x="777720" y="2432385"/>
                </a:lnTo>
                <a:lnTo>
                  <a:pt x="752469" y="2451774"/>
                </a:lnTo>
                <a:lnTo>
                  <a:pt x="739774" y="2454268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8226175" y="2395905"/>
            <a:ext cx="8210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70" dirty="0">
                <a:latin typeface="Times New Roman"/>
                <a:cs typeface="Times New Roman"/>
              </a:rPr>
              <a:t>V</a:t>
            </a:r>
            <a:r>
              <a:rPr sz="2400" spc="-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5" dirty="0">
                <a:latin typeface="Times New Roman"/>
                <a:cs typeface="Times New Roman"/>
              </a:rPr>
              <a:t>la</a:t>
            </a:r>
            <a:r>
              <a:rPr sz="2400" dirty="0">
                <a:latin typeface="Times New Roman"/>
                <a:cs typeface="Times New Roman"/>
              </a:rPr>
              <a:t>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44280" y="5380393"/>
            <a:ext cx="85534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D</a:t>
            </a:r>
            <a:r>
              <a:rPr sz="2400" spc="-5" dirty="0">
                <a:latin typeface="Times New Roman"/>
                <a:cs typeface="Times New Roman"/>
              </a:rPr>
              <a:t>at</a:t>
            </a:r>
            <a:r>
              <a:rPr sz="2400" dirty="0">
                <a:latin typeface="Times New Roman"/>
                <a:cs typeface="Times New Roman"/>
              </a:rPr>
              <a:t>um</a:t>
            </a:r>
          </a:p>
        </p:txBody>
      </p:sp>
      <p:sp>
        <p:nvSpPr>
          <p:cNvPr id="53" name="object 52">
            <a:extLst>
              <a:ext uri="{FF2B5EF4-FFF2-40B4-BE49-F238E27FC236}">
                <a16:creationId xmlns:a16="http://schemas.microsoft.com/office/drawing/2014/main" id="{2A48DB9C-1098-A95D-BD90-BFDB3CAC9681}"/>
              </a:ext>
            </a:extLst>
          </p:cNvPr>
          <p:cNvSpPr txBox="1"/>
          <p:nvPr/>
        </p:nvSpPr>
        <p:spPr>
          <a:xfrm>
            <a:off x="7020268" y="564906"/>
            <a:ext cx="129823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de-DE" sz="2400" dirty="0">
                <a:latin typeface="Times New Roman"/>
                <a:cs typeface="Times New Roman"/>
              </a:rPr>
              <a:t>Signatur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54" name="object 52">
            <a:extLst>
              <a:ext uri="{FF2B5EF4-FFF2-40B4-BE49-F238E27FC236}">
                <a16:creationId xmlns:a16="http://schemas.microsoft.com/office/drawing/2014/main" id="{1D109C3E-DA80-1447-C780-FD3F4989C448}"/>
              </a:ext>
            </a:extLst>
          </p:cNvPr>
          <p:cNvSpPr txBox="1"/>
          <p:nvPr/>
        </p:nvSpPr>
        <p:spPr>
          <a:xfrm>
            <a:off x="7304410" y="1122406"/>
            <a:ext cx="85534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de-DE" sz="2400" dirty="0">
                <a:latin typeface="Times New Roman"/>
                <a:cs typeface="Times New Roman"/>
              </a:rPr>
              <a:t>Titel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55" name="object 52">
            <a:extLst>
              <a:ext uri="{FF2B5EF4-FFF2-40B4-BE49-F238E27FC236}">
                <a16:creationId xmlns:a16="http://schemas.microsoft.com/office/drawing/2014/main" id="{028E8647-9F1C-EE3D-9913-00BAA649AA7E}"/>
              </a:ext>
            </a:extLst>
          </p:cNvPr>
          <p:cNvSpPr txBox="1"/>
          <p:nvPr/>
        </p:nvSpPr>
        <p:spPr>
          <a:xfrm>
            <a:off x="7304410" y="1626952"/>
            <a:ext cx="85534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de-DE" sz="2400" dirty="0">
                <a:latin typeface="Times New Roman"/>
                <a:cs typeface="Times New Roman"/>
              </a:rPr>
              <a:t>Jahr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A25CE37-4E72-4EB9-EF2C-567680065337}"/>
              </a:ext>
            </a:extLst>
          </p:cNvPr>
          <p:cNvSpPr txBox="1"/>
          <p:nvPr/>
        </p:nvSpPr>
        <p:spPr>
          <a:xfrm>
            <a:off x="6480000" y="2023798"/>
            <a:ext cx="685800" cy="57669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78BA104-F063-A97E-56E0-7EC910DB7A3B}"/>
              </a:ext>
            </a:extLst>
          </p:cNvPr>
          <p:cNvSpPr txBox="1"/>
          <p:nvPr/>
        </p:nvSpPr>
        <p:spPr>
          <a:xfrm>
            <a:off x="6946269" y="2322000"/>
            <a:ext cx="939531" cy="57669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3F4B9BD-2387-2582-B159-A2A9A5BD6CA6}"/>
              </a:ext>
            </a:extLst>
          </p:cNvPr>
          <p:cNvSpPr txBox="1"/>
          <p:nvPr/>
        </p:nvSpPr>
        <p:spPr>
          <a:xfrm>
            <a:off x="5364000" y="2394000"/>
            <a:ext cx="533400" cy="486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216A43E-4B62-75FA-53E1-2535B71A7BD1}"/>
              </a:ext>
            </a:extLst>
          </p:cNvPr>
          <p:cNvSpPr txBox="1"/>
          <p:nvPr/>
        </p:nvSpPr>
        <p:spPr>
          <a:xfrm>
            <a:off x="3746500" y="2406650"/>
            <a:ext cx="533400" cy="486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71BC0C7-C6F4-38DF-A0A8-64BB565B9BD3}"/>
              </a:ext>
            </a:extLst>
          </p:cNvPr>
          <p:cNvSpPr txBox="1"/>
          <p:nvPr/>
        </p:nvSpPr>
        <p:spPr>
          <a:xfrm>
            <a:off x="4644000" y="2225450"/>
            <a:ext cx="169300" cy="486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DCB5BC9-8F42-7F04-AD95-2E0EDB07D6C2}"/>
              </a:ext>
            </a:extLst>
          </p:cNvPr>
          <p:cNvSpPr txBox="1"/>
          <p:nvPr/>
        </p:nvSpPr>
        <p:spPr>
          <a:xfrm>
            <a:off x="4127500" y="2254250"/>
            <a:ext cx="533400" cy="486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9" name="object 46">
            <a:extLst>
              <a:ext uri="{FF2B5EF4-FFF2-40B4-BE49-F238E27FC236}">
                <a16:creationId xmlns:a16="http://schemas.microsoft.com/office/drawing/2014/main" id="{1BA2EFC2-1821-5373-2304-019FAA7834FA}"/>
              </a:ext>
            </a:extLst>
          </p:cNvPr>
          <p:cNvSpPr/>
          <p:nvPr/>
        </p:nvSpPr>
        <p:spPr>
          <a:xfrm>
            <a:off x="5217795" y="2487930"/>
            <a:ext cx="679605" cy="297870"/>
          </a:xfrm>
          <a:custGeom>
            <a:avLst/>
            <a:gdLst/>
            <a:ahLst/>
            <a:cxnLst/>
            <a:rect l="l" t="t" r="r" b="b"/>
            <a:pathLst>
              <a:path w="890904" h="381000">
                <a:moveTo>
                  <a:pt x="667943" y="0"/>
                </a:moveTo>
                <a:lnTo>
                  <a:pt x="222643" y="0"/>
                </a:lnTo>
                <a:lnTo>
                  <a:pt x="0" y="190500"/>
                </a:lnTo>
                <a:lnTo>
                  <a:pt x="222643" y="381000"/>
                </a:lnTo>
                <a:lnTo>
                  <a:pt x="667943" y="381000"/>
                </a:lnTo>
                <a:lnTo>
                  <a:pt x="890587" y="190500"/>
                </a:lnTo>
                <a:lnTo>
                  <a:pt x="667943" y="0"/>
                </a:lnTo>
                <a:close/>
              </a:path>
            </a:pathLst>
          </a:custGeom>
          <a:solidFill>
            <a:srgbClr val="FF5AE7"/>
          </a:solidFill>
        </p:spPr>
        <p:txBody>
          <a:bodyPr wrap="square" lIns="0" tIns="0" rIns="0" bIns="0" rtlCol="0"/>
          <a:lstStyle/>
          <a:p>
            <a:endParaRPr sz="1400"/>
          </a:p>
        </p:txBody>
      </p:sp>
      <p:sp>
        <p:nvSpPr>
          <p:cNvPr id="70" name="object 47">
            <a:extLst>
              <a:ext uri="{FF2B5EF4-FFF2-40B4-BE49-F238E27FC236}">
                <a16:creationId xmlns:a16="http://schemas.microsoft.com/office/drawing/2014/main" id="{C1B5895D-0710-CED2-BB7C-89E86488690C}"/>
              </a:ext>
            </a:extLst>
          </p:cNvPr>
          <p:cNvSpPr/>
          <p:nvPr/>
        </p:nvSpPr>
        <p:spPr>
          <a:xfrm>
            <a:off x="5217795" y="2487930"/>
            <a:ext cx="679605" cy="297870"/>
          </a:xfrm>
          <a:custGeom>
            <a:avLst/>
            <a:gdLst/>
            <a:ahLst/>
            <a:cxnLst/>
            <a:rect l="l" t="t" r="r" b="b"/>
            <a:pathLst>
              <a:path w="890904" h="381000">
                <a:moveTo>
                  <a:pt x="0" y="190499"/>
                </a:moveTo>
                <a:lnTo>
                  <a:pt x="222644" y="0"/>
                </a:lnTo>
                <a:lnTo>
                  <a:pt x="667941" y="0"/>
                </a:lnTo>
                <a:lnTo>
                  <a:pt x="890586" y="190499"/>
                </a:lnTo>
                <a:lnTo>
                  <a:pt x="667941" y="380999"/>
                </a:lnTo>
                <a:lnTo>
                  <a:pt x="222644" y="380999"/>
                </a:lnTo>
                <a:lnTo>
                  <a:pt x="0" y="19049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400"/>
          </a:p>
        </p:txBody>
      </p:sp>
      <p:sp>
        <p:nvSpPr>
          <p:cNvPr id="71" name="object 48">
            <a:extLst>
              <a:ext uri="{FF2B5EF4-FFF2-40B4-BE49-F238E27FC236}">
                <a16:creationId xmlns:a16="http://schemas.microsoft.com/office/drawing/2014/main" id="{49C184CA-9B94-B90F-C0ED-1B968243D40E}"/>
              </a:ext>
            </a:extLst>
          </p:cNvPr>
          <p:cNvSpPr txBox="1"/>
          <p:nvPr/>
        </p:nvSpPr>
        <p:spPr>
          <a:xfrm>
            <a:off x="5419560" y="2482850"/>
            <a:ext cx="36814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Times New Roman"/>
                <a:cs typeface="Times New Roman"/>
              </a:rPr>
              <a:t>i</a:t>
            </a:r>
            <a:r>
              <a:rPr sz="1400" b="1" dirty="0">
                <a:latin typeface="Times New Roman"/>
                <a:cs typeface="Times New Roman"/>
              </a:rPr>
              <a:t>s-a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84" name="object 46">
            <a:extLst>
              <a:ext uri="{FF2B5EF4-FFF2-40B4-BE49-F238E27FC236}">
                <a16:creationId xmlns:a16="http://schemas.microsoft.com/office/drawing/2014/main" id="{207B07AA-160F-3505-974A-CD405F01A4B3}"/>
              </a:ext>
            </a:extLst>
          </p:cNvPr>
          <p:cNvSpPr/>
          <p:nvPr/>
        </p:nvSpPr>
        <p:spPr>
          <a:xfrm>
            <a:off x="5194300" y="5688330"/>
            <a:ext cx="679605" cy="297870"/>
          </a:xfrm>
          <a:custGeom>
            <a:avLst/>
            <a:gdLst/>
            <a:ahLst/>
            <a:cxnLst/>
            <a:rect l="l" t="t" r="r" b="b"/>
            <a:pathLst>
              <a:path w="890904" h="381000">
                <a:moveTo>
                  <a:pt x="667943" y="0"/>
                </a:moveTo>
                <a:lnTo>
                  <a:pt x="222643" y="0"/>
                </a:lnTo>
                <a:lnTo>
                  <a:pt x="0" y="190500"/>
                </a:lnTo>
                <a:lnTo>
                  <a:pt x="222643" y="381000"/>
                </a:lnTo>
                <a:lnTo>
                  <a:pt x="667943" y="381000"/>
                </a:lnTo>
                <a:lnTo>
                  <a:pt x="890587" y="190500"/>
                </a:lnTo>
                <a:lnTo>
                  <a:pt x="667943" y="0"/>
                </a:lnTo>
                <a:close/>
              </a:path>
            </a:pathLst>
          </a:custGeom>
          <a:solidFill>
            <a:srgbClr val="FF5AE7"/>
          </a:solidFill>
        </p:spPr>
        <p:txBody>
          <a:bodyPr wrap="square" lIns="0" tIns="0" rIns="0" bIns="0" rtlCol="0"/>
          <a:lstStyle/>
          <a:p>
            <a:endParaRPr sz="1400"/>
          </a:p>
        </p:txBody>
      </p:sp>
      <p:sp>
        <p:nvSpPr>
          <p:cNvPr id="85" name="object 47">
            <a:extLst>
              <a:ext uri="{FF2B5EF4-FFF2-40B4-BE49-F238E27FC236}">
                <a16:creationId xmlns:a16="http://schemas.microsoft.com/office/drawing/2014/main" id="{17F43B87-8D49-AD5F-0801-96582F5A0518}"/>
              </a:ext>
            </a:extLst>
          </p:cNvPr>
          <p:cNvSpPr/>
          <p:nvPr/>
        </p:nvSpPr>
        <p:spPr>
          <a:xfrm>
            <a:off x="5194300" y="5688330"/>
            <a:ext cx="679605" cy="297870"/>
          </a:xfrm>
          <a:custGeom>
            <a:avLst/>
            <a:gdLst/>
            <a:ahLst/>
            <a:cxnLst/>
            <a:rect l="l" t="t" r="r" b="b"/>
            <a:pathLst>
              <a:path w="890904" h="381000">
                <a:moveTo>
                  <a:pt x="0" y="190499"/>
                </a:moveTo>
                <a:lnTo>
                  <a:pt x="222644" y="0"/>
                </a:lnTo>
                <a:lnTo>
                  <a:pt x="667941" y="0"/>
                </a:lnTo>
                <a:lnTo>
                  <a:pt x="890586" y="190499"/>
                </a:lnTo>
                <a:lnTo>
                  <a:pt x="667941" y="380999"/>
                </a:lnTo>
                <a:lnTo>
                  <a:pt x="222644" y="380999"/>
                </a:lnTo>
                <a:lnTo>
                  <a:pt x="0" y="19049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400"/>
          </a:p>
        </p:txBody>
      </p:sp>
      <p:sp>
        <p:nvSpPr>
          <p:cNvPr id="86" name="object 48">
            <a:extLst>
              <a:ext uri="{FF2B5EF4-FFF2-40B4-BE49-F238E27FC236}">
                <a16:creationId xmlns:a16="http://schemas.microsoft.com/office/drawing/2014/main" id="{E4BF66F9-062E-1465-28E9-D99B54271ECF}"/>
              </a:ext>
            </a:extLst>
          </p:cNvPr>
          <p:cNvSpPr txBox="1"/>
          <p:nvPr/>
        </p:nvSpPr>
        <p:spPr>
          <a:xfrm>
            <a:off x="5396065" y="5683250"/>
            <a:ext cx="36814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Times New Roman"/>
                <a:cs typeface="Times New Roman"/>
              </a:rPr>
              <a:t>i</a:t>
            </a:r>
            <a:r>
              <a:rPr sz="1400" dirty="0">
                <a:latin typeface="Times New Roman"/>
                <a:cs typeface="Times New Roman"/>
              </a:rPr>
              <a:t>s-a</a:t>
            </a:r>
          </a:p>
        </p:txBody>
      </p:sp>
      <p:sp>
        <p:nvSpPr>
          <p:cNvPr id="87" name="object 46">
            <a:extLst>
              <a:ext uri="{FF2B5EF4-FFF2-40B4-BE49-F238E27FC236}">
                <a16:creationId xmlns:a16="http://schemas.microsoft.com/office/drawing/2014/main" id="{92405046-DC0B-7582-7050-5C595A2161AB}"/>
              </a:ext>
            </a:extLst>
          </p:cNvPr>
          <p:cNvSpPr/>
          <p:nvPr/>
        </p:nvSpPr>
        <p:spPr>
          <a:xfrm>
            <a:off x="5270500" y="6452180"/>
            <a:ext cx="679605" cy="297870"/>
          </a:xfrm>
          <a:custGeom>
            <a:avLst/>
            <a:gdLst/>
            <a:ahLst/>
            <a:cxnLst/>
            <a:rect l="l" t="t" r="r" b="b"/>
            <a:pathLst>
              <a:path w="890904" h="381000">
                <a:moveTo>
                  <a:pt x="667943" y="0"/>
                </a:moveTo>
                <a:lnTo>
                  <a:pt x="222643" y="0"/>
                </a:lnTo>
                <a:lnTo>
                  <a:pt x="0" y="190500"/>
                </a:lnTo>
                <a:lnTo>
                  <a:pt x="222643" y="381000"/>
                </a:lnTo>
                <a:lnTo>
                  <a:pt x="667943" y="381000"/>
                </a:lnTo>
                <a:lnTo>
                  <a:pt x="890587" y="190500"/>
                </a:lnTo>
                <a:lnTo>
                  <a:pt x="667943" y="0"/>
                </a:lnTo>
                <a:close/>
              </a:path>
            </a:pathLst>
          </a:custGeom>
          <a:solidFill>
            <a:srgbClr val="FF5AE7"/>
          </a:solidFill>
        </p:spPr>
        <p:txBody>
          <a:bodyPr wrap="square" lIns="0" tIns="0" rIns="0" bIns="0" rtlCol="0"/>
          <a:lstStyle/>
          <a:p>
            <a:endParaRPr sz="1400" b="1"/>
          </a:p>
        </p:txBody>
      </p:sp>
      <p:sp>
        <p:nvSpPr>
          <p:cNvPr id="88" name="object 47">
            <a:extLst>
              <a:ext uri="{FF2B5EF4-FFF2-40B4-BE49-F238E27FC236}">
                <a16:creationId xmlns:a16="http://schemas.microsoft.com/office/drawing/2014/main" id="{343E8815-D058-D7CF-5EFE-95F660C0A1E2}"/>
              </a:ext>
            </a:extLst>
          </p:cNvPr>
          <p:cNvSpPr/>
          <p:nvPr/>
        </p:nvSpPr>
        <p:spPr>
          <a:xfrm>
            <a:off x="5270500" y="6452180"/>
            <a:ext cx="679605" cy="297870"/>
          </a:xfrm>
          <a:custGeom>
            <a:avLst/>
            <a:gdLst/>
            <a:ahLst/>
            <a:cxnLst/>
            <a:rect l="l" t="t" r="r" b="b"/>
            <a:pathLst>
              <a:path w="890904" h="381000">
                <a:moveTo>
                  <a:pt x="0" y="190499"/>
                </a:moveTo>
                <a:lnTo>
                  <a:pt x="222644" y="0"/>
                </a:lnTo>
                <a:lnTo>
                  <a:pt x="667941" y="0"/>
                </a:lnTo>
                <a:lnTo>
                  <a:pt x="890586" y="190499"/>
                </a:lnTo>
                <a:lnTo>
                  <a:pt x="667941" y="380999"/>
                </a:lnTo>
                <a:lnTo>
                  <a:pt x="222644" y="380999"/>
                </a:lnTo>
                <a:lnTo>
                  <a:pt x="0" y="19049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400" b="1"/>
          </a:p>
        </p:txBody>
      </p:sp>
      <p:sp>
        <p:nvSpPr>
          <p:cNvPr id="89" name="object 48">
            <a:extLst>
              <a:ext uri="{FF2B5EF4-FFF2-40B4-BE49-F238E27FC236}">
                <a16:creationId xmlns:a16="http://schemas.microsoft.com/office/drawing/2014/main" id="{C2FCBAFF-3CC6-F77F-FABA-25088D1B13D0}"/>
              </a:ext>
            </a:extLst>
          </p:cNvPr>
          <p:cNvSpPr txBox="1"/>
          <p:nvPr/>
        </p:nvSpPr>
        <p:spPr>
          <a:xfrm>
            <a:off x="5472265" y="6447100"/>
            <a:ext cx="36814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Times New Roman"/>
                <a:cs typeface="Times New Roman"/>
              </a:rPr>
              <a:t>i</a:t>
            </a:r>
            <a:r>
              <a:rPr sz="1400" b="1" dirty="0">
                <a:latin typeface="Times New Roman"/>
                <a:cs typeface="Times New Roman"/>
              </a:rPr>
              <a:t>s-a</a:t>
            </a:r>
          </a:p>
        </p:txBody>
      </p:sp>
      <p:sp>
        <p:nvSpPr>
          <p:cNvPr id="90" name="object 46">
            <a:extLst>
              <a:ext uri="{FF2B5EF4-FFF2-40B4-BE49-F238E27FC236}">
                <a16:creationId xmlns:a16="http://schemas.microsoft.com/office/drawing/2014/main" id="{D84C4294-369F-9B35-A742-999CDDCADBC5}"/>
              </a:ext>
            </a:extLst>
          </p:cNvPr>
          <p:cNvSpPr/>
          <p:nvPr/>
        </p:nvSpPr>
        <p:spPr>
          <a:xfrm>
            <a:off x="5727700" y="4928180"/>
            <a:ext cx="679605" cy="297870"/>
          </a:xfrm>
          <a:custGeom>
            <a:avLst/>
            <a:gdLst/>
            <a:ahLst/>
            <a:cxnLst/>
            <a:rect l="l" t="t" r="r" b="b"/>
            <a:pathLst>
              <a:path w="890904" h="381000">
                <a:moveTo>
                  <a:pt x="667943" y="0"/>
                </a:moveTo>
                <a:lnTo>
                  <a:pt x="222643" y="0"/>
                </a:lnTo>
                <a:lnTo>
                  <a:pt x="0" y="190500"/>
                </a:lnTo>
                <a:lnTo>
                  <a:pt x="222643" y="381000"/>
                </a:lnTo>
                <a:lnTo>
                  <a:pt x="667943" y="381000"/>
                </a:lnTo>
                <a:lnTo>
                  <a:pt x="890587" y="190500"/>
                </a:lnTo>
                <a:lnTo>
                  <a:pt x="667943" y="0"/>
                </a:lnTo>
                <a:close/>
              </a:path>
            </a:pathLst>
          </a:custGeom>
          <a:solidFill>
            <a:srgbClr val="FF5AE7"/>
          </a:solidFill>
        </p:spPr>
        <p:txBody>
          <a:bodyPr wrap="square" lIns="0" tIns="0" rIns="0" bIns="0" rtlCol="0"/>
          <a:lstStyle/>
          <a:p>
            <a:endParaRPr sz="1400"/>
          </a:p>
        </p:txBody>
      </p:sp>
      <p:sp>
        <p:nvSpPr>
          <p:cNvPr id="91" name="object 47">
            <a:extLst>
              <a:ext uri="{FF2B5EF4-FFF2-40B4-BE49-F238E27FC236}">
                <a16:creationId xmlns:a16="http://schemas.microsoft.com/office/drawing/2014/main" id="{566BD815-D290-5ED9-46C6-8205DD667359}"/>
              </a:ext>
            </a:extLst>
          </p:cNvPr>
          <p:cNvSpPr/>
          <p:nvPr/>
        </p:nvSpPr>
        <p:spPr>
          <a:xfrm>
            <a:off x="5727700" y="4928180"/>
            <a:ext cx="679605" cy="297870"/>
          </a:xfrm>
          <a:custGeom>
            <a:avLst/>
            <a:gdLst/>
            <a:ahLst/>
            <a:cxnLst/>
            <a:rect l="l" t="t" r="r" b="b"/>
            <a:pathLst>
              <a:path w="890904" h="381000">
                <a:moveTo>
                  <a:pt x="0" y="190499"/>
                </a:moveTo>
                <a:lnTo>
                  <a:pt x="222644" y="0"/>
                </a:lnTo>
                <a:lnTo>
                  <a:pt x="667941" y="0"/>
                </a:lnTo>
                <a:lnTo>
                  <a:pt x="890586" y="190499"/>
                </a:lnTo>
                <a:lnTo>
                  <a:pt x="667941" y="380999"/>
                </a:lnTo>
                <a:lnTo>
                  <a:pt x="222644" y="380999"/>
                </a:lnTo>
                <a:lnTo>
                  <a:pt x="0" y="19049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400"/>
          </a:p>
        </p:txBody>
      </p:sp>
      <p:sp>
        <p:nvSpPr>
          <p:cNvPr id="92" name="object 48">
            <a:extLst>
              <a:ext uri="{FF2B5EF4-FFF2-40B4-BE49-F238E27FC236}">
                <a16:creationId xmlns:a16="http://schemas.microsoft.com/office/drawing/2014/main" id="{AFCE59C9-7590-D187-9A36-3F6929108EE7}"/>
              </a:ext>
            </a:extLst>
          </p:cNvPr>
          <p:cNvSpPr txBox="1"/>
          <p:nvPr/>
        </p:nvSpPr>
        <p:spPr>
          <a:xfrm>
            <a:off x="5929465" y="4923100"/>
            <a:ext cx="36814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Times New Roman"/>
                <a:cs typeface="Times New Roman"/>
              </a:rPr>
              <a:t>i</a:t>
            </a:r>
            <a:r>
              <a:rPr sz="1400" dirty="0">
                <a:latin typeface="Times New Roman"/>
                <a:cs typeface="Times New Roman"/>
              </a:rPr>
              <a:t>s-a</a:t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F57D976E-C246-6F66-C824-56C282A6035D}"/>
              </a:ext>
            </a:extLst>
          </p:cNvPr>
          <p:cNvCxnSpPr>
            <a:cxnSpLocks/>
          </p:cNvCxnSpPr>
          <p:nvPr/>
        </p:nvCxnSpPr>
        <p:spPr>
          <a:xfrm flipH="1">
            <a:off x="6335900" y="4865242"/>
            <a:ext cx="1266324" cy="135586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39D0BC76-5DF9-13C4-DCC8-142CA8FE9E73}"/>
              </a:ext>
            </a:extLst>
          </p:cNvPr>
          <p:cNvCxnSpPr>
            <a:cxnSpLocks/>
          </p:cNvCxnSpPr>
          <p:nvPr/>
        </p:nvCxnSpPr>
        <p:spPr>
          <a:xfrm flipH="1">
            <a:off x="5547487" y="2373515"/>
            <a:ext cx="39590" cy="118802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487A9C18-5ACD-7D34-D8C9-450F058C1C59}"/>
              </a:ext>
            </a:extLst>
          </p:cNvPr>
          <p:cNvCxnSpPr>
            <a:cxnSpLocks/>
          </p:cNvCxnSpPr>
          <p:nvPr/>
        </p:nvCxnSpPr>
        <p:spPr>
          <a:xfrm>
            <a:off x="5764205" y="2761784"/>
            <a:ext cx="1936582" cy="143226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798D9682-5FD6-0AC5-5EAD-0FB8F54F7D84}"/>
              </a:ext>
            </a:extLst>
          </p:cNvPr>
          <p:cNvCxnSpPr>
            <a:cxnSpLocks/>
          </p:cNvCxnSpPr>
          <p:nvPr/>
        </p:nvCxnSpPr>
        <p:spPr>
          <a:xfrm flipH="1">
            <a:off x="3816882" y="2704985"/>
            <a:ext cx="1501486" cy="200106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4DD98838-F167-AFF7-9611-88941ED19ED5}"/>
              </a:ext>
            </a:extLst>
          </p:cNvPr>
          <p:cNvCxnSpPr>
            <a:cxnSpLocks/>
          </p:cNvCxnSpPr>
          <p:nvPr/>
        </p:nvCxnSpPr>
        <p:spPr>
          <a:xfrm>
            <a:off x="6064010" y="5217826"/>
            <a:ext cx="20861" cy="71162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84B4BC0D-E26C-A89E-F013-149CAAE08719}"/>
              </a:ext>
            </a:extLst>
          </p:cNvPr>
          <p:cNvCxnSpPr>
            <a:cxnSpLocks/>
          </p:cNvCxnSpPr>
          <p:nvPr/>
        </p:nvCxnSpPr>
        <p:spPr>
          <a:xfrm>
            <a:off x="4994551" y="4860032"/>
            <a:ext cx="845854" cy="111552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79500" y="728597"/>
            <a:ext cx="6934200" cy="54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89500" algn="l"/>
              </a:tabLst>
            </a:pPr>
            <a:r>
              <a:rPr spc="-5" dirty="0" err="1"/>
              <a:t>Datenmodellierung</a:t>
            </a:r>
            <a:r>
              <a:rPr lang="de-DE" spc="-5" dirty="0"/>
              <a:t> </a:t>
            </a:r>
            <a:r>
              <a:rPr dirty="0" err="1"/>
              <a:t>mit</a:t>
            </a:r>
            <a:r>
              <a:rPr spc="-90" dirty="0"/>
              <a:t> </a:t>
            </a:r>
            <a:r>
              <a:rPr spc="-5" dirty="0"/>
              <a:t>UML</a:t>
            </a:r>
            <a:r>
              <a:rPr lang="de-DE" spc="-5" dirty="0"/>
              <a:t> </a:t>
            </a:r>
            <a:r>
              <a:rPr lang="de-DE" sz="2000" spc="-5" dirty="0"/>
              <a:t>(Erinnerung)</a:t>
            </a:r>
            <a:endParaRPr sz="2000"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1233170" y="1955165"/>
            <a:ext cx="8914130" cy="3559308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295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spc="-5" dirty="0">
                <a:latin typeface="Tahoma"/>
                <a:cs typeface="Tahoma"/>
              </a:rPr>
              <a:t>Unified Modelling Language</a:t>
            </a:r>
            <a:r>
              <a:rPr sz="2400" spc="-29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UML</a:t>
            </a:r>
            <a:endParaRPr sz="2400" dirty="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195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spc="-5" dirty="0">
                <a:latin typeface="Tahoma"/>
                <a:cs typeface="Tahoma"/>
              </a:rPr>
              <a:t>De-facto Standard </a:t>
            </a:r>
            <a:r>
              <a:rPr sz="2400" dirty="0">
                <a:latin typeface="Tahoma"/>
                <a:cs typeface="Tahoma"/>
              </a:rPr>
              <a:t>für </a:t>
            </a:r>
            <a:r>
              <a:rPr sz="2400" spc="-5" dirty="0">
                <a:latin typeface="Tahoma"/>
                <a:cs typeface="Tahoma"/>
              </a:rPr>
              <a:t>den objekt-orientierten</a:t>
            </a:r>
            <a:r>
              <a:rPr sz="2400" spc="-16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Software-Entwurf</a:t>
            </a:r>
            <a:endParaRPr sz="2400" dirty="0">
              <a:latin typeface="Tahoma"/>
              <a:cs typeface="Tahoma"/>
            </a:endParaRPr>
          </a:p>
          <a:p>
            <a:pPr marL="355600" marR="332740" indent="-342900">
              <a:lnSpc>
                <a:spcPts val="2620"/>
              </a:lnSpc>
              <a:spcBef>
                <a:spcPts val="625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dirty="0" err="1">
                <a:latin typeface="Tahoma"/>
                <a:cs typeface="Tahoma"/>
              </a:rPr>
              <a:t>Zentrales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Konstrukt </a:t>
            </a:r>
            <a:r>
              <a:rPr sz="2400" dirty="0">
                <a:latin typeface="Tahoma"/>
                <a:cs typeface="Tahoma"/>
              </a:rPr>
              <a:t>ist </a:t>
            </a:r>
            <a:r>
              <a:rPr sz="2400" spc="-5" dirty="0">
                <a:latin typeface="Tahoma"/>
                <a:cs typeface="Tahoma"/>
              </a:rPr>
              <a:t>die </a:t>
            </a:r>
            <a:r>
              <a:rPr sz="2400" dirty="0">
                <a:latin typeface="Tahoma"/>
                <a:cs typeface="Tahoma"/>
              </a:rPr>
              <a:t>Klasse </a:t>
            </a:r>
            <a:r>
              <a:rPr sz="2400" spc="-5" dirty="0">
                <a:latin typeface="Tahoma"/>
                <a:cs typeface="Tahoma"/>
              </a:rPr>
              <a:t>(class), mit der</a:t>
            </a:r>
            <a:r>
              <a:rPr sz="2400" spc="-229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gleichartige  Objekte hinsichtlich</a:t>
            </a:r>
            <a:endParaRPr sz="2400" dirty="0">
              <a:latin typeface="Tahoma"/>
              <a:cs typeface="Tahoma"/>
            </a:endParaRPr>
          </a:p>
          <a:p>
            <a:pPr marL="812800" indent="-342900">
              <a:lnSpc>
                <a:spcPct val="100000"/>
              </a:lnSpc>
              <a:spcBef>
                <a:spcPts val="254"/>
              </a:spcBef>
              <a:buClr>
                <a:schemeClr val="accent1"/>
              </a:buClr>
              <a:buSzPct val="170000"/>
              <a:buFont typeface="Wingdings" pitchFamily="2" charset="2"/>
              <a:buChar char="§"/>
            </a:pPr>
            <a:r>
              <a:rPr sz="2400" spc="-5" dirty="0" err="1">
                <a:latin typeface="Tahoma"/>
                <a:cs typeface="Tahoma"/>
              </a:rPr>
              <a:t>Struktur</a:t>
            </a:r>
            <a:r>
              <a:rPr sz="2400" spc="-5" dirty="0">
                <a:latin typeface="Tahoma"/>
                <a:cs typeface="Tahoma"/>
              </a:rPr>
              <a:t> (~Attribute)</a:t>
            </a:r>
            <a:endParaRPr lang="de-DE" sz="2400" spc="-5" dirty="0">
              <a:latin typeface="Tahoma"/>
              <a:cs typeface="Tahoma"/>
            </a:endParaRPr>
          </a:p>
          <a:p>
            <a:pPr marL="812800" indent="-342900">
              <a:lnSpc>
                <a:spcPct val="100000"/>
              </a:lnSpc>
              <a:spcBef>
                <a:spcPts val="254"/>
              </a:spcBef>
              <a:buClr>
                <a:schemeClr val="accent1"/>
              </a:buClr>
              <a:buSzPct val="170000"/>
              <a:buFont typeface="Wingdings" pitchFamily="2" charset="2"/>
              <a:buChar char="§"/>
            </a:pPr>
            <a:r>
              <a:rPr sz="2400" dirty="0" err="1">
                <a:latin typeface="Tahoma"/>
                <a:cs typeface="Tahoma"/>
              </a:rPr>
              <a:t>Verhalten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(~Operationen/Methoden) </a:t>
            </a:r>
            <a:r>
              <a:rPr sz="2400" spc="-5" dirty="0" err="1">
                <a:latin typeface="Tahoma"/>
                <a:cs typeface="Tahoma"/>
              </a:rPr>
              <a:t>modelliert</a:t>
            </a:r>
            <a:r>
              <a:rPr sz="2400" spc="-5" dirty="0">
                <a:latin typeface="Tahoma"/>
                <a:cs typeface="Tahoma"/>
              </a:rPr>
              <a:t> werden</a:t>
            </a:r>
            <a:endParaRPr sz="2400" dirty="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160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spc="-5" dirty="0" err="1">
                <a:latin typeface="Tahoma"/>
                <a:cs typeface="Tahoma"/>
              </a:rPr>
              <a:t>Assoziationen</a:t>
            </a:r>
            <a:r>
              <a:rPr sz="2400" spc="-5" dirty="0">
                <a:latin typeface="Tahoma"/>
                <a:cs typeface="Tahoma"/>
              </a:rPr>
              <a:t> zwischen </a:t>
            </a:r>
            <a:r>
              <a:rPr sz="2400" dirty="0">
                <a:latin typeface="Tahoma"/>
                <a:cs typeface="Tahoma"/>
              </a:rPr>
              <a:t>Klassen </a:t>
            </a:r>
            <a:r>
              <a:rPr sz="2400" spc="-5" dirty="0">
                <a:latin typeface="Tahoma"/>
                <a:cs typeface="Tahoma"/>
              </a:rPr>
              <a:t>entsprechen</a:t>
            </a:r>
            <a:r>
              <a:rPr sz="2400" spc="-229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Beziehungstypen</a:t>
            </a:r>
            <a:endParaRPr sz="2400" dirty="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220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spc="-5" dirty="0" err="1">
                <a:latin typeface="Tahoma"/>
                <a:cs typeface="Tahoma"/>
              </a:rPr>
              <a:t>Generalisierungshierarchien</a:t>
            </a:r>
            <a:endParaRPr sz="2400" dirty="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320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spc="-305" dirty="0">
                <a:solidFill>
                  <a:srgbClr val="FFCC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ahoma"/>
                <a:cs typeface="Tahoma"/>
              </a:rPr>
              <a:t>Aggregation</a:t>
            </a:r>
            <a:endParaRPr sz="24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4223" y="461124"/>
            <a:ext cx="4494877" cy="54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Multiplizität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05474" y="3392668"/>
            <a:ext cx="8943340" cy="3585982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marR="348615" indent="-342900">
              <a:lnSpc>
                <a:spcPct val="79900"/>
              </a:lnSpc>
              <a:spcBef>
                <a:spcPts val="675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spc="-5" dirty="0" err="1">
                <a:latin typeface="Tahoma"/>
                <a:cs typeface="Tahoma"/>
              </a:rPr>
              <a:t>Jedes</a:t>
            </a:r>
            <a:r>
              <a:rPr sz="2400" spc="-5" dirty="0">
                <a:latin typeface="Tahoma"/>
                <a:cs typeface="Tahoma"/>
              </a:rPr>
              <a:t> Element von </a:t>
            </a:r>
            <a:r>
              <a:rPr sz="2400" dirty="0">
                <a:latin typeface="Tahoma"/>
                <a:cs typeface="Tahoma"/>
              </a:rPr>
              <a:t>KlasseA steht </a:t>
            </a:r>
            <a:r>
              <a:rPr sz="2400" spc="-5" dirty="0">
                <a:latin typeface="Tahoma"/>
                <a:cs typeface="Tahoma"/>
              </a:rPr>
              <a:t>mit mindestens i</a:t>
            </a:r>
            <a:r>
              <a:rPr sz="2400" spc="-24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Elementen  der KlasseB in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Beziehung</a:t>
            </a:r>
            <a:endParaRPr sz="2400" dirty="0">
              <a:latin typeface="Tahoma"/>
              <a:cs typeface="Tahoma"/>
            </a:endParaRPr>
          </a:p>
          <a:p>
            <a:pPr marL="355600" indent="-342900">
              <a:lnSpc>
                <a:spcPts val="2875"/>
              </a:lnSpc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spc="-5" dirty="0">
                <a:latin typeface="Tahoma"/>
                <a:cs typeface="Tahoma"/>
              </a:rPr>
              <a:t>... und mit maximal j vielen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KlasseB-Elementen</a:t>
            </a:r>
            <a:endParaRPr sz="2400" dirty="0">
              <a:latin typeface="Tahoma"/>
              <a:cs typeface="Tahoma"/>
            </a:endParaRPr>
          </a:p>
          <a:p>
            <a:pPr marL="342900" indent="-342900">
              <a:lnSpc>
                <a:spcPct val="100000"/>
              </a:lnSpc>
              <a:spcBef>
                <a:spcPts val="5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endParaRPr sz="245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spc="-5" dirty="0" err="1">
                <a:latin typeface="Tahoma"/>
                <a:cs typeface="Tahoma"/>
              </a:rPr>
              <a:t>Analoges</a:t>
            </a:r>
            <a:r>
              <a:rPr sz="2400" spc="-5" dirty="0">
                <a:latin typeface="Tahoma"/>
                <a:cs typeface="Tahoma"/>
              </a:rPr>
              <a:t> gilt </a:t>
            </a:r>
            <a:r>
              <a:rPr sz="2400" dirty="0">
                <a:latin typeface="Tahoma"/>
                <a:cs typeface="Tahoma"/>
              </a:rPr>
              <a:t>für </a:t>
            </a:r>
            <a:r>
              <a:rPr sz="2400" spc="-5" dirty="0">
                <a:latin typeface="Tahoma"/>
                <a:cs typeface="Tahoma"/>
              </a:rPr>
              <a:t>das Intervall</a:t>
            </a:r>
            <a:r>
              <a:rPr sz="2400" spc="-29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k..l</a:t>
            </a:r>
            <a:endParaRPr sz="2400" dirty="0">
              <a:latin typeface="Tahoma"/>
              <a:cs typeface="Tahoma"/>
            </a:endParaRPr>
          </a:p>
          <a:p>
            <a:pPr marL="457200" indent="-457200">
              <a:lnSpc>
                <a:spcPct val="100000"/>
              </a:lnSpc>
              <a:spcBef>
                <a:spcPts val="15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endParaRPr sz="3000" dirty="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2320"/>
              </a:lnSpc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spc="-5" dirty="0" err="1">
                <a:latin typeface="Tahoma"/>
                <a:cs typeface="Tahoma"/>
              </a:rPr>
              <a:t>Multiplizitätsangabe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ist </a:t>
            </a:r>
            <a:r>
              <a:rPr sz="2400" spc="-5" dirty="0">
                <a:latin typeface="Tahoma"/>
                <a:cs typeface="Tahoma"/>
              </a:rPr>
              <a:t>analog zur Funktionalitätsangabe im</a:t>
            </a:r>
            <a:r>
              <a:rPr sz="2400" spc="-17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ER-  Modell</a:t>
            </a:r>
            <a:endParaRPr sz="2400" dirty="0">
              <a:latin typeface="Tahoma"/>
              <a:cs typeface="Tahoma"/>
            </a:endParaRPr>
          </a:p>
          <a:p>
            <a:pPr marL="342900" marR="2207895" indent="-342900" algn="ctr">
              <a:lnSpc>
                <a:spcPct val="100000"/>
              </a:lnSpc>
              <a:spcBef>
                <a:spcPts val="15"/>
              </a:spcBef>
              <a:buClr>
                <a:schemeClr val="accent1"/>
              </a:buClr>
              <a:buSzPct val="170000"/>
              <a:buFont typeface="Wingdings" pitchFamily="2" charset="2"/>
              <a:buChar char="§"/>
            </a:pPr>
            <a:r>
              <a:rPr sz="2400" b="1" dirty="0" err="1">
                <a:latin typeface="Tahoma"/>
                <a:cs typeface="Tahoma"/>
              </a:rPr>
              <a:t>Nicht</a:t>
            </a:r>
            <a:r>
              <a:rPr sz="2400" b="1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zur (min,max)-Angabe: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b="1" spc="-5" dirty="0" err="1">
                <a:latin typeface="Tahoma"/>
                <a:cs typeface="Tahoma"/>
              </a:rPr>
              <a:t>Vorsic</a:t>
            </a:r>
            <a:r>
              <a:rPr lang="de-DE" sz="2400" b="1" spc="-5" dirty="0" err="1">
                <a:latin typeface="Tahoma"/>
                <a:cs typeface="Tahoma"/>
              </a:rPr>
              <a:t>ht</a:t>
            </a:r>
            <a:r>
              <a:rPr lang="de-DE" sz="2400" b="1" spc="-5" dirty="0">
                <a:latin typeface="Tahoma"/>
                <a:cs typeface="Tahoma"/>
              </a:rPr>
              <a:t> </a:t>
            </a:r>
            <a:r>
              <a:rPr lang="de-DE" sz="2400" spc="-5" dirty="0">
                <a:latin typeface="Tahoma"/>
                <a:cs typeface="Tahoma"/>
              </a:rPr>
              <a:t>(ungefähr umgekehrt)</a:t>
            </a:r>
            <a:r>
              <a:rPr sz="2400" b="1" spc="-5" dirty="0">
                <a:latin typeface="Tahoma"/>
                <a:cs typeface="Tahoma"/>
              </a:rPr>
              <a:t>!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05852" y="2344634"/>
            <a:ext cx="88900" cy="177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80"/>
              </a:lnSpc>
            </a:pPr>
            <a:r>
              <a:rPr sz="1250" dirty="0">
                <a:latin typeface="Arial"/>
                <a:cs typeface="Arial"/>
              </a:rPr>
              <a:t>1</a:t>
            </a:r>
            <a:endParaRPr sz="12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70953" y="2344634"/>
            <a:ext cx="250190" cy="177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80"/>
              </a:lnSpc>
            </a:pPr>
            <a:r>
              <a:rPr sz="1250" spc="45" dirty="0">
                <a:latin typeface="Arial"/>
                <a:cs typeface="Arial"/>
              </a:rPr>
              <a:t>1</a:t>
            </a:r>
            <a:r>
              <a:rPr sz="1250" spc="20" dirty="0">
                <a:latin typeface="Arial"/>
                <a:cs typeface="Arial"/>
              </a:rPr>
              <a:t>..</a:t>
            </a:r>
            <a:r>
              <a:rPr sz="1250" dirty="0">
                <a:latin typeface="Arial"/>
                <a:cs typeface="Arial"/>
              </a:rPr>
              <a:t>*</a:t>
            </a:r>
            <a:endParaRPr sz="12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892476" y="2340420"/>
            <a:ext cx="572135" cy="189865"/>
          </a:xfrm>
          <a:custGeom>
            <a:avLst/>
            <a:gdLst/>
            <a:ahLst/>
            <a:cxnLst/>
            <a:rect l="l" t="t" r="r" b="b"/>
            <a:pathLst>
              <a:path w="572134" h="189864">
                <a:moveTo>
                  <a:pt x="0" y="189656"/>
                </a:moveTo>
                <a:lnTo>
                  <a:pt x="571801" y="189656"/>
                </a:lnTo>
                <a:lnTo>
                  <a:pt x="571801" y="0"/>
                </a:lnTo>
                <a:lnTo>
                  <a:pt x="0" y="0"/>
                </a:lnTo>
                <a:lnTo>
                  <a:pt x="0" y="1896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427785" y="2340420"/>
            <a:ext cx="650875" cy="189865"/>
          </a:xfrm>
          <a:custGeom>
            <a:avLst/>
            <a:gdLst/>
            <a:ahLst/>
            <a:cxnLst/>
            <a:rect l="l" t="t" r="r" b="b"/>
            <a:pathLst>
              <a:path w="650875" h="189864">
                <a:moveTo>
                  <a:pt x="0" y="189656"/>
                </a:moveTo>
                <a:lnTo>
                  <a:pt x="650797" y="189656"/>
                </a:lnTo>
                <a:lnTo>
                  <a:pt x="650797" y="0"/>
                </a:lnTo>
                <a:lnTo>
                  <a:pt x="0" y="0"/>
                </a:lnTo>
                <a:lnTo>
                  <a:pt x="0" y="1896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2651092"/>
              </p:ext>
            </p:extLst>
          </p:nvPr>
        </p:nvGraphicFramePr>
        <p:xfrm>
          <a:off x="1155700" y="1392943"/>
          <a:ext cx="7706995" cy="1452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04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6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04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9730"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50" b="1" spc="100" dirty="0">
                          <a:latin typeface="Arial"/>
                          <a:cs typeface="Arial"/>
                        </a:rPr>
                        <a:t>KlasseA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marL="2373630">
                        <a:lnSpc>
                          <a:spcPct val="100000"/>
                        </a:lnSpc>
                      </a:pPr>
                      <a:r>
                        <a:rPr sz="1850" spc="90" dirty="0">
                          <a:latin typeface="Arial"/>
                          <a:cs typeface="Arial"/>
                        </a:rPr>
                        <a:t>Assoziation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50" b="1" spc="100" dirty="0">
                          <a:latin typeface="Arial"/>
                          <a:cs typeface="Arial"/>
                        </a:rPr>
                        <a:t>KlasseB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980">
                <a:tc rowSpan="2">
                  <a:txBody>
                    <a:bodyPr/>
                    <a:lstStyle/>
                    <a:p>
                      <a:pPr marL="29083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50" spc="70" dirty="0">
                          <a:latin typeface="Arial"/>
                          <a:cs typeface="Arial"/>
                        </a:rPr>
                        <a:t>+Att1</a:t>
                      </a:r>
                      <a:endParaRPr sz="1850">
                        <a:latin typeface="Arial"/>
                        <a:cs typeface="Arial"/>
                      </a:endParaRPr>
                    </a:p>
                    <a:p>
                      <a:pPr marL="29083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50" spc="70" dirty="0">
                          <a:latin typeface="Arial"/>
                          <a:cs typeface="Arial"/>
                        </a:rPr>
                        <a:t>+Att2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4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2851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50" spc="70" dirty="0">
                          <a:latin typeface="Arial"/>
                          <a:cs typeface="Arial"/>
                        </a:rPr>
                        <a:t>+Att1</a:t>
                      </a:r>
                      <a:endParaRPr sz="1850">
                        <a:latin typeface="Arial"/>
                        <a:cs typeface="Arial"/>
                      </a:endParaRPr>
                    </a:p>
                    <a:p>
                      <a:pPr marL="28511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50" spc="70" dirty="0">
                          <a:latin typeface="Arial"/>
                          <a:cs typeface="Arial"/>
                        </a:rPr>
                        <a:t>+Att2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9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42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248920">
                        <a:lnSpc>
                          <a:spcPct val="100000"/>
                        </a:lnSpc>
                        <a:spcBef>
                          <a:spcPts val="1180"/>
                        </a:spcBef>
                        <a:tabLst>
                          <a:tab pos="4712970" algn="l"/>
                        </a:tabLst>
                      </a:pPr>
                      <a:r>
                        <a:rPr sz="1850" spc="55" dirty="0">
                          <a:latin typeface="Arial"/>
                          <a:cs typeface="Arial"/>
                        </a:rPr>
                        <a:t>k..l	</a:t>
                      </a:r>
                      <a:r>
                        <a:rPr sz="1850" spc="45" dirty="0">
                          <a:latin typeface="Arial"/>
                          <a:cs typeface="Arial"/>
                        </a:rPr>
                        <a:t>i..j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149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42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50" spc="90" dirty="0">
                          <a:latin typeface="Arial"/>
                          <a:cs typeface="Arial"/>
                        </a:rPr>
                        <a:t>+op()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285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49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50" spc="90" dirty="0">
                          <a:latin typeface="Arial"/>
                          <a:cs typeface="Arial"/>
                        </a:rPr>
                        <a:t>+op()</a:t>
                      </a:r>
                      <a:endParaRPr sz="1850" dirty="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object 12"/>
          <p:cNvSpPr txBox="1"/>
          <p:nvPr/>
        </p:nvSpPr>
        <p:spPr>
          <a:xfrm flipH="1">
            <a:off x="5772435" y="349250"/>
            <a:ext cx="4222465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960119" algn="l"/>
                <a:tab pos="1873250" algn="l"/>
              </a:tabLst>
            </a:pPr>
            <a:r>
              <a:rPr lang="de-DE" sz="1400" b="1" dirty="0">
                <a:solidFill>
                  <a:srgbClr val="C00000"/>
                </a:solidFill>
                <a:latin typeface="Times New Roman"/>
                <a:cs typeface="Times New Roman"/>
              </a:rPr>
              <a:t>Assoziationen in UML entsprechen Beziehungen in der </a:t>
            </a:r>
            <a:r>
              <a:rPr lang="de-DE" sz="1400" b="1" dirty="0" err="1">
                <a:solidFill>
                  <a:srgbClr val="C00000"/>
                </a:solidFill>
                <a:latin typeface="Times New Roman"/>
                <a:cs typeface="Times New Roman"/>
              </a:rPr>
              <a:t>relationen</a:t>
            </a:r>
            <a:r>
              <a:rPr lang="de-DE" sz="1400" b="1" dirty="0">
                <a:solidFill>
                  <a:srgbClr val="C00000"/>
                </a:solidFill>
                <a:latin typeface="Times New Roman"/>
                <a:cs typeface="Times New Roman"/>
              </a:rPr>
              <a:t> Sprache</a:t>
            </a:r>
            <a:endParaRPr sz="1400" b="1" dirty="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1823" y="654050"/>
            <a:ext cx="6757670" cy="54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71065" algn="l"/>
                <a:tab pos="3238500" algn="l"/>
              </a:tabLst>
            </a:pPr>
            <a:r>
              <a:rPr spc="-5" dirty="0"/>
              <a:t>Klassen</a:t>
            </a:r>
            <a:r>
              <a:rPr lang="de-DE" spc="-5" dirty="0"/>
              <a:t> </a:t>
            </a:r>
            <a:r>
              <a:rPr dirty="0"/>
              <a:t>und</a:t>
            </a:r>
            <a:r>
              <a:rPr lang="de-DE" dirty="0"/>
              <a:t> </a:t>
            </a:r>
            <a:r>
              <a:rPr spc="-5" dirty="0" err="1"/>
              <a:t>Assoziationen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1302019" y="3917218"/>
            <a:ext cx="2908300" cy="648335"/>
          </a:xfrm>
          <a:prstGeom prst="rect">
            <a:avLst/>
          </a:prstGeom>
          <a:ln w="14617">
            <a:solidFill>
              <a:srgbClr val="000000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R="5080" algn="ctr">
              <a:lnSpc>
                <a:spcPct val="100000"/>
              </a:lnSpc>
              <a:spcBef>
                <a:spcPts val="220"/>
              </a:spcBef>
            </a:pPr>
            <a:r>
              <a:rPr sz="1750" spc="-130" dirty="0">
                <a:latin typeface="Arial"/>
                <a:cs typeface="Arial"/>
              </a:rPr>
              <a:t>+Notenschnitt() </a:t>
            </a:r>
            <a:r>
              <a:rPr sz="1750" spc="-120" dirty="0">
                <a:latin typeface="Arial"/>
                <a:cs typeface="Arial"/>
              </a:rPr>
              <a:t>:</a:t>
            </a:r>
            <a:r>
              <a:rPr sz="1750" spc="-30" dirty="0">
                <a:latin typeface="Arial"/>
                <a:cs typeface="Arial"/>
              </a:rPr>
              <a:t> </a:t>
            </a:r>
            <a:r>
              <a:rPr sz="1750" spc="-110" dirty="0">
                <a:latin typeface="Arial"/>
                <a:cs typeface="Arial"/>
              </a:rPr>
              <a:t>float</a:t>
            </a:r>
            <a:endParaRPr sz="1750">
              <a:latin typeface="Arial"/>
              <a:cs typeface="Arial"/>
            </a:endParaRPr>
          </a:p>
          <a:p>
            <a:pPr marR="6985" algn="ctr">
              <a:lnSpc>
                <a:spcPct val="100000"/>
              </a:lnSpc>
              <a:spcBef>
                <a:spcPts val="220"/>
              </a:spcBef>
            </a:pPr>
            <a:r>
              <a:rPr sz="1750" spc="-240" dirty="0">
                <a:latin typeface="Arial"/>
                <a:cs typeface="Arial"/>
              </a:rPr>
              <a:t>+SummeW </a:t>
            </a:r>
            <a:r>
              <a:rPr sz="1750" spc="-145" dirty="0">
                <a:latin typeface="Arial"/>
                <a:cs typeface="Arial"/>
              </a:rPr>
              <a:t>ochenstunden() </a:t>
            </a:r>
            <a:r>
              <a:rPr sz="1750" spc="-120" dirty="0">
                <a:latin typeface="Arial"/>
                <a:cs typeface="Arial"/>
              </a:rPr>
              <a:t>:</a:t>
            </a:r>
            <a:r>
              <a:rPr sz="1750" spc="-220" dirty="0">
                <a:latin typeface="Arial"/>
                <a:cs typeface="Arial"/>
              </a:rPr>
              <a:t> </a:t>
            </a:r>
            <a:r>
              <a:rPr sz="1750" spc="-135" dirty="0">
                <a:latin typeface="Arial"/>
                <a:cs typeface="Arial"/>
              </a:rPr>
              <a:t>short</a:t>
            </a:r>
            <a:endParaRPr sz="17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02019" y="2973847"/>
            <a:ext cx="2908300" cy="943610"/>
          </a:xfrm>
          <a:prstGeom prst="rect">
            <a:avLst/>
          </a:prstGeom>
          <a:ln w="14513">
            <a:solidFill>
              <a:srgbClr val="000000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R="3810" algn="ctr">
              <a:lnSpc>
                <a:spcPct val="100000"/>
              </a:lnSpc>
              <a:spcBef>
                <a:spcPts val="220"/>
              </a:spcBef>
            </a:pPr>
            <a:r>
              <a:rPr sz="1750" spc="-160" dirty="0">
                <a:latin typeface="Arial"/>
                <a:cs typeface="Arial"/>
              </a:rPr>
              <a:t>+MatrNr </a:t>
            </a:r>
            <a:r>
              <a:rPr sz="1750" spc="-120" dirty="0">
                <a:latin typeface="Arial"/>
                <a:cs typeface="Arial"/>
              </a:rPr>
              <a:t>:</a:t>
            </a:r>
            <a:r>
              <a:rPr sz="1750" spc="-290" dirty="0">
                <a:latin typeface="Arial"/>
                <a:cs typeface="Arial"/>
              </a:rPr>
              <a:t> </a:t>
            </a:r>
            <a:r>
              <a:rPr sz="1750" spc="-105" dirty="0">
                <a:latin typeface="Arial"/>
                <a:cs typeface="Arial"/>
              </a:rPr>
              <a:t>int</a:t>
            </a:r>
            <a:endParaRPr sz="1750">
              <a:latin typeface="Arial"/>
              <a:cs typeface="Arial"/>
            </a:endParaRPr>
          </a:p>
          <a:p>
            <a:pPr marR="5080" algn="ctr">
              <a:lnSpc>
                <a:spcPct val="100000"/>
              </a:lnSpc>
              <a:spcBef>
                <a:spcPts val="225"/>
              </a:spcBef>
            </a:pPr>
            <a:r>
              <a:rPr sz="1750" spc="-215" dirty="0">
                <a:latin typeface="Arial"/>
                <a:cs typeface="Arial"/>
              </a:rPr>
              <a:t>+Name  </a:t>
            </a:r>
            <a:r>
              <a:rPr sz="1750" spc="-120" dirty="0">
                <a:latin typeface="Arial"/>
                <a:cs typeface="Arial"/>
              </a:rPr>
              <a:t>:</a:t>
            </a:r>
            <a:r>
              <a:rPr sz="1750" spc="-155" dirty="0">
                <a:latin typeface="Arial"/>
                <a:cs typeface="Arial"/>
              </a:rPr>
              <a:t> </a:t>
            </a:r>
            <a:r>
              <a:rPr sz="1750" spc="-135" dirty="0">
                <a:latin typeface="Arial"/>
                <a:cs typeface="Arial"/>
              </a:rPr>
              <a:t>String</a:t>
            </a:r>
            <a:endParaRPr sz="17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15"/>
              </a:spcBef>
            </a:pPr>
            <a:r>
              <a:rPr sz="1750" spc="-165" dirty="0">
                <a:latin typeface="Arial"/>
                <a:cs typeface="Arial"/>
              </a:rPr>
              <a:t>+Semester  </a:t>
            </a:r>
            <a:r>
              <a:rPr sz="1750" spc="-120" dirty="0">
                <a:latin typeface="Arial"/>
                <a:cs typeface="Arial"/>
              </a:rPr>
              <a:t>:</a:t>
            </a:r>
            <a:r>
              <a:rPr sz="1750" spc="-280" dirty="0">
                <a:latin typeface="Arial"/>
                <a:cs typeface="Arial"/>
              </a:rPr>
              <a:t> </a:t>
            </a:r>
            <a:r>
              <a:rPr sz="1750" spc="-105" dirty="0">
                <a:latin typeface="Arial"/>
                <a:cs typeface="Arial"/>
              </a:rPr>
              <a:t>int</a:t>
            </a:r>
            <a:endParaRPr sz="17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02019" y="2620216"/>
            <a:ext cx="2908300" cy="353695"/>
          </a:xfrm>
          <a:prstGeom prst="rect">
            <a:avLst/>
          </a:prstGeom>
          <a:ln w="14686">
            <a:solidFill>
              <a:srgbClr val="000000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R="6985" algn="ctr">
              <a:lnSpc>
                <a:spcPct val="100000"/>
              </a:lnSpc>
              <a:spcBef>
                <a:spcPts val="220"/>
              </a:spcBef>
            </a:pPr>
            <a:r>
              <a:rPr sz="1750" b="1" spc="-165" dirty="0">
                <a:latin typeface="Arial"/>
                <a:cs typeface="Arial"/>
              </a:rPr>
              <a:t>Studenten</a:t>
            </a:r>
            <a:endParaRPr sz="17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85931" y="5076275"/>
            <a:ext cx="2083435" cy="648970"/>
          </a:xfrm>
          <a:prstGeom prst="rect">
            <a:avLst/>
          </a:prstGeom>
          <a:ln w="14529">
            <a:solidFill>
              <a:srgbClr val="000000"/>
            </a:solidFill>
          </a:ln>
        </p:spPr>
        <p:txBody>
          <a:bodyPr vert="horz" wrap="square" lIns="0" tIns="28575" rIns="0" bIns="0" rtlCol="0">
            <a:spAutoFit/>
          </a:bodyPr>
          <a:lstStyle/>
          <a:p>
            <a:pPr marR="635" algn="ctr">
              <a:lnSpc>
                <a:spcPct val="100000"/>
              </a:lnSpc>
              <a:spcBef>
                <a:spcPts val="225"/>
              </a:spcBef>
            </a:pPr>
            <a:r>
              <a:rPr sz="1750" spc="-145" dirty="0">
                <a:latin typeface="Arial"/>
                <a:cs typeface="Arial"/>
              </a:rPr>
              <a:t>+AnzHörer() </a:t>
            </a:r>
            <a:r>
              <a:rPr sz="1750" spc="-120" dirty="0">
                <a:latin typeface="Arial"/>
                <a:cs typeface="Arial"/>
              </a:rPr>
              <a:t>:</a:t>
            </a:r>
            <a:r>
              <a:rPr sz="1750" spc="-25" dirty="0">
                <a:latin typeface="Arial"/>
                <a:cs typeface="Arial"/>
              </a:rPr>
              <a:t> </a:t>
            </a:r>
            <a:r>
              <a:rPr sz="1750" spc="-105" dirty="0">
                <a:latin typeface="Arial"/>
                <a:cs typeface="Arial"/>
              </a:rPr>
              <a:t>int</a:t>
            </a:r>
            <a:endParaRPr sz="1750">
              <a:latin typeface="Arial"/>
              <a:cs typeface="Arial"/>
            </a:endParaRPr>
          </a:p>
          <a:p>
            <a:pPr marR="2540" algn="ctr">
              <a:lnSpc>
                <a:spcPct val="100000"/>
              </a:lnSpc>
              <a:spcBef>
                <a:spcPts val="215"/>
              </a:spcBef>
            </a:pPr>
            <a:r>
              <a:rPr sz="1750" spc="-135" dirty="0">
                <a:latin typeface="Arial"/>
                <a:cs typeface="Arial"/>
              </a:rPr>
              <a:t>+DurchfallQuote() </a:t>
            </a:r>
            <a:r>
              <a:rPr sz="1750" spc="-120" dirty="0">
                <a:latin typeface="Arial"/>
                <a:cs typeface="Arial"/>
              </a:rPr>
              <a:t>:</a:t>
            </a:r>
            <a:r>
              <a:rPr sz="1750" spc="-50" dirty="0">
                <a:latin typeface="Arial"/>
                <a:cs typeface="Arial"/>
              </a:rPr>
              <a:t> </a:t>
            </a:r>
            <a:r>
              <a:rPr sz="1750" spc="-110" dirty="0">
                <a:latin typeface="Arial"/>
                <a:cs typeface="Arial"/>
              </a:rPr>
              <a:t>float</a:t>
            </a:r>
            <a:endParaRPr sz="17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785931" y="4132884"/>
            <a:ext cx="2083435" cy="943610"/>
          </a:xfrm>
          <a:custGeom>
            <a:avLst/>
            <a:gdLst/>
            <a:ahLst/>
            <a:cxnLst/>
            <a:rect l="l" t="t" r="r" b="b"/>
            <a:pathLst>
              <a:path w="2083434" h="943610">
                <a:moveTo>
                  <a:pt x="0" y="943391"/>
                </a:moveTo>
                <a:lnTo>
                  <a:pt x="2083223" y="943391"/>
                </a:lnTo>
                <a:lnTo>
                  <a:pt x="2083223" y="0"/>
                </a:lnTo>
                <a:lnTo>
                  <a:pt x="0" y="0"/>
                </a:lnTo>
                <a:lnTo>
                  <a:pt x="0" y="943391"/>
                </a:lnTo>
                <a:close/>
              </a:path>
            </a:pathLst>
          </a:custGeom>
          <a:ln w="141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785931" y="4132895"/>
            <a:ext cx="2083435" cy="943610"/>
          </a:xfrm>
          <a:prstGeom prst="rect">
            <a:avLst/>
          </a:prstGeom>
          <a:ln w="14341">
            <a:solidFill>
              <a:srgbClr val="000000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L="544830">
              <a:lnSpc>
                <a:spcPct val="100000"/>
              </a:lnSpc>
              <a:spcBef>
                <a:spcPts val="220"/>
              </a:spcBef>
            </a:pPr>
            <a:r>
              <a:rPr sz="1750" spc="-145" dirty="0">
                <a:latin typeface="Arial"/>
                <a:cs typeface="Arial"/>
              </a:rPr>
              <a:t>+VorlNr </a:t>
            </a:r>
            <a:r>
              <a:rPr sz="1750" spc="-120" dirty="0">
                <a:latin typeface="Arial"/>
                <a:cs typeface="Arial"/>
              </a:rPr>
              <a:t>:</a:t>
            </a:r>
            <a:r>
              <a:rPr sz="1750" spc="-15" dirty="0">
                <a:latin typeface="Arial"/>
                <a:cs typeface="Arial"/>
              </a:rPr>
              <a:t> </a:t>
            </a:r>
            <a:r>
              <a:rPr sz="1750" spc="-105" dirty="0">
                <a:latin typeface="Arial"/>
                <a:cs typeface="Arial"/>
              </a:rPr>
              <a:t>int</a:t>
            </a:r>
            <a:endParaRPr sz="1750">
              <a:latin typeface="Arial"/>
              <a:cs typeface="Arial"/>
            </a:endParaRPr>
          </a:p>
          <a:p>
            <a:pPr marR="5715" algn="ctr">
              <a:lnSpc>
                <a:spcPct val="100000"/>
              </a:lnSpc>
              <a:spcBef>
                <a:spcPts val="225"/>
              </a:spcBef>
            </a:pPr>
            <a:r>
              <a:rPr sz="1750" spc="-120" dirty="0">
                <a:latin typeface="Arial"/>
                <a:cs typeface="Arial"/>
              </a:rPr>
              <a:t>+Titel :</a:t>
            </a:r>
            <a:r>
              <a:rPr sz="1750" spc="-70" dirty="0">
                <a:latin typeface="Arial"/>
                <a:cs typeface="Arial"/>
              </a:rPr>
              <a:t> </a:t>
            </a:r>
            <a:r>
              <a:rPr sz="1750" spc="-135" dirty="0">
                <a:latin typeface="Arial"/>
                <a:cs typeface="Arial"/>
              </a:rPr>
              <a:t>String</a:t>
            </a:r>
            <a:endParaRPr sz="17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20"/>
              </a:spcBef>
            </a:pPr>
            <a:r>
              <a:rPr sz="1750" spc="-260" dirty="0">
                <a:latin typeface="Arial"/>
                <a:cs typeface="Arial"/>
              </a:rPr>
              <a:t>+SW </a:t>
            </a:r>
            <a:r>
              <a:rPr sz="1750" spc="-290" dirty="0">
                <a:latin typeface="Arial"/>
                <a:cs typeface="Arial"/>
              </a:rPr>
              <a:t>S </a:t>
            </a:r>
            <a:r>
              <a:rPr sz="1750" spc="-120" dirty="0">
                <a:latin typeface="Arial"/>
                <a:cs typeface="Arial"/>
              </a:rPr>
              <a:t>:</a:t>
            </a:r>
            <a:r>
              <a:rPr sz="1750" spc="-185" dirty="0">
                <a:latin typeface="Arial"/>
                <a:cs typeface="Arial"/>
              </a:rPr>
              <a:t> </a:t>
            </a:r>
            <a:r>
              <a:rPr sz="1750" spc="-105" dirty="0">
                <a:latin typeface="Arial"/>
                <a:cs typeface="Arial"/>
              </a:rPr>
              <a:t>int</a:t>
            </a:r>
            <a:endParaRPr sz="175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785931" y="3779703"/>
            <a:ext cx="2083435" cy="353695"/>
          </a:xfrm>
          <a:custGeom>
            <a:avLst/>
            <a:gdLst/>
            <a:ahLst/>
            <a:cxnLst/>
            <a:rect l="l" t="t" r="r" b="b"/>
            <a:pathLst>
              <a:path w="2083434" h="353695">
                <a:moveTo>
                  <a:pt x="0" y="353202"/>
                </a:moveTo>
                <a:lnTo>
                  <a:pt x="2083223" y="353202"/>
                </a:lnTo>
                <a:lnTo>
                  <a:pt x="2083223" y="0"/>
                </a:lnTo>
                <a:lnTo>
                  <a:pt x="0" y="0"/>
                </a:lnTo>
                <a:lnTo>
                  <a:pt x="0" y="353202"/>
                </a:lnTo>
              </a:path>
            </a:pathLst>
          </a:custGeom>
          <a:ln w="146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785931" y="3779703"/>
            <a:ext cx="2083435" cy="353695"/>
          </a:xfrm>
          <a:prstGeom prst="rect">
            <a:avLst/>
          </a:prstGeom>
          <a:ln w="14658">
            <a:solidFill>
              <a:srgbClr val="000000"/>
            </a:solidFill>
          </a:ln>
        </p:spPr>
        <p:txBody>
          <a:bodyPr vert="horz" wrap="square" lIns="0" tIns="27939" rIns="0" bIns="0" rtlCol="0">
            <a:spAutoFit/>
          </a:bodyPr>
          <a:lstStyle/>
          <a:p>
            <a:pPr marL="473709">
              <a:lnSpc>
                <a:spcPct val="100000"/>
              </a:lnSpc>
              <a:spcBef>
                <a:spcPts val="219"/>
              </a:spcBef>
            </a:pPr>
            <a:r>
              <a:rPr sz="1750" b="1" spc="-170" dirty="0">
                <a:latin typeface="Arial"/>
                <a:cs typeface="Arial"/>
              </a:rPr>
              <a:t>Vorlesungen</a:t>
            </a:r>
            <a:endParaRPr sz="17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40021" y="2611951"/>
            <a:ext cx="595630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175" dirty="0">
                <a:latin typeface="Arial"/>
                <a:cs typeface="Arial"/>
              </a:rPr>
              <a:t>+</a:t>
            </a:r>
            <a:r>
              <a:rPr sz="1750" spc="-210" dirty="0">
                <a:latin typeface="Arial"/>
                <a:cs typeface="Arial"/>
              </a:rPr>
              <a:t>H</a:t>
            </a:r>
            <a:r>
              <a:rPr sz="1750" spc="-155" dirty="0">
                <a:latin typeface="Arial"/>
                <a:cs typeface="Arial"/>
              </a:rPr>
              <a:t>ö</a:t>
            </a:r>
            <a:r>
              <a:rPr sz="1750" spc="-90" dirty="0">
                <a:latin typeface="Arial"/>
                <a:cs typeface="Arial"/>
              </a:rPr>
              <a:t>r</a:t>
            </a:r>
            <a:r>
              <a:rPr sz="1750" spc="-155" dirty="0">
                <a:latin typeface="Arial"/>
                <a:cs typeface="Arial"/>
              </a:rPr>
              <a:t>e</a:t>
            </a:r>
            <a:r>
              <a:rPr sz="1750" spc="-145" dirty="0">
                <a:latin typeface="Arial"/>
                <a:cs typeface="Arial"/>
              </a:rPr>
              <a:t>r</a:t>
            </a:r>
            <a:endParaRPr sz="17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40021" y="3280415"/>
            <a:ext cx="299720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155" dirty="0">
                <a:latin typeface="Arial"/>
                <a:cs typeface="Arial"/>
              </a:rPr>
              <a:t>1</a:t>
            </a:r>
            <a:r>
              <a:rPr sz="1750" spc="-80" dirty="0">
                <a:latin typeface="Arial"/>
                <a:cs typeface="Arial"/>
              </a:rPr>
              <a:t>..</a:t>
            </a:r>
            <a:r>
              <a:rPr sz="1750" spc="-170" dirty="0">
                <a:latin typeface="Arial"/>
                <a:cs typeface="Arial"/>
              </a:rPr>
              <a:t>*</a:t>
            </a:r>
            <a:endParaRPr sz="17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55743" y="4439411"/>
            <a:ext cx="90805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170" dirty="0">
                <a:latin typeface="Arial"/>
                <a:cs typeface="Arial"/>
              </a:rPr>
              <a:t>*</a:t>
            </a:r>
            <a:endParaRPr sz="175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210027" y="3106333"/>
            <a:ext cx="2576195" cy="1160145"/>
          </a:xfrm>
          <a:custGeom>
            <a:avLst/>
            <a:gdLst/>
            <a:ahLst/>
            <a:cxnLst/>
            <a:rect l="l" t="t" r="r" b="b"/>
            <a:pathLst>
              <a:path w="2576195" h="1160145">
                <a:moveTo>
                  <a:pt x="0" y="0"/>
                </a:moveTo>
                <a:lnTo>
                  <a:pt x="750426" y="0"/>
                </a:lnTo>
                <a:lnTo>
                  <a:pt x="750426" y="1159528"/>
                </a:lnTo>
                <a:lnTo>
                  <a:pt x="2575904" y="1159528"/>
                </a:lnTo>
              </a:path>
            </a:pathLst>
          </a:custGeom>
          <a:ln w="92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644101" y="4172481"/>
            <a:ext cx="142240" cy="93980"/>
          </a:xfrm>
          <a:custGeom>
            <a:avLst/>
            <a:gdLst/>
            <a:ahLst/>
            <a:cxnLst/>
            <a:rect l="l" t="t" r="r" b="b"/>
            <a:pathLst>
              <a:path w="142239" h="93979">
                <a:moveTo>
                  <a:pt x="0" y="0"/>
                </a:moveTo>
                <a:lnTo>
                  <a:pt x="141829" y="93380"/>
                </a:lnTo>
              </a:path>
            </a:pathLst>
          </a:custGeom>
          <a:ln w="136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644101" y="4265862"/>
            <a:ext cx="142240" cy="98425"/>
          </a:xfrm>
          <a:custGeom>
            <a:avLst/>
            <a:gdLst/>
            <a:ahLst/>
            <a:cxnLst/>
            <a:rect l="l" t="t" r="r" b="b"/>
            <a:pathLst>
              <a:path w="142239" h="98425">
                <a:moveTo>
                  <a:pt x="0" y="97939"/>
                </a:moveTo>
                <a:lnTo>
                  <a:pt x="141829" y="0"/>
                </a:lnTo>
              </a:path>
            </a:pathLst>
          </a:custGeom>
          <a:ln w="135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179945" y="3078854"/>
            <a:ext cx="1386840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308100" algn="l"/>
              </a:tabLst>
            </a:pPr>
            <a:r>
              <a:rPr sz="1750" spc="-175" dirty="0">
                <a:latin typeface="Arial"/>
                <a:cs typeface="Arial"/>
              </a:rPr>
              <a:t>+</a:t>
            </a:r>
            <a:r>
              <a:rPr sz="1750" spc="-210" dirty="0">
                <a:latin typeface="Arial"/>
                <a:cs typeface="Arial"/>
              </a:rPr>
              <a:t>N</a:t>
            </a:r>
            <a:r>
              <a:rPr sz="1750" spc="-155" dirty="0">
                <a:latin typeface="Arial"/>
                <a:cs typeface="Arial"/>
              </a:rPr>
              <a:t>a</a:t>
            </a:r>
            <a:r>
              <a:rPr sz="1750" spc="-145" dirty="0">
                <a:latin typeface="Arial"/>
                <a:cs typeface="Arial"/>
              </a:rPr>
              <a:t>c</a:t>
            </a:r>
            <a:r>
              <a:rPr sz="1750" spc="-155" dirty="0">
                <a:latin typeface="Arial"/>
                <a:cs typeface="Arial"/>
              </a:rPr>
              <a:t>h</a:t>
            </a:r>
            <a:r>
              <a:rPr sz="1750" spc="-80" dirty="0">
                <a:latin typeface="Arial"/>
                <a:cs typeface="Arial"/>
              </a:rPr>
              <a:t>f</a:t>
            </a:r>
            <a:r>
              <a:rPr sz="1750" spc="-155" dirty="0">
                <a:latin typeface="Arial"/>
                <a:cs typeface="Arial"/>
              </a:rPr>
              <a:t>o</a:t>
            </a:r>
            <a:r>
              <a:rPr sz="1750" spc="-40" dirty="0">
                <a:latin typeface="Arial"/>
                <a:cs typeface="Arial"/>
              </a:rPr>
              <a:t>l</a:t>
            </a:r>
            <a:r>
              <a:rPr sz="1750" spc="-155" dirty="0">
                <a:latin typeface="Arial"/>
                <a:cs typeface="Arial"/>
              </a:rPr>
              <a:t>ge</a:t>
            </a:r>
            <a:r>
              <a:rPr sz="1750" spc="-145" dirty="0">
                <a:latin typeface="Arial"/>
                <a:cs typeface="Arial"/>
              </a:rPr>
              <a:t>r</a:t>
            </a:r>
            <a:r>
              <a:rPr sz="1750" dirty="0">
                <a:latin typeface="Arial"/>
                <a:cs typeface="Arial"/>
              </a:rPr>
              <a:t>	</a:t>
            </a:r>
            <a:r>
              <a:rPr sz="1750" spc="-170" dirty="0">
                <a:latin typeface="Arial"/>
                <a:cs typeface="Arial"/>
              </a:rPr>
              <a:t>*</a:t>
            </a:r>
            <a:endParaRPr sz="17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158890" y="3771582"/>
            <a:ext cx="90805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170" dirty="0">
                <a:latin typeface="Arial"/>
                <a:cs typeface="Arial"/>
              </a:rPr>
              <a:t>*</a:t>
            </a:r>
            <a:endParaRPr sz="175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50250" y="2733261"/>
            <a:ext cx="1949450" cy="1532890"/>
          </a:xfrm>
          <a:custGeom>
            <a:avLst/>
            <a:gdLst/>
            <a:ahLst/>
            <a:cxnLst/>
            <a:rect l="l" t="t" r="r" b="b"/>
            <a:pathLst>
              <a:path w="1949450" h="1532889">
                <a:moveTo>
                  <a:pt x="0" y="1046441"/>
                </a:moveTo>
                <a:lnTo>
                  <a:pt x="0" y="0"/>
                </a:lnTo>
                <a:lnTo>
                  <a:pt x="1948842" y="0"/>
                </a:lnTo>
                <a:lnTo>
                  <a:pt x="1948842" y="1532600"/>
                </a:lnTo>
                <a:lnTo>
                  <a:pt x="518905" y="1532600"/>
                </a:lnTo>
              </a:path>
            </a:pathLst>
          </a:custGeom>
          <a:ln w="87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869155" y="4265862"/>
            <a:ext cx="142240" cy="98425"/>
          </a:xfrm>
          <a:custGeom>
            <a:avLst/>
            <a:gdLst/>
            <a:ahLst/>
            <a:cxnLst/>
            <a:rect l="l" t="t" r="r" b="b"/>
            <a:pathLst>
              <a:path w="142240" h="98425">
                <a:moveTo>
                  <a:pt x="141829" y="97939"/>
                </a:moveTo>
                <a:lnTo>
                  <a:pt x="0" y="0"/>
                </a:lnTo>
              </a:path>
            </a:pathLst>
          </a:custGeom>
          <a:ln w="135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869155" y="4172481"/>
            <a:ext cx="142240" cy="93980"/>
          </a:xfrm>
          <a:custGeom>
            <a:avLst/>
            <a:gdLst/>
            <a:ahLst/>
            <a:cxnLst/>
            <a:rect l="l" t="t" r="r" b="b"/>
            <a:pathLst>
              <a:path w="142240" h="93979">
                <a:moveTo>
                  <a:pt x="141829" y="0"/>
                </a:moveTo>
                <a:lnTo>
                  <a:pt x="0" y="93380"/>
                </a:lnTo>
              </a:path>
            </a:pathLst>
          </a:custGeom>
          <a:ln w="136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589867" y="3928885"/>
            <a:ext cx="506095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155" dirty="0">
                <a:latin typeface="Arial"/>
                <a:cs typeface="Arial"/>
              </a:rPr>
              <a:t>hö</a:t>
            </a:r>
            <a:r>
              <a:rPr sz="1750" spc="-90" dirty="0">
                <a:latin typeface="Arial"/>
                <a:cs typeface="Arial"/>
              </a:rPr>
              <a:t>r</a:t>
            </a:r>
            <a:r>
              <a:rPr sz="1750" spc="-155" dirty="0">
                <a:latin typeface="Arial"/>
                <a:cs typeface="Arial"/>
              </a:rPr>
              <a:t>en</a:t>
            </a:r>
            <a:endParaRPr sz="17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882679" y="2764247"/>
            <a:ext cx="1128395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150" dirty="0">
                <a:latin typeface="Arial"/>
                <a:cs typeface="Arial"/>
              </a:rPr>
              <a:t>voraussetzen</a:t>
            </a:r>
            <a:endParaRPr sz="1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1823" y="748904"/>
            <a:ext cx="6399877" cy="54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Aggregation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4880757"/>
              </p:ext>
            </p:extLst>
          </p:nvPr>
        </p:nvGraphicFramePr>
        <p:xfrm>
          <a:off x="797243" y="2968728"/>
          <a:ext cx="2999740" cy="1739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99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6865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550" b="1" spc="-30" dirty="0">
                          <a:latin typeface="Arial"/>
                          <a:cs typeface="Arial"/>
                        </a:rPr>
                        <a:t>Studenten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73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137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550" spc="-30" dirty="0">
                          <a:latin typeface="Arial"/>
                          <a:cs typeface="Arial"/>
                        </a:rPr>
                        <a:t>+MatrNr </a:t>
                      </a:r>
                      <a:r>
                        <a:rPr sz="1550" spc="-50" dirty="0">
                          <a:latin typeface="Arial"/>
                          <a:cs typeface="Arial"/>
                        </a:rPr>
                        <a:t>:</a:t>
                      </a:r>
                      <a:r>
                        <a:rPr sz="1550" spc="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spc="-20" dirty="0">
                          <a:latin typeface="Arial"/>
                          <a:cs typeface="Arial"/>
                        </a:rPr>
                        <a:t>int</a:t>
                      </a:r>
                      <a:endParaRPr sz="155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550" spc="-50" dirty="0">
                          <a:latin typeface="Arial"/>
                          <a:cs typeface="Arial"/>
                        </a:rPr>
                        <a:t>+Name :</a:t>
                      </a:r>
                      <a:r>
                        <a:rPr sz="1550" spc="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spc="-25" dirty="0">
                          <a:latin typeface="Arial"/>
                          <a:cs typeface="Arial"/>
                        </a:rPr>
                        <a:t>String</a:t>
                      </a:r>
                      <a:endParaRPr sz="1550">
                        <a:latin typeface="Arial"/>
                        <a:cs typeface="Arial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550" spc="-35" dirty="0">
                          <a:latin typeface="Arial"/>
                          <a:cs typeface="Arial"/>
                        </a:rPr>
                        <a:t>+Semester </a:t>
                      </a:r>
                      <a:r>
                        <a:rPr sz="1550" spc="-50" dirty="0">
                          <a:latin typeface="Arial"/>
                          <a:cs typeface="Arial"/>
                        </a:rPr>
                        <a:t>:</a:t>
                      </a:r>
                      <a:r>
                        <a:rPr sz="1550" spc="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spc="-20" dirty="0">
                          <a:latin typeface="Arial"/>
                          <a:cs typeface="Arial"/>
                        </a:rPr>
                        <a:t>int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660"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550" spc="-20" dirty="0">
                          <a:latin typeface="Arial"/>
                          <a:cs typeface="Arial"/>
                        </a:rPr>
                        <a:t>+Notenschnitt() </a:t>
                      </a:r>
                      <a:r>
                        <a:rPr sz="1550" spc="-50" dirty="0">
                          <a:latin typeface="Arial"/>
                          <a:cs typeface="Arial"/>
                        </a:rPr>
                        <a:t>:</a:t>
                      </a:r>
                      <a:r>
                        <a:rPr sz="15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spc="-15" dirty="0">
                          <a:latin typeface="Arial"/>
                          <a:cs typeface="Arial"/>
                        </a:rPr>
                        <a:t>float</a:t>
                      </a:r>
                      <a:endParaRPr sz="1550">
                        <a:latin typeface="Arial"/>
                        <a:cs typeface="Arial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550" spc="-60" dirty="0">
                          <a:latin typeface="Arial"/>
                          <a:cs typeface="Arial"/>
                        </a:rPr>
                        <a:t>+SummeW </a:t>
                      </a:r>
                      <a:r>
                        <a:rPr sz="1550" spc="-20" dirty="0">
                          <a:latin typeface="Arial"/>
                          <a:cs typeface="Arial"/>
                        </a:rPr>
                        <a:t>ochenstunden() </a:t>
                      </a:r>
                      <a:r>
                        <a:rPr sz="1550" spc="-50" dirty="0">
                          <a:latin typeface="Arial"/>
                          <a:cs typeface="Arial"/>
                        </a:rPr>
                        <a:t>:</a:t>
                      </a:r>
                      <a:r>
                        <a:rPr sz="155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spc="-25" dirty="0">
                          <a:latin typeface="Arial"/>
                          <a:cs typeface="Arial"/>
                        </a:rPr>
                        <a:t>short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6525505" y="4138539"/>
            <a:ext cx="1469390" cy="317500"/>
          </a:xfrm>
          <a:prstGeom prst="rect">
            <a:avLst/>
          </a:prstGeom>
          <a:ln w="13046">
            <a:solidFill>
              <a:srgbClr val="000000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215"/>
              </a:spcBef>
            </a:pPr>
            <a:r>
              <a:rPr sz="1550" spc="-20" dirty="0">
                <a:latin typeface="Arial"/>
                <a:cs typeface="Arial"/>
              </a:rPr>
              <a:t>+verschieben()</a:t>
            </a:r>
            <a:endParaRPr sz="15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25505" y="3561218"/>
            <a:ext cx="1469390" cy="577850"/>
          </a:xfrm>
          <a:prstGeom prst="rect">
            <a:avLst/>
          </a:prstGeom>
          <a:ln w="12935">
            <a:solidFill>
              <a:srgbClr val="000000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220"/>
              </a:spcBef>
            </a:pPr>
            <a:r>
              <a:rPr sz="1550" spc="-40" dirty="0">
                <a:latin typeface="Arial"/>
                <a:cs typeface="Arial"/>
              </a:rPr>
              <a:t>+Note </a:t>
            </a:r>
            <a:r>
              <a:rPr sz="1550" spc="-50" dirty="0">
                <a:latin typeface="Arial"/>
                <a:cs typeface="Arial"/>
              </a:rPr>
              <a:t>: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spc="-30" dirty="0">
                <a:latin typeface="Arial"/>
                <a:cs typeface="Arial"/>
              </a:rPr>
              <a:t>Decimal</a:t>
            </a:r>
            <a:endParaRPr sz="1550">
              <a:latin typeface="Arial"/>
              <a:cs typeface="Arial"/>
            </a:endParaRPr>
          </a:p>
          <a:p>
            <a:pPr marL="107950">
              <a:lnSpc>
                <a:spcPct val="100000"/>
              </a:lnSpc>
              <a:spcBef>
                <a:spcPts val="220"/>
              </a:spcBef>
            </a:pPr>
            <a:r>
              <a:rPr sz="1550" spc="-45" dirty="0">
                <a:latin typeface="Arial"/>
                <a:cs typeface="Arial"/>
              </a:rPr>
              <a:t>+Datum </a:t>
            </a:r>
            <a:r>
              <a:rPr sz="1550" spc="-50" dirty="0">
                <a:latin typeface="Arial"/>
                <a:cs typeface="Arial"/>
              </a:rPr>
              <a:t>:</a:t>
            </a:r>
            <a:r>
              <a:rPr sz="1550" spc="160" dirty="0">
                <a:latin typeface="Arial"/>
                <a:cs typeface="Arial"/>
              </a:rPr>
              <a:t> </a:t>
            </a:r>
            <a:r>
              <a:rPr sz="1550" spc="-40" dirty="0">
                <a:latin typeface="Arial"/>
                <a:cs typeface="Arial"/>
              </a:rPr>
              <a:t>Date</a:t>
            </a:r>
            <a:endParaRPr sz="15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25505" y="3244038"/>
            <a:ext cx="1469390" cy="317500"/>
          </a:xfrm>
          <a:prstGeom prst="rect">
            <a:avLst/>
          </a:prstGeom>
          <a:ln w="13046">
            <a:solidFill>
              <a:srgbClr val="000000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L="254635">
              <a:lnSpc>
                <a:spcPct val="100000"/>
              </a:lnSpc>
              <a:spcBef>
                <a:spcPts val="215"/>
              </a:spcBef>
            </a:pPr>
            <a:r>
              <a:rPr sz="1550" b="1" spc="-35" dirty="0">
                <a:latin typeface="Arial"/>
                <a:cs typeface="Arial"/>
              </a:rPr>
              <a:t>Prüfungen</a:t>
            </a:r>
            <a:endParaRPr sz="15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52710" y="3473574"/>
            <a:ext cx="788670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spc="-35" dirty="0">
                <a:latin typeface="Arial"/>
                <a:cs typeface="Arial"/>
              </a:rPr>
              <a:t>+P</a:t>
            </a:r>
            <a:r>
              <a:rPr sz="1550" spc="-5" dirty="0">
                <a:latin typeface="Arial"/>
                <a:cs typeface="Arial"/>
              </a:rPr>
              <a:t>r</a:t>
            </a:r>
            <a:r>
              <a:rPr sz="1550" spc="-20" dirty="0">
                <a:latin typeface="Arial"/>
                <a:cs typeface="Arial"/>
              </a:rPr>
              <a:t>ü</a:t>
            </a:r>
            <a:r>
              <a:rPr sz="1550" spc="-10" dirty="0">
                <a:latin typeface="Arial"/>
                <a:cs typeface="Arial"/>
              </a:rPr>
              <a:t>f</a:t>
            </a:r>
            <a:r>
              <a:rPr sz="1550" spc="15" dirty="0">
                <a:latin typeface="Arial"/>
                <a:cs typeface="Arial"/>
              </a:rPr>
              <a:t>li</a:t>
            </a:r>
            <a:r>
              <a:rPr sz="1550" spc="-20" dirty="0">
                <a:latin typeface="Arial"/>
                <a:cs typeface="Arial"/>
              </a:rPr>
              <a:t>n</a:t>
            </a:r>
            <a:r>
              <a:rPr sz="1550" spc="-100" dirty="0">
                <a:latin typeface="Arial"/>
                <a:cs typeface="Arial"/>
              </a:rPr>
              <a:t>g</a:t>
            </a:r>
            <a:endParaRPr sz="15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52710" y="3927530"/>
            <a:ext cx="123189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spc="-100" dirty="0">
                <a:latin typeface="Arial"/>
                <a:cs typeface="Arial"/>
              </a:rPr>
              <a:t>1</a:t>
            </a:r>
            <a:endParaRPr sz="15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73950" y="3932043"/>
            <a:ext cx="93980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spc="-70" dirty="0">
                <a:latin typeface="Arial"/>
                <a:cs typeface="Arial"/>
              </a:rPr>
              <a:t>*</a:t>
            </a:r>
            <a:endParaRPr sz="15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984686" y="3847627"/>
            <a:ext cx="2541270" cy="5080"/>
          </a:xfrm>
          <a:custGeom>
            <a:avLst/>
            <a:gdLst/>
            <a:ahLst/>
            <a:cxnLst/>
            <a:rect l="l" t="t" r="r" b="b"/>
            <a:pathLst>
              <a:path w="2541270" h="5080">
                <a:moveTo>
                  <a:pt x="-6550" y="2274"/>
                </a:moveTo>
                <a:lnTo>
                  <a:pt x="2547369" y="2274"/>
                </a:lnTo>
              </a:path>
            </a:pathLst>
          </a:custGeom>
          <a:ln w="176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797332" y="3775429"/>
            <a:ext cx="193679" cy="1443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379173" y="3764103"/>
            <a:ext cx="146685" cy="88265"/>
          </a:xfrm>
          <a:custGeom>
            <a:avLst/>
            <a:gdLst/>
            <a:ahLst/>
            <a:cxnLst/>
            <a:rect l="l" t="t" r="r" b="b"/>
            <a:pathLst>
              <a:path w="146684" h="88264">
                <a:moveTo>
                  <a:pt x="0" y="0"/>
                </a:moveTo>
                <a:lnTo>
                  <a:pt x="146332" y="88072"/>
                </a:lnTo>
              </a:path>
            </a:pathLst>
          </a:custGeom>
          <a:ln w="12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379173" y="3852176"/>
            <a:ext cx="146685" cy="83820"/>
          </a:xfrm>
          <a:custGeom>
            <a:avLst/>
            <a:gdLst/>
            <a:ahLst/>
            <a:cxnLst/>
            <a:rect l="l" t="t" r="r" b="b"/>
            <a:pathLst>
              <a:path w="146684" h="83819">
                <a:moveTo>
                  <a:pt x="0" y="83523"/>
                </a:moveTo>
                <a:lnTo>
                  <a:pt x="146332" y="0"/>
                </a:lnTo>
              </a:path>
            </a:pathLst>
          </a:custGeom>
          <a:ln w="127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309593" y="4694108"/>
            <a:ext cx="1271270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spc="-20" dirty="0">
                <a:latin typeface="Arial"/>
                <a:cs typeface="Arial"/>
              </a:rPr>
              <a:t>+Prüfungsstoff</a:t>
            </a:r>
            <a:endParaRPr sz="15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217071" y="3407520"/>
            <a:ext cx="93980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spc="-70" dirty="0">
                <a:latin typeface="Arial"/>
                <a:cs typeface="Arial"/>
              </a:rPr>
              <a:t>*</a:t>
            </a:r>
            <a:endParaRPr sz="155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994451" y="3852176"/>
            <a:ext cx="1731645" cy="1383665"/>
          </a:xfrm>
          <a:custGeom>
            <a:avLst/>
            <a:gdLst/>
            <a:ahLst/>
            <a:cxnLst/>
            <a:rect l="l" t="t" r="r" b="b"/>
            <a:pathLst>
              <a:path w="1731645" h="1383664">
                <a:moveTo>
                  <a:pt x="1731412" y="1383612"/>
                </a:moveTo>
                <a:lnTo>
                  <a:pt x="1731412" y="0"/>
                </a:lnTo>
                <a:lnTo>
                  <a:pt x="0" y="0"/>
                </a:lnTo>
              </a:path>
            </a:pathLst>
          </a:custGeom>
          <a:ln w="81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725864" y="5072709"/>
            <a:ext cx="77470" cy="163195"/>
          </a:xfrm>
          <a:custGeom>
            <a:avLst/>
            <a:gdLst/>
            <a:ahLst/>
            <a:cxnLst/>
            <a:rect l="l" t="t" r="r" b="b"/>
            <a:pathLst>
              <a:path w="77470" h="163195">
                <a:moveTo>
                  <a:pt x="76940" y="0"/>
                </a:moveTo>
                <a:lnTo>
                  <a:pt x="0" y="163079"/>
                </a:lnTo>
              </a:path>
            </a:pathLst>
          </a:custGeom>
          <a:ln w="118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652457" y="5072709"/>
            <a:ext cx="73660" cy="163195"/>
          </a:xfrm>
          <a:custGeom>
            <a:avLst/>
            <a:gdLst/>
            <a:ahLst/>
            <a:cxnLst/>
            <a:rect l="l" t="t" r="r" b="b"/>
            <a:pathLst>
              <a:path w="73659" h="163195">
                <a:moveTo>
                  <a:pt x="0" y="0"/>
                </a:moveTo>
                <a:lnTo>
                  <a:pt x="73407" y="163079"/>
                </a:lnTo>
              </a:path>
            </a:pathLst>
          </a:custGeom>
          <a:ln w="118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659458" y="4681006"/>
            <a:ext cx="93980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spc="-70" dirty="0">
                <a:latin typeface="Arial"/>
                <a:cs typeface="Arial"/>
              </a:rPr>
              <a:t>*</a:t>
            </a:r>
            <a:endParaRPr sz="15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822906" y="5495925"/>
            <a:ext cx="657225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spc="-35" dirty="0">
                <a:latin typeface="Arial"/>
                <a:cs typeface="Arial"/>
              </a:rPr>
              <a:t>+P</a:t>
            </a:r>
            <a:r>
              <a:rPr sz="1550" spc="-5" dirty="0">
                <a:latin typeface="Arial"/>
                <a:cs typeface="Arial"/>
              </a:rPr>
              <a:t>r</a:t>
            </a:r>
            <a:r>
              <a:rPr sz="1550" spc="-20" dirty="0">
                <a:latin typeface="Arial"/>
                <a:cs typeface="Arial"/>
              </a:rPr>
              <a:t>ü</a:t>
            </a:r>
            <a:r>
              <a:rPr sz="1550" spc="-10" dirty="0">
                <a:latin typeface="Arial"/>
                <a:cs typeface="Arial"/>
              </a:rPr>
              <a:t>f</a:t>
            </a:r>
            <a:r>
              <a:rPr sz="1550" spc="-20" dirty="0">
                <a:latin typeface="Arial"/>
                <a:cs typeface="Arial"/>
              </a:rPr>
              <a:t>e</a:t>
            </a:r>
            <a:r>
              <a:rPr sz="1550" spc="-60" dirty="0">
                <a:latin typeface="Arial"/>
                <a:cs typeface="Arial"/>
              </a:rPr>
              <a:t>r</a:t>
            </a:r>
            <a:endParaRPr sz="15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822906" y="4896929"/>
            <a:ext cx="123189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spc="-100" dirty="0">
                <a:latin typeface="Arial"/>
                <a:cs typeface="Arial"/>
              </a:rPr>
              <a:t>1</a:t>
            </a:r>
            <a:endParaRPr sz="155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627432" y="4455655"/>
            <a:ext cx="1264920" cy="886460"/>
          </a:xfrm>
          <a:custGeom>
            <a:avLst/>
            <a:gdLst/>
            <a:ahLst/>
            <a:cxnLst/>
            <a:rect l="l" t="t" r="r" b="b"/>
            <a:pathLst>
              <a:path w="1264920" h="886460">
                <a:moveTo>
                  <a:pt x="1264466" y="0"/>
                </a:moveTo>
                <a:lnTo>
                  <a:pt x="1264466" y="885839"/>
                </a:lnTo>
                <a:lnTo>
                  <a:pt x="0" y="885839"/>
                </a:lnTo>
              </a:path>
            </a:pathLst>
          </a:custGeom>
          <a:ln w="2084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627432" y="5341494"/>
            <a:ext cx="146685" cy="88265"/>
          </a:xfrm>
          <a:custGeom>
            <a:avLst/>
            <a:gdLst/>
            <a:ahLst/>
            <a:cxnLst/>
            <a:rect l="l" t="t" r="r" b="b"/>
            <a:pathLst>
              <a:path w="146685" h="88264">
                <a:moveTo>
                  <a:pt x="146332" y="88072"/>
                </a:moveTo>
                <a:lnTo>
                  <a:pt x="0" y="0"/>
                </a:lnTo>
              </a:path>
            </a:pathLst>
          </a:custGeom>
          <a:ln w="12691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627432" y="5253403"/>
            <a:ext cx="146685" cy="88265"/>
          </a:xfrm>
          <a:custGeom>
            <a:avLst/>
            <a:gdLst/>
            <a:ahLst/>
            <a:cxnLst/>
            <a:rect l="l" t="t" r="r" b="b"/>
            <a:pathLst>
              <a:path w="146685" h="88264">
                <a:moveTo>
                  <a:pt x="146332" y="0"/>
                </a:moveTo>
                <a:lnTo>
                  <a:pt x="0" y="88090"/>
                </a:lnTo>
              </a:path>
            </a:pathLst>
          </a:custGeom>
          <a:ln w="12691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5090441" y="4958362"/>
            <a:ext cx="349250" cy="5016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100" spc="-20" dirty="0">
                <a:latin typeface="Arial"/>
                <a:cs typeface="Arial"/>
              </a:rPr>
              <a:t>...</a:t>
            </a:r>
            <a:endParaRPr sz="31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566831" y="5156670"/>
            <a:ext cx="349250" cy="5016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100" spc="-20" dirty="0">
                <a:latin typeface="Arial"/>
                <a:cs typeface="Arial"/>
              </a:rPr>
              <a:t>...</a:t>
            </a:r>
            <a:endParaRPr sz="31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747178" y="3892301"/>
            <a:ext cx="855344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spc="-15" dirty="0">
                <a:latin typeface="Arial"/>
                <a:cs typeface="Arial"/>
              </a:rPr>
              <a:t>absolviert</a:t>
            </a:r>
            <a:endParaRPr sz="1550">
              <a:latin typeface="Arial"/>
              <a:cs typeface="Arial"/>
            </a:endParaRPr>
          </a:p>
        </p:txBody>
      </p:sp>
      <p:sp>
        <p:nvSpPr>
          <p:cNvPr id="29" name="object 12"/>
          <p:cNvSpPr txBox="1"/>
          <p:nvPr/>
        </p:nvSpPr>
        <p:spPr>
          <a:xfrm flipH="1">
            <a:off x="5774460" y="1949450"/>
            <a:ext cx="4222465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960119" algn="l"/>
                <a:tab pos="1873250" algn="l"/>
              </a:tabLst>
            </a:pPr>
            <a:r>
              <a:rPr lang="de-DE" sz="1400" b="1" dirty="0">
                <a:solidFill>
                  <a:srgbClr val="C00000"/>
                </a:solidFill>
                <a:latin typeface="Times New Roman"/>
                <a:cs typeface="Times New Roman"/>
              </a:rPr>
              <a:t>Aggregationen (Kompositionen) in UML entsprechen den Beziehungen schwacher </a:t>
            </a:r>
            <a:r>
              <a:rPr lang="de-DE" sz="1400" b="1" dirty="0" err="1">
                <a:solidFill>
                  <a:srgbClr val="C00000"/>
                </a:solidFill>
                <a:latin typeface="Times New Roman"/>
                <a:cs typeface="Times New Roman"/>
              </a:rPr>
              <a:t>Entities</a:t>
            </a:r>
            <a:endParaRPr sz="1400" b="1" dirty="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98098" y="2621513"/>
            <a:ext cx="1503680" cy="1113155"/>
          </a:xfrm>
          <a:prstGeom prst="rect">
            <a:avLst/>
          </a:prstGeom>
          <a:ln w="10654">
            <a:solidFill>
              <a:srgbClr val="000000"/>
            </a:solidFill>
          </a:ln>
        </p:spPr>
        <p:txBody>
          <a:bodyPr vert="horz" wrap="square" lIns="0" tIns="234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85"/>
              </a:spcBef>
            </a:pPr>
            <a:r>
              <a:rPr sz="1250" spc="65" dirty="0">
                <a:latin typeface="Arial"/>
                <a:cs typeface="Arial"/>
              </a:rPr>
              <a:t>+Gewicht() </a:t>
            </a:r>
            <a:r>
              <a:rPr sz="1250" spc="5" dirty="0">
                <a:latin typeface="Arial"/>
                <a:cs typeface="Arial"/>
              </a:rPr>
              <a:t>:</a:t>
            </a:r>
            <a:r>
              <a:rPr sz="1250" spc="70" dirty="0">
                <a:latin typeface="Arial"/>
                <a:cs typeface="Arial"/>
              </a:rPr>
              <a:t> </a:t>
            </a:r>
            <a:r>
              <a:rPr sz="1250" spc="55" dirty="0">
                <a:latin typeface="Arial"/>
                <a:cs typeface="Arial"/>
              </a:rPr>
              <a:t>float</a:t>
            </a:r>
            <a:endParaRPr sz="12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90"/>
              </a:spcBef>
            </a:pPr>
            <a:r>
              <a:rPr sz="1250" spc="70" dirty="0">
                <a:latin typeface="Arial"/>
                <a:cs typeface="Arial"/>
              </a:rPr>
              <a:t>+Volumen() </a:t>
            </a:r>
            <a:r>
              <a:rPr sz="1250" spc="5" dirty="0">
                <a:latin typeface="Arial"/>
                <a:cs typeface="Arial"/>
              </a:rPr>
              <a:t>:</a:t>
            </a:r>
            <a:r>
              <a:rPr sz="1250" spc="50" dirty="0">
                <a:latin typeface="Arial"/>
                <a:cs typeface="Arial"/>
              </a:rPr>
              <a:t> </a:t>
            </a:r>
            <a:r>
              <a:rPr sz="1250" spc="55" dirty="0">
                <a:latin typeface="Arial"/>
                <a:cs typeface="Arial"/>
              </a:rPr>
              <a:t>float</a:t>
            </a:r>
            <a:endParaRPr sz="1250">
              <a:latin typeface="Arial"/>
              <a:cs typeface="Arial"/>
            </a:endParaRPr>
          </a:p>
          <a:p>
            <a:pPr marR="1270" algn="ctr">
              <a:lnSpc>
                <a:spcPct val="100000"/>
              </a:lnSpc>
              <a:spcBef>
                <a:spcPts val="190"/>
              </a:spcBef>
            </a:pPr>
            <a:r>
              <a:rPr sz="1250" spc="65" dirty="0">
                <a:latin typeface="Arial"/>
                <a:cs typeface="Arial"/>
              </a:rPr>
              <a:t>+skalieren()</a:t>
            </a:r>
            <a:endParaRPr sz="12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90"/>
              </a:spcBef>
            </a:pPr>
            <a:r>
              <a:rPr sz="1250" spc="70" dirty="0">
                <a:latin typeface="Arial"/>
                <a:cs typeface="Arial"/>
              </a:rPr>
              <a:t>+verschieben()</a:t>
            </a:r>
            <a:endParaRPr sz="12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90"/>
              </a:spcBef>
            </a:pPr>
            <a:r>
              <a:rPr sz="1250" spc="60" dirty="0">
                <a:latin typeface="Arial"/>
                <a:cs typeface="Arial"/>
              </a:rPr>
              <a:t>+rotieren()</a:t>
            </a:r>
            <a:endParaRPr sz="12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8098" y="2149001"/>
            <a:ext cx="1503680" cy="473075"/>
          </a:xfrm>
          <a:prstGeom prst="rect">
            <a:avLst/>
          </a:prstGeom>
          <a:ln w="10649">
            <a:solidFill>
              <a:srgbClr val="000000"/>
            </a:solidFill>
          </a:ln>
        </p:spPr>
        <p:txBody>
          <a:bodyPr vert="horz" wrap="square" lIns="0" tIns="234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85"/>
              </a:spcBef>
            </a:pPr>
            <a:r>
              <a:rPr sz="1250" spc="60" dirty="0">
                <a:latin typeface="Arial"/>
                <a:cs typeface="Arial"/>
              </a:rPr>
              <a:t>+PolyID </a:t>
            </a:r>
            <a:r>
              <a:rPr sz="1250" spc="5" dirty="0">
                <a:latin typeface="Arial"/>
                <a:cs typeface="Arial"/>
              </a:rPr>
              <a:t>:</a:t>
            </a:r>
            <a:r>
              <a:rPr sz="1250" spc="140" dirty="0">
                <a:latin typeface="Arial"/>
                <a:cs typeface="Arial"/>
              </a:rPr>
              <a:t> </a:t>
            </a:r>
            <a:r>
              <a:rPr sz="1250" spc="45" dirty="0">
                <a:latin typeface="Arial"/>
                <a:cs typeface="Arial"/>
              </a:rPr>
              <a:t>int</a:t>
            </a:r>
            <a:endParaRPr sz="12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90"/>
              </a:spcBef>
            </a:pPr>
            <a:r>
              <a:rPr sz="1250" spc="40" dirty="0">
                <a:latin typeface="Arial"/>
                <a:cs typeface="Arial"/>
              </a:rPr>
              <a:t>+...</a:t>
            </a:r>
            <a:endParaRPr sz="12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8098" y="1891229"/>
            <a:ext cx="1503680" cy="257810"/>
          </a:xfrm>
          <a:prstGeom prst="rect">
            <a:avLst/>
          </a:prstGeom>
          <a:ln w="10648">
            <a:solidFill>
              <a:srgbClr val="000000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377190">
              <a:lnSpc>
                <a:spcPct val="100000"/>
              </a:lnSpc>
              <a:spcBef>
                <a:spcPts val="190"/>
              </a:spcBef>
            </a:pPr>
            <a:r>
              <a:rPr sz="1250" b="1" spc="70" dirty="0">
                <a:latin typeface="Arial"/>
                <a:cs typeface="Arial"/>
              </a:rPr>
              <a:t>Polyeder</a:t>
            </a:r>
            <a:endParaRPr sz="12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13811" y="2943514"/>
            <a:ext cx="1503680" cy="469265"/>
          </a:xfrm>
          <a:prstGeom prst="rect">
            <a:avLst/>
          </a:prstGeom>
          <a:ln w="10649">
            <a:solidFill>
              <a:srgbClr val="000000"/>
            </a:solidFill>
          </a:ln>
        </p:spPr>
        <p:txBody>
          <a:bodyPr vert="horz" wrap="square" lIns="0" tIns="23495" rIns="0" bIns="0" rtlCol="0">
            <a:spAutoFit/>
          </a:bodyPr>
          <a:lstStyle/>
          <a:p>
            <a:pPr marL="81915">
              <a:lnSpc>
                <a:spcPct val="100000"/>
              </a:lnSpc>
              <a:spcBef>
                <a:spcPts val="185"/>
              </a:spcBef>
            </a:pPr>
            <a:r>
              <a:rPr sz="1250" spc="70" dirty="0">
                <a:latin typeface="Arial"/>
                <a:cs typeface="Arial"/>
              </a:rPr>
              <a:t>+Umfang() </a:t>
            </a:r>
            <a:r>
              <a:rPr sz="1250" spc="5" dirty="0">
                <a:latin typeface="Arial"/>
                <a:cs typeface="Arial"/>
              </a:rPr>
              <a:t>:</a:t>
            </a:r>
            <a:r>
              <a:rPr sz="1250" spc="55" dirty="0">
                <a:latin typeface="Arial"/>
                <a:cs typeface="Arial"/>
              </a:rPr>
              <a:t> float</a:t>
            </a:r>
            <a:endParaRPr sz="125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190"/>
              </a:spcBef>
            </a:pPr>
            <a:r>
              <a:rPr sz="1250" spc="70" dirty="0">
                <a:latin typeface="Arial"/>
                <a:cs typeface="Arial"/>
              </a:rPr>
              <a:t>+Volumen() </a:t>
            </a:r>
            <a:r>
              <a:rPr sz="1250" spc="5" dirty="0">
                <a:latin typeface="Arial"/>
                <a:cs typeface="Arial"/>
              </a:rPr>
              <a:t>:</a:t>
            </a:r>
            <a:r>
              <a:rPr sz="1250" spc="55" dirty="0">
                <a:latin typeface="Arial"/>
                <a:cs typeface="Arial"/>
              </a:rPr>
              <a:t> float</a:t>
            </a:r>
            <a:endParaRPr sz="12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13811" y="2470979"/>
            <a:ext cx="1503680" cy="473075"/>
          </a:xfrm>
          <a:prstGeom prst="rect">
            <a:avLst/>
          </a:prstGeom>
          <a:ln w="10649">
            <a:solidFill>
              <a:srgbClr val="000000"/>
            </a:solidFill>
          </a:ln>
        </p:spPr>
        <p:txBody>
          <a:bodyPr vert="horz" wrap="square" lIns="0" tIns="23495" rIns="0" bIns="0" rtlCol="0">
            <a:spAutoFit/>
          </a:bodyPr>
          <a:lstStyle/>
          <a:p>
            <a:pPr marR="3810" algn="ctr">
              <a:lnSpc>
                <a:spcPct val="100000"/>
              </a:lnSpc>
              <a:spcBef>
                <a:spcPts val="185"/>
              </a:spcBef>
            </a:pPr>
            <a:r>
              <a:rPr sz="1250" spc="70" dirty="0">
                <a:latin typeface="Arial"/>
                <a:cs typeface="Arial"/>
              </a:rPr>
              <a:t>+FlächenID </a:t>
            </a:r>
            <a:r>
              <a:rPr sz="1250" spc="5" dirty="0">
                <a:latin typeface="Arial"/>
                <a:cs typeface="Arial"/>
              </a:rPr>
              <a:t>:</a:t>
            </a:r>
            <a:r>
              <a:rPr sz="1250" spc="114" dirty="0">
                <a:latin typeface="Arial"/>
                <a:cs typeface="Arial"/>
              </a:rPr>
              <a:t> </a:t>
            </a:r>
            <a:r>
              <a:rPr sz="1250" spc="45" dirty="0">
                <a:latin typeface="Arial"/>
                <a:cs typeface="Arial"/>
              </a:rPr>
              <a:t>int</a:t>
            </a:r>
            <a:endParaRPr sz="1250">
              <a:latin typeface="Arial"/>
              <a:cs typeface="Arial"/>
            </a:endParaRPr>
          </a:p>
          <a:p>
            <a:pPr marR="635" algn="ctr">
              <a:lnSpc>
                <a:spcPct val="100000"/>
              </a:lnSpc>
              <a:spcBef>
                <a:spcPts val="190"/>
              </a:spcBef>
            </a:pPr>
            <a:r>
              <a:rPr sz="1250" spc="40" dirty="0">
                <a:latin typeface="Arial"/>
                <a:cs typeface="Arial"/>
              </a:rPr>
              <a:t>+...</a:t>
            </a:r>
            <a:endParaRPr sz="12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13811" y="2213657"/>
            <a:ext cx="1503680" cy="257810"/>
          </a:xfrm>
          <a:prstGeom prst="rect">
            <a:avLst/>
          </a:prstGeom>
          <a:ln w="10648">
            <a:solidFill>
              <a:srgbClr val="000000"/>
            </a:solidFill>
          </a:ln>
        </p:spPr>
        <p:txBody>
          <a:bodyPr vert="horz" wrap="square" lIns="0" tIns="23495" rIns="0" bIns="0" rtlCol="0">
            <a:spAutoFit/>
          </a:bodyPr>
          <a:lstStyle/>
          <a:p>
            <a:pPr marL="412750">
              <a:lnSpc>
                <a:spcPct val="100000"/>
              </a:lnSpc>
              <a:spcBef>
                <a:spcPts val="185"/>
              </a:spcBef>
            </a:pPr>
            <a:r>
              <a:rPr sz="1250" b="1" spc="70" dirty="0">
                <a:latin typeface="Arial"/>
                <a:cs typeface="Arial"/>
              </a:rPr>
              <a:t>Flächen</a:t>
            </a:r>
            <a:endParaRPr sz="12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49082" y="3050721"/>
            <a:ext cx="1300480" cy="257810"/>
          </a:xfrm>
          <a:prstGeom prst="rect">
            <a:avLst/>
          </a:prstGeom>
          <a:ln w="10648">
            <a:solidFill>
              <a:srgbClr val="000000"/>
            </a:solidFill>
          </a:ln>
        </p:spPr>
        <p:txBody>
          <a:bodyPr vert="horz" wrap="square" lIns="0" tIns="23495" rIns="0" bIns="0" rtlCol="0">
            <a:spAutoFit/>
          </a:bodyPr>
          <a:lstStyle/>
          <a:p>
            <a:pPr marL="41910">
              <a:lnSpc>
                <a:spcPct val="100000"/>
              </a:lnSpc>
              <a:spcBef>
                <a:spcPts val="185"/>
              </a:spcBef>
            </a:pPr>
            <a:r>
              <a:rPr sz="1250" spc="70" dirty="0">
                <a:latin typeface="Arial"/>
                <a:cs typeface="Arial"/>
              </a:rPr>
              <a:t>+Länge() </a:t>
            </a:r>
            <a:r>
              <a:rPr sz="1250" spc="5" dirty="0">
                <a:latin typeface="Arial"/>
                <a:cs typeface="Arial"/>
              </a:rPr>
              <a:t>:</a:t>
            </a:r>
            <a:r>
              <a:rPr sz="1250" spc="55" dirty="0">
                <a:latin typeface="Arial"/>
                <a:cs typeface="Arial"/>
              </a:rPr>
              <a:t> float</a:t>
            </a:r>
            <a:endParaRPr sz="12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49082" y="2578556"/>
            <a:ext cx="1300480" cy="472440"/>
          </a:xfrm>
          <a:prstGeom prst="rect">
            <a:avLst/>
          </a:prstGeom>
          <a:ln w="10650">
            <a:solidFill>
              <a:srgbClr val="000000"/>
            </a:solidFill>
          </a:ln>
        </p:spPr>
        <p:txBody>
          <a:bodyPr vert="horz" wrap="square" lIns="0" tIns="23495" rIns="0" bIns="0" rtlCol="0">
            <a:spAutoFit/>
          </a:bodyPr>
          <a:lstStyle/>
          <a:p>
            <a:pPr marR="1905" algn="ctr">
              <a:lnSpc>
                <a:spcPct val="100000"/>
              </a:lnSpc>
              <a:spcBef>
                <a:spcPts val="185"/>
              </a:spcBef>
            </a:pPr>
            <a:r>
              <a:rPr sz="1250" spc="65" dirty="0">
                <a:latin typeface="Arial"/>
                <a:cs typeface="Arial"/>
              </a:rPr>
              <a:t>+KantenID </a:t>
            </a:r>
            <a:r>
              <a:rPr sz="1250" spc="5" dirty="0">
                <a:latin typeface="Arial"/>
                <a:cs typeface="Arial"/>
              </a:rPr>
              <a:t>:</a:t>
            </a:r>
            <a:r>
              <a:rPr sz="1250" spc="114" dirty="0">
                <a:latin typeface="Arial"/>
                <a:cs typeface="Arial"/>
              </a:rPr>
              <a:t> </a:t>
            </a:r>
            <a:r>
              <a:rPr sz="1250" spc="45" dirty="0">
                <a:latin typeface="Arial"/>
                <a:cs typeface="Arial"/>
              </a:rPr>
              <a:t>int</a:t>
            </a:r>
            <a:endParaRPr sz="12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90"/>
              </a:spcBef>
            </a:pPr>
            <a:r>
              <a:rPr sz="1250" spc="40" dirty="0">
                <a:latin typeface="Arial"/>
                <a:cs typeface="Arial"/>
              </a:rPr>
              <a:t>+...</a:t>
            </a:r>
            <a:endParaRPr sz="12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49082" y="2320813"/>
            <a:ext cx="1300480" cy="257810"/>
          </a:xfrm>
          <a:prstGeom prst="rect">
            <a:avLst/>
          </a:prstGeom>
          <a:ln w="10648">
            <a:solidFill>
              <a:srgbClr val="000000"/>
            </a:solidFill>
          </a:ln>
        </p:spPr>
        <p:txBody>
          <a:bodyPr vert="horz" wrap="square" lIns="0" tIns="23495" rIns="0" bIns="0" rtlCol="0">
            <a:spAutoFit/>
          </a:bodyPr>
          <a:lstStyle/>
          <a:p>
            <a:pPr marL="348615">
              <a:lnSpc>
                <a:spcPct val="100000"/>
              </a:lnSpc>
              <a:spcBef>
                <a:spcPts val="185"/>
              </a:spcBef>
            </a:pPr>
            <a:r>
              <a:rPr sz="1250" b="1" spc="70" dirty="0">
                <a:latin typeface="Arial"/>
                <a:cs typeface="Arial"/>
              </a:rPr>
              <a:t>Kanten</a:t>
            </a:r>
            <a:endParaRPr sz="12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557383" y="2943515"/>
            <a:ext cx="1279525" cy="683895"/>
          </a:xfrm>
          <a:prstGeom prst="rect">
            <a:avLst/>
          </a:prstGeom>
          <a:ln w="10652">
            <a:solidFill>
              <a:srgbClr val="000000"/>
            </a:solidFill>
          </a:ln>
        </p:spPr>
        <p:txBody>
          <a:bodyPr vert="horz" wrap="square" lIns="0" tIns="234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85"/>
              </a:spcBef>
            </a:pPr>
            <a:r>
              <a:rPr sz="1250" spc="60" dirty="0">
                <a:latin typeface="Arial"/>
                <a:cs typeface="Arial"/>
              </a:rPr>
              <a:t>+rotieren()</a:t>
            </a:r>
            <a:endParaRPr sz="1250">
              <a:latin typeface="Arial"/>
              <a:cs typeface="Arial"/>
            </a:endParaRPr>
          </a:p>
          <a:p>
            <a:pPr marR="1905" algn="ctr">
              <a:lnSpc>
                <a:spcPct val="100000"/>
              </a:lnSpc>
              <a:spcBef>
                <a:spcPts val="190"/>
              </a:spcBef>
            </a:pPr>
            <a:r>
              <a:rPr sz="1250" spc="70" dirty="0">
                <a:latin typeface="Arial"/>
                <a:cs typeface="Arial"/>
              </a:rPr>
              <a:t>+verschieben()</a:t>
            </a:r>
            <a:endParaRPr sz="1250">
              <a:latin typeface="Arial"/>
              <a:cs typeface="Arial"/>
            </a:endParaRPr>
          </a:p>
          <a:p>
            <a:pPr marR="4445" algn="ctr">
              <a:lnSpc>
                <a:spcPct val="100000"/>
              </a:lnSpc>
              <a:spcBef>
                <a:spcPts val="190"/>
              </a:spcBef>
            </a:pPr>
            <a:r>
              <a:rPr sz="1250" spc="65" dirty="0">
                <a:latin typeface="Arial"/>
                <a:cs typeface="Arial"/>
              </a:rPr>
              <a:t>+skalieren()</a:t>
            </a:r>
            <a:endParaRPr sz="12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557383" y="2256549"/>
            <a:ext cx="1279525" cy="687070"/>
          </a:xfrm>
          <a:prstGeom prst="rect">
            <a:avLst/>
          </a:prstGeom>
          <a:ln w="10652">
            <a:solidFill>
              <a:srgbClr val="000000"/>
            </a:solidFill>
          </a:ln>
        </p:spPr>
        <p:txBody>
          <a:bodyPr vert="horz" wrap="square" lIns="0" tIns="23495" rIns="0" bIns="0" rtlCol="0">
            <a:spAutoFit/>
          </a:bodyPr>
          <a:lstStyle/>
          <a:p>
            <a:pPr marL="281305">
              <a:lnSpc>
                <a:spcPct val="100000"/>
              </a:lnSpc>
              <a:spcBef>
                <a:spcPts val="185"/>
              </a:spcBef>
            </a:pPr>
            <a:r>
              <a:rPr sz="1250" spc="45" dirty="0">
                <a:latin typeface="Arial"/>
                <a:cs typeface="Arial"/>
              </a:rPr>
              <a:t>+X </a:t>
            </a:r>
            <a:r>
              <a:rPr sz="1250" spc="5" dirty="0">
                <a:latin typeface="Arial"/>
                <a:cs typeface="Arial"/>
              </a:rPr>
              <a:t>:</a:t>
            </a:r>
            <a:r>
              <a:rPr sz="1250" spc="65" dirty="0">
                <a:latin typeface="Arial"/>
                <a:cs typeface="Arial"/>
              </a:rPr>
              <a:t> </a:t>
            </a:r>
            <a:r>
              <a:rPr sz="1250" spc="55" dirty="0">
                <a:latin typeface="Arial"/>
                <a:cs typeface="Arial"/>
              </a:rPr>
              <a:t>float</a:t>
            </a:r>
            <a:endParaRPr sz="1250">
              <a:latin typeface="Arial"/>
              <a:cs typeface="Arial"/>
            </a:endParaRPr>
          </a:p>
          <a:p>
            <a:pPr marL="281305">
              <a:lnSpc>
                <a:spcPct val="100000"/>
              </a:lnSpc>
              <a:spcBef>
                <a:spcPts val="190"/>
              </a:spcBef>
            </a:pPr>
            <a:r>
              <a:rPr sz="1250" spc="45" dirty="0">
                <a:latin typeface="Arial"/>
                <a:cs typeface="Arial"/>
              </a:rPr>
              <a:t>+Y </a:t>
            </a:r>
            <a:r>
              <a:rPr sz="1250" spc="5" dirty="0">
                <a:latin typeface="Arial"/>
                <a:cs typeface="Arial"/>
              </a:rPr>
              <a:t>:</a:t>
            </a:r>
            <a:r>
              <a:rPr sz="1250" spc="65" dirty="0">
                <a:latin typeface="Arial"/>
                <a:cs typeface="Arial"/>
              </a:rPr>
              <a:t> </a:t>
            </a:r>
            <a:r>
              <a:rPr sz="1250" spc="55" dirty="0">
                <a:latin typeface="Arial"/>
                <a:cs typeface="Arial"/>
              </a:rPr>
              <a:t>float</a:t>
            </a:r>
            <a:endParaRPr sz="1250">
              <a:latin typeface="Arial"/>
              <a:cs typeface="Arial"/>
            </a:endParaRPr>
          </a:p>
          <a:p>
            <a:pPr marL="284480">
              <a:lnSpc>
                <a:spcPct val="100000"/>
              </a:lnSpc>
              <a:spcBef>
                <a:spcPts val="190"/>
              </a:spcBef>
            </a:pPr>
            <a:r>
              <a:rPr sz="1250" spc="45" dirty="0">
                <a:latin typeface="Arial"/>
                <a:cs typeface="Arial"/>
              </a:rPr>
              <a:t>+Z </a:t>
            </a:r>
            <a:r>
              <a:rPr sz="1250" spc="5" dirty="0">
                <a:latin typeface="Arial"/>
                <a:cs typeface="Arial"/>
              </a:rPr>
              <a:t>:</a:t>
            </a:r>
            <a:r>
              <a:rPr sz="1250" spc="80" dirty="0">
                <a:latin typeface="Arial"/>
                <a:cs typeface="Arial"/>
              </a:rPr>
              <a:t> </a:t>
            </a:r>
            <a:r>
              <a:rPr sz="1250" spc="55" dirty="0">
                <a:latin typeface="Arial"/>
                <a:cs typeface="Arial"/>
              </a:rPr>
              <a:t>float</a:t>
            </a:r>
            <a:endParaRPr sz="12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557383" y="1998754"/>
            <a:ext cx="1279525" cy="257810"/>
          </a:xfrm>
          <a:prstGeom prst="rect">
            <a:avLst/>
          </a:prstGeom>
          <a:ln w="10648">
            <a:solidFill>
              <a:srgbClr val="000000"/>
            </a:solidFill>
          </a:ln>
        </p:spPr>
        <p:txBody>
          <a:bodyPr vert="horz" wrap="square" lIns="0" tIns="23495" rIns="0" bIns="0" rtlCol="0">
            <a:spAutoFit/>
          </a:bodyPr>
          <a:lstStyle/>
          <a:p>
            <a:pPr marL="341630">
              <a:lnSpc>
                <a:spcPct val="100000"/>
              </a:lnSpc>
              <a:spcBef>
                <a:spcPts val="185"/>
              </a:spcBef>
            </a:pPr>
            <a:r>
              <a:rPr sz="1250" b="1" spc="65" dirty="0">
                <a:latin typeface="Arial"/>
                <a:cs typeface="Arial"/>
              </a:rPr>
              <a:t>Punkte</a:t>
            </a:r>
            <a:endParaRPr sz="12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461946" y="2961010"/>
            <a:ext cx="60325" cy="120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35"/>
              </a:lnSpc>
            </a:pPr>
            <a:r>
              <a:rPr sz="850" spc="-5" dirty="0">
                <a:latin typeface="Arial"/>
                <a:cs typeface="Arial"/>
              </a:rPr>
              <a:t>1</a:t>
            </a:r>
            <a:endParaRPr sz="8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778617" y="2961010"/>
            <a:ext cx="169545" cy="120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35"/>
              </a:lnSpc>
            </a:pPr>
            <a:r>
              <a:rPr sz="850" spc="25" dirty="0">
                <a:latin typeface="Arial"/>
                <a:cs typeface="Arial"/>
              </a:rPr>
              <a:t>1</a:t>
            </a:r>
            <a:r>
              <a:rPr sz="850" spc="10" dirty="0">
                <a:latin typeface="Arial"/>
                <a:cs typeface="Arial"/>
              </a:rPr>
              <a:t>..</a:t>
            </a:r>
            <a:r>
              <a:rPr sz="850" spc="-5" dirty="0">
                <a:latin typeface="Arial"/>
                <a:cs typeface="Arial"/>
              </a:rPr>
              <a:t>*</a:t>
            </a:r>
            <a:endParaRPr sz="85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468910" y="2814631"/>
            <a:ext cx="645160" cy="0"/>
          </a:xfrm>
          <a:custGeom>
            <a:avLst/>
            <a:gdLst/>
            <a:ahLst/>
            <a:cxnLst/>
            <a:rect l="l" t="t" r="r" b="b"/>
            <a:pathLst>
              <a:path w="645160">
                <a:moveTo>
                  <a:pt x="0" y="0"/>
                </a:moveTo>
                <a:lnTo>
                  <a:pt x="644900" y="0"/>
                </a:lnTo>
              </a:path>
            </a:pathLst>
          </a:custGeom>
          <a:ln w="69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296283" y="2755705"/>
            <a:ext cx="177954" cy="1178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798969" y="2961010"/>
            <a:ext cx="41910" cy="120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35"/>
              </a:lnSpc>
            </a:pPr>
            <a:r>
              <a:rPr sz="850" spc="-5" dirty="0">
                <a:latin typeface="Arial"/>
                <a:cs typeface="Arial"/>
              </a:rPr>
              <a:t>*</a:t>
            </a:r>
            <a:endParaRPr sz="8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920877" y="2961010"/>
            <a:ext cx="41910" cy="120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35"/>
              </a:lnSpc>
            </a:pPr>
            <a:r>
              <a:rPr sz="850" spc="-5" dirty="0">
                <a:latin typeface="Arial"/>
                <a:cs typeface="Arial"/>
              </a:rPr>
              <a:t>*</a:t>
            </a:r>
            <a:endParaRPr sz="85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784595" y="2814631"/>
            <a:ext cx="1364615" cy="0"/>
          </a:xfrm>
          <a:custGeom>
            <a:avLst/>
            <a:gdLst/>
            <a:ahLst/>
            <a:cxnLst/>
            <a:rect l="l" t="t" r="r" b="b"/>
            <a:pathLst>
              <a:path w="1364614">
                <a:moveTo>
                  <a:pt x="0" y="0"/>
                </a:moveTo>
                <a:lnTo>
                  <a:pt x="32007" y="0"/>
                </a:lnTo>
                <a:lnTo>
                  <a:pt x="1364486" y="0"/>
                </a:lnTo>
              </a:path>
            </a:pathLst>
          </a:custGeom>
          <a:ln w="69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611968" y="2759373"/>
            <a:ext cx="177953" cy="1105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7616704" y="2961010"/>
            <a:ext cx="41910" cy="120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35"/>
              </a:lnSpc>
            </a:pPr>
            <a:r>
              <a:rPr sz="850" spc="-5" dirty="0">
                <a:latin typeface="Arial"/>
                <a:cs typeface="Arial"/>
              </a:rPr>
              <a:t>*</a:t>
            </a:r>
            <a:endParaRPr sz="8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343700" y="2961010"/>
            <a:ext cx="41910" cy="120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35"/>
              </a:lnSpc>
            </a:pPr>
            <a:r>
              <a:rPr sz="850" spc="-5" dirty="0">
                <a:latin typeface="Arial"/>
                <a:cs typeface="Arial"/>
              </a:rPr>
              <a:t>*</a:t>
            </a:r>
            <a:endParaRPr sz="85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616705" y="2814631"/>
            <a:ext cx="941069" cy="0"/>
          </a:xfrm>
          <a:custGeom>
            <a:avLst/>
            <a:gdLst/>
            <a:ahLst/>
            <a:cxnLst/>
            <a:rect l="l" t="t" r="r" b="b"/>
            <a:pathLst>
              <a:path w="941070">
                <a:moveTo>
                  <a:pt x="0" y="0"/>
                </a:moveTo>
                <a:lnTo>
                  <a:pt x="32007" y="0"/>
                </a:lnTo>
                <a:lnTo>
                  <a:pt x="940677" y="0"/>
                </a:lnTo>
              </a:path>
            </a:pathLst>
          </a:custGeom>
          <a:ln w="69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444078" y="2759373"/>
            <a:ext cx="177953" cy="11053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2473844" y="2515547"/>
            <a:ext cx="427990" cy="2190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spc="105" dirty="0">
                <a:latin typeface="Arial"/>
                <a:cs typeface="Arial"/>
              </a:rPr>
              <a:t>H</a:t>
            </a:r>
            <a:r>
              <a:rPr sz="1250" spc="85" dirty="0">
                <a:latin typeface="Arial"/>
                <a:cs typeface="Arial"/>
              </a:rPr>
              <a:t>ü</a:t>
            </a:r>
            <a:r>
              <a:rPr sz="1250" spc="50" dirty="0">
                <a:latin typeface="Arial"/>
                <a:cs typeface="Arial"/>
              </a:rPr>
              <a:t>ll</a:t>
            </a:r>
            <a:r>
              <a:rPr sz="1250" spc="10" dirty="0">
                <a:latin typeface="Arial"/>
                <a:cs typeface="Arial"/>
              </a:rPr>
              <a:t>e</a:t>
            </a:r>
            <a:endParaRPr sz="12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867919" y="2515547"/>
            <a:ext cx="979169" cy="2190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spc="85" dirty="0">
                <a:latin typeface="Arial"/>
                <a:cs typeface="Arial"/>
              </a:rPr>
              <a:t>Beg</a:t>
            </a:r>
            <a:r>
              <a:rPr sz="1250" spc="55" dirty="0">
                <a:latin typeface="Arial"/>
                <a:cs typeface="Arial"/>
              </a:rPr>
              <a:t>r</a:t>
            </a:r>
            <a:r>
              <a:rPr sz="1250" spc="85" dirty="0">
                <a:latin typeface="Arial"/>
                <a:cs typeface="Arial"/>
              </a:rPr>
              <a:t>en</a:t>
            </a:r>
            <a:r>
              <a:rPr sz="1250" spc="70" dirty="0">
                <a:latin typeface="Arial"/>
                <a:cs typeface="Arial"/>
              </a:rPr>
              <a:t>z</a:t>
            </a:r>
            <a:r>
              <a:rPr sz="1250" spc="85" dirty="0">
                <a:latin typeface="Arial"/>
                <a:cs typeface="Arial"/>
              </a:rPr>
              <a:t>un</a:t>
            </a:r>
            <a:r>
              <a:rPr sz="1250" spc="10" dirty="0">
                <a:latin typeface="Arial"/>
                <a:cs typeface="Arial"/>
              </a:rPr>
              <a:t>g</a:t>
            </a:r>
            <a:endParaRPr sz="125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707636" y="2954160"/>
            <a:ext cx="391795" cy="125730"/>
          </a:xfrm>
          <a:custGeom>
            <a:avLst/>
            <a:gdLst/>
            <a:ahLst/>
            <a:cxnLst/>
            <a:rect l="l" t="t" r="r" b="b"/>
            <a:pathLst>
              <a:path w="391794" h="125730">
                <a:moveTo>
                  <a:pt x="0" y="125202"/>
                </a:moveTo>
                <a:lnTo>
                  <a:pt x="391771" y="125202"/>
                </a:lnTo>
                <a:lnTo>
                  <a:pt x="391771" y="0"/>
                </a:lnTo>
                <a:lnTo>
                  <a:pt x="0" y="0"/>
                </a:lnTo>
                <a:lnTo>
                  <a:pt x="0" y="1252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627964" y="2932863"/>
            <a:ext cx="381635" cy="125730"/>
          </a:xfrm>
          <a:custGeom>
            <a:avLst/>
            <a:gdLst/>
            <a:ahLst/>
            <a:cxnLst/>
            <a:rect l="l" t="t" r="r" b="b"/>
            <a:pathLst>
              <a:path w="381635" h="125730">
                <a:moveTo>
                  <a:pt x="0" y="125201"/>
                </a:moveTo>
                <a:lnTo>
                  <a:pt x="381101" y="125201"/>
                </a:lnTo>
                <a:lnTo>
                  <a:pt x="381101" y="0"/>
                </a:lnTo>
                <a:lnTo>
                  <a:pt x="0" y="0"/>
                </a:lnTo>
                <a:lnTo>
                  <a:pt x="0" y="12520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4757522" y="2876844"/>
            <a:ext cx="115570" cy="2190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spc="10" dirty="0">
                <a:latin typeface="Arial"/>
                <a:cs typeface="Arial"/>
              </a:rPr>
              <a:t>2</a:t>
            </a:r>
            <a:endParaRPr sz="125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682596" y="2932863"/>
            <a:ext cx="441959" cy="125730"/>
          </a:xfrm>
          <a:custGeom>
            <a:avLst/>
            <a:gdLst/>
            <a:ahLst/>
            <a:cxnLst/>
            <a:rect l="l" t="t" r="r" b="b"/>
            <a:pathLst>
              <a:path w="441960" h="125730">
                <a:moveTo>
                  <a:pt x="0" y="125201"/>
                </a:moveTo>
                <a:lnTo>
                  <a:pt x="441427" y="125201"/>
                </a:lnTo>
                <a:lnTo>
                  <a:pt x="441427" y="0"/>
                </a:lnTo>
                <a:lnTo>
                  <a:pt x="0" y="0"/>
                </a:lnTo>
                <a:lnTo>
                  <a:pt x="0" y="12520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5755250" y="2876844"/>
            <a:ext cx="287655" cy="2190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spc="85" dirty="0">
                <a:latin typeface="Arial"/>
                <a:cs typeface="Arial"/>
              </a:rPr>
              <a:t>3</a:t>
            </a:r>
            <a:r>
              <a:rPr sz="1250" spc="40" dirty="0">
                <a:latin typeface="Arial"/>
                <a:cs typeface="Arial"/>
              </a:rPr>
              <a:t>..</a:t>
            </a:r>
            <a:r>
              <a:rPr sz="1250" spc="5" dirty="0">
                <a:latin typeface="Arial"/>
                <a:cs typeface="Arial"/>
              </a:rPr>
              <a:t>*</a:t>
            </a:r>
            <a:endParaRPr sz="125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470743" y="2932863"/>
            <a:ext cx="441959" cy="125730"/>
          </a:xfrm>
          <a:custGeom>
            <a:avLst/>
            <a:gdLst/>
            <a:ahLst/>
            <a:cxnLst/>
            <a:rect l="l" t="t" r="r" b="b"/>
            <a:pathLst>
              <a:path w="441959" h="125730">
                <a:moveTo>
                  <a:pt x="0" y="125201"/>
                </a:moveTo>
                <a:lnTo>
                  <a:pt x="441798" y="125201"/>
                </a:lnTo>
                <a:lnTo>
                  <a:pt x="441798" y="0"/>
                </a:lnTo>
                <a:lnTo>
                  <a:pt x="0" y="0"/>
                </a:lnTo>
                <a:lnTo>
                  <a:pt x="0" y="12520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269015" y="2932863"/>
            <a:ext cx="210185" cy="125730"/>
          </a:xfrm>
          <a:custGeom>
            <a:avLst/>
            <a:gdLst/>
            <a:ahLst/>
            <a:cxnLst/>
            <a:rect l="l" t="t" r="r" b="b"/>
            <a:pathLst>
              <a:path w="210184" h="125730">
                <a:moveTo>
                  <a:pt x="0" y="125201"/>
                </a:moveTo>
                <a:lnTo>
                  <a:pt x="210052" y="125201"/>
                </a:lnTo>
                <a:lnTo>
                  <a:pt x="210052" y="0"/>
                </a:lnTo>
                <a:lnTo>
                  <a:pt x="0" y="0"/>
                </a:lnTo>
                <a:lnTo>
                  <a:pt x="0" y="12520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7543693" y="2515547"/>
            <a:ext cx="951865" cy="5803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120"/>
              </a:spcBef>
            </a:pPr>
            <a:r>
              <a:rPr sz="1250" spc="85" dirty="0">
                <a:latin typeface="Arial"/>
                <a:cs typeface="Arial"/>
              </a:rPr>
              <a:t>S</a:t>
            </a:r>
            <a:r>
              <a:rPr sz="1250" spc="40" dirty="0">
                <a:latin typeface="Arial"/>
                <a:cs typeface="Arial"/>
              </a:rPr>
              <a:t>t</a:t>
            </a:r>
            <a:r>
              <a:rPr sz="1250" spc="85" dirty="0">
                <a:latin typeface="Arial"/>
                <a:cs typeface="Arial"/>
              </a:rPr>
              <a:t>a</a:t>
            </a:r>
            <a:r>
              <a:rPr sz="1250" spc="55" dirty="0">
                <a:latin typeface="Arial"/>
                <a:cs typeface="Arial"/>
              </a:rPr>
              <a:t>r</a:t>
            </a:r>
            <a:r>
              <a:rPr sz="1250" spc="40" dirty="0">
                <a:latin typeface="Arial"/>
                <a:cs typeface="Arial"/>
              </a:rPr>
              <a:t>t</a:t>
            </a:r>
            <a:r>
              <a:rPr sz="1250" spc="85" dirty="0">
                <a:latin typeface="Arial"/>
                <a:cs typeface="Arial"/>
              </a:rPr>
              <a:t>End</a:t>
            </a:r>
            <a:r>
              <a:rPr sz="1250" spc="10" dirty="0">
                <a:latin typeface="Arial"/>
                <a:cs typeface="Arial"/>
              </a:rPr>
              <a:t>e</a:t>
            </a:r>
            <a:endParaRPr sz="12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785495" algn="l"/>
              </a:tabLst>
            </a:pPr>
            <a:r>
              <a:rPr sz="1250" spc="40" dirty="0">
                <a:latin typeface="Arial"/>
                <a:cs typeface="Arial"/>
              </a:rPr>
              <a:t>3..*	</a:t>
            </a:r>
            <a:r>
              <a:rPr sz="1250" spc="10" dirty="0">
                <a:latin typeface="Arial"/>
                <a:cs typeface="Arial"/>
              </a:rPr>
              <a:t>2</a:t>
            </a:r>
            <a:endParaRPr sz="125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376295" y="2954160"/>
            <a:ext cx="196215" cy="125730"/>
          </a:xfrm>
          <a:custGeom>
            <a:avLst/>
            <a:gdLst/>
            <a:ahLst/>
            <a:cxnLst/>
            <a:rect l="l" t="t" r="r" b="b"/>
            <a:pathLst>
              <a:path w="196214" h="125730">
                <a:moveTo>
                  <a:pt x="0" y="125202"/>
                </a:moveTo>
                <a:lnTo>
                  <a:pt x="196063" y="125202"/>
                </a:lnTo>
                <a:lnTo>
                  <a:pt x="196063" y="0"/>
                </a:lnTo>
                <a:lnTo>
                  <a:pt x="0" y="0"/>
                </a:lnTo>
                <a:lnTo>
                  <a:pt x="0" y="1252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2424202" y="2894829"/>
            <a:ext cx="622300" cy="2190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47345" algn="l"/>
              </a:tabLst>
            </a:pPr>
            <a:r>
              <a:rPr sz="1250" spc="10" dirty="0">
                <a:latin typeface="Arial"/>
                <a:cs typeface="Arial"/>
              </a:rPr>
              <a:t>1	</a:t>
            </a:r>
            <a:r>
              <a:rPr sz="1250" spc="85" dirty="0">
                <a:latin typeface="Arial"/>
                <a:cs typeface="Arial"/>
              </a:rPr>
              <a:t>4</a:t>
            </a:r>
            <a:r>
              <a:rPr sz="1250" spc="40" dirty="0">
                <a:latin typeface="Arial"/>
                <a:cs typeface="Arial"/>
              </a:rPr>
              <a:t>..</a:t>
            </a:r>
            <a:r>
              <a:rPr sz="1250" spc="5" dirty="0">
                <a:latin typeface="Arial"/>
                <a:cs typeface="Arial"/>
              </a:rPr>
              <a:t>*</a:t>
            </a:r>
            <a:endParaRPr sz="125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306487" y="3930535"/>
            <a:ext cx="2590800" cy="2743200"/>
          </a:xfrm>
          <a:custGeom>
            <a:avLst/>
            <a:gdLst/>
            <a:ahLst/>
            <a:cxnLst/>
            <a:rect l="l" t="t" r="r" b="b"/>
            <a:pathLst>
              <a:path w="2590800" h="2743200">
                <a:moveTo>
                  <a:pt x="1295399" y="0"/>
                </a:moveTo>
                <a:lnTo>
                  <a:pt x="0" y="2743198"/>
                </a:lnTo>
                <a:lnTo>
                  <a:pt x="2590800" y="2743198"/>
                </a:lnTo>
                <a:lnTo>
                  <a:pt x="12953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306487" y="3930535"/>
            <a:ext cx="2590800" cy="2743200"/>
          </a:xfrm>
          <a:custGeom>
            <a:avLst/>
            <a:gdLst/>
            <a:ahLst/>
            <a:cxnLst/>
            <a:rect l="l" t="t" r="r" b="b"/>
            <a:pathLst>
              <a:path w="2590800" h="2743200">
                <a:moveTo>
                  <a:pt x="0" y="2743197"/>
                </a:moveTo>
                <a:lnTo>
                  <a:pt x="1295399" y="0"/>
                </a:lnTo>
                <a:lnTo>
                  <a:pt x="2590798" y="2743197"/>
                </a:lnTo>
                <a:lnTo>
                  <a:pt x="0" y="2743197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601887" y="4006735"/>
            <a:ext cx="0" cy="2057400"/>
          </a:xfrm>
          <a:custGeom>
            <a:avLst/>
            <a:gdLst/>
            <a:ahLst/>
            <a:cxnLst/>
            <a:rect l="l" t="t" r="r" b="b"/>
            <a:pathLst>
              <a:path h="2057400">
                <a:moveTo>
                  <a:pt x="0" y="0"/>
                </a:moveTo>
                <a:lnTo>
                  <a:pt x="0" y="2057398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306487" y="6064135"/>
            <a:ext cx="2590800" cy="609600"/>
          </a:xfrm>
          <a:custGeom>
            <a:avLst/>
            <a:gdLst/>
            <a:ahLst/>
            <a:cxnLst/>
            <a:rect l="l" t="t" r="r" b="b"/>
            <a:pathLst>
              <a:path w="2590800" h="609600">
                <a:moveTo>
                  <a:pt x="1295399" y="0"/>
                </a:moveTo>
                <a:lnTo>
                  <a:pt x="0" y="609598"/>
                </a:lnTo>
                <a:lnTo>
                  <a:pt x="2590800" y="609598"/>
                </a:lnTo>
                <a:lnTo>
                  <a:pt x="12953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306487" y="6064135"/>
            <a:ext cx="2590800" cy="609600"/>
          </a:xfrm>
          <a:custGeom>
            <a:avLst/>
            <a:gdLst/>
            <a:ahLst/>
            <a:cxnLst/>
            <a:rect l="l" t="t" r="r" b="b"/>
            <a:pathLst>
              <a:path w="2590800" h="609600">
                <a:moveTo>
                  <a:pt x="0" y="609599"/>
                </a:moveTo>
                <a:lnTo>
                  <a:pt x="1295399" y="0"/>
                </a:lnTo>
                <a:lnTo>
                  <a:pt x="2590798" y="609599"/>
                </a:lnTo>
                <a:lnTo>
                  <a:pt x="0" y="60959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2">
            <a:extLst>
              <a:ext uri="{FF2B5EF4-FFF2-40B4-BE49-F238E27FC236}">
                <a16:creationId xmlns:a16="http://schemas.microsoft.com/office/drawing/2014/main" id="{9EC3834D-75DF-DF34-F232-12387D0EF45C}"/>
              </a:ext>
            </a:extLst>
          </p:cNvPr>
          <p:cNvSpPr txBox="1">
            <a:spLocks/>
          </p:cNvSpPr>
          <p:nvPr/>
        </p:nvSpPr>
        <p:spPr>
          <a:xfrm>
            <a:off x="1004223" y="682965"/>
            <a:ext cx="6908479" cy="540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pc="-5" dirty="0" err="1"/>
              <a:t>Begrenzungsflächenmodellierung</a:t>
            </a:r>
            <a:r>
              <a:rPr lang="en-GB" spc="-5" dirty="0"/>
              <a:t> von </a:t>
            </a:r>
            <a:r>
              <a:rPr lang="en-GB" spc="-5" dirty="0" err="1"/>
              <a:t>Polyedern</a:t>
            </a:r>
            <a:r>
              <a:rPr lang="en-GB" spc="-5" dirty="0"/>
              <a:t> in UML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144687" y="1968385"/>
            <a:ext cx="1524000" cy="668655"/>
          </a:xfrm>
          <a:custGeom>
            <a:avLst/>
            <a:gdLst/>
            <a:ahLst/>
            <a:cxnLst/>
            <a:rect l="l" t="t" r="r" b="b"/>
            <a:pathLst>
              <a:path w="1524000" h="668655">
                <a:moveTo>
                  <a:pt x="762000" y="0"/>
                </a:moveTo>
                <a:lnTo>
                  <a:pt x="0" y="334175"/>
                </a:lnTo>
                <a:lnTo>
                  <a:pt x="762000" y="668337"/>
                </a:lnTo>
                <a:lnTo>
                  <a:pt x="1524000" y="334175"/>
                </a:lnTo>
                <a:lnTo>
                  <a:pt x="762000" y="0"/>
                </a:lnTo>
                <a:close/>
              </a:path>
            </a:pathLst>
          </a:custGeom>
          <a:solidFill>
            <a:srgbClr val="73F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144687" y="1968385"/>
            <a:ext cx="1524000" cy="668655"/>
          </a:xfrm>
          <a:custGeom>
            <a:avLst/>
            <a:gdLst/>
            <a:ahLst/>
            <a:cxnLst/>
            <a:rect l="l" t="t" r="r" b="b"/>
            <a:pathLst>
              <a:path w="1524000" h="668655">
                <a:moveTo>
                  <a:pt x="0" y="334168"/>
                </a:moveTo>
                <a:lnTo>
                  <a:pt x="761999" y="0"/>
                </a:lnTo>
                <a:lnTo>
                  <a:pt x="1523998" y="334168"/>
                </a:lnTo>
                <a:lnTo>
                  <a:pt x="761999" y="668337"/>
                </a:lnTo>
                <a:lnTo>
                  <a:pt x="0" y="334168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553627" y="2106980"/>
            <a:ext cx="702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Hü</a:t>
            </a:r>
            <a:r>
              <a:rPr sz="2400" spc="-5" dirty="0">
                <a:latin typeface="Times New Roman"/>
                <a:cs typeface="Times New Roman"/>
              </a:rPr>
              <a:t>ll</a:t>
            </a:r>
            <a:r>
              <a:rPr sz="2400" dirty="0"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44687" y="2954223"/>
            <a:ext cx="1600200" cy="446405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319405">
              <a:lnSpc>
                <a:spcPct val="100000"/>
              </a:lnSpc>
              <a:spcBef>
                <a:spcPts val="315"/>
              </a:spcBef>
            </a:pPr>
            <a:r>
              <a:rPr sz="2400" spc="-5" dirty="0">
                <a:latin typeface="Times New Roman"/>
                <a:cs typeface="Times New Roman"/>
              </a:rPr>
              <a:t>Flächen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916087" y="3595573"/>
            <a:ext cx="1981200" cy="668655"/>
          </a:xfrm>
          <a:custGeom>
            <a:avLst/>
            <a:gdLst/>
            <a:ahLst/>
            <a:cxnLst/>
            <a:rect l="l" t="t" r="r" b="b"/>
            <a:pathLst>
              <a:path w="1981200" h="668654">
                <a:moveTo>
                  <a:pt x="990600" y="0"/>
                </a:moveTo>
                <a:lnTo>
                  <a:pt x="0" y="334175"/>
                </a:lnTo>
                <a:lnTo>
                  <a:pt x="990600" y="668337"/>
                </a:lnTo>
                <a:lnTo>
                  <a:pt x="1981200" y="334175"/>
                </a:lnTo>
                <a:lnTo>
                  <a:pt x="990600" y="0"/>
                </a:lnTo>
                <a:close/>
              </a:path>
            </a:pathLst>
          </a:custGeom>
          <a:solidFill>
            <a:srgbClr val="73F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16087" y="3595573"/>
            <a:ext cx="1981200" cy="668655"/>
          </a:xfrm>
          <a:custGeom>
            <a:avLst/>
            <a:gdLst/>
            <a:ahLst/>
            <a:cxnLst/>
            <a:rect l="l" t="t" r="r" b="b"/>
            <a:pathLst>
              <a:path w="1981200" h="668654">
                <a:moveTo>
                  <a:pt x="0" y="334168"/>
                </a:moveTo>
                <a:lnTo>
                  <a:pt x="990599" y="0"/>
                </a:lnTo>
                <a:lnTo>
                  <a:pt x="1981198" y="334168"/>
                </a:lnTo>
                <a:lnTo>
                  <a:pt x="990599" y="668336"/>
                </a:lnTo>
                <a:lnTo>
                  <a:pt x="0" y="334168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274227" y="3764635"/>
            <a:ext cx="125285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Times New Roman"/>
                <a:cs typeface="Times New Roman"/>
              </a:rPr>
              <a:t>Begrenzung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44687" y="4644910"/>
            <a:ext cx="1600200" cy="446405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357505">
              <a:lnSpc>
                <a:spcPct val="100000"/>
              </a:lnSpc>
              <a:spcBef>
                <a:spcPts val="315"/>
              </a:spcBef>
            </a:pPr>
            <a:r>
              <a:rPr sz="2400" spc="-5" dirty="0">
                <a:latin typeface="Times New Roman"/>
                <a:cs typeface="Times New Roman"/>
              </a:rPr>
              <a:t>Kanten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068487" y="5349760"/>
            <a:ext cx="1676400" cy="668655"/>
          </a:xfrm>
          <a:custGeom>
            <a:avLst/>
            <a:gdLst/>
            <a:ahLst/>
            <a:cxnLst/>
            <a:rect l="l" t="t" r="r" b="b"/>
            <a:pathLst>
              <a:path w="1676400" h="668654">
                <a:moveTo>
                  <a:pt x="838200" y="0"/>
                </a:moveTo>
                <a:lnTo>
                  <a:pt x="0" y="334162"/>
                </a:lnTo>
                <a:lnTo>
                  <a:pt x="838200" y="668337"/>
                </a:lnTo>
                <a:lnTo>
                  <a:pt x="1676400" y="334162"/>
                </a:lnTo>
                <a:lnTo>
                  <a:pt x="838200" y="0"/>
                </a:lnTo>
                <a:close/>
              </a:path>
            </a:pathLst>
          </a:custGeom>
          <a:solidFill>
            <a:srgbClr val="73F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068487" y="5349760"/>
            <a:ext cx="1676400" cy="668655"/>
          </a:xfrm>
          <a:custGeom>
            <a:avLst/>
            <a:gdLst/>
            <a:ahLst/>
            <a:cxnLst/>
            <a:rect l="l" t="t" r="r" b="b"/>
            <a:pathLst>
              <a:path w="1676400" h="668654">
                <a:moveTo>
                  <a:pt x="0" y="334168"/>
                </a:moveTo>
                <a:lnTo>
                  <a:pt x="838199" y="0"/>
                </a:lnTo>
                <a:lnTo>
                  <a:pt x="1676398" y="334168"/>
                </a:lnTo>
                <a:lnTo>
                  <a:pt x="838199" y="668337"/>
                </a:lnTo>
                <a:lnTo>
                  <a:pt x="0" y="334168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388527" y="5518836"/>
            <a:ext cx="10274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Times New Roman"/>
                <a:cs typeface="Times New Roman"/>
              </a:rPr>
              <a:t>StartEnde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44687" y="6314959"/>
            <a:ext cx="1600200" cy="444500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39369" rIns="0" bIns="0" rtlCol="0">
            <a:spAutoFit/>
          </a:bodyPr>
          <a:lstStyle/>
          <a:p>
            <a:pPr marL="370205">
              <a:lnSpc>
                <a:spcPct val="100000"/>
              </a:lnSpc>
              <a:spcBef>
                <a:spcPts val="309"/>
              </a:spcBef>
            </a:pPr>
            <a:r>
              <a:rPr sz="2400" spc="-5" dirty="0">
                <a:latin typeface="Times New Roman"/>
                <a:cs typeface="Times New Roman"/>
              </a:rPr>
              <a:t>Punkte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811686" y="1263535"/>
            <a:ext cx="1752600" cy="440055"/>
          </a:xfrm>
          <a:custGeom>
            <a:avLst/>
            <a:gdLst/>
            <a:ahLst/>
            <a:cxnLst/>
            <a:rect l="l" t="t" r="r" b="b"/>
            <a:pathLst>
              <a:path w="1752600" h="440055">
                <a:moveTo>
                  <a:pt x="876300" y="0"/>
                </a:moveTo>
                <a:lnTo>
                  <a:pt x="804429" y="728"/>
                </a:lnTo>
                <a:lnTo>
                  <a:pt x="734158" y="2877"/>
                </a:lnTo>
                <a:lnTo>
                  <a:pt x="665713" y="6389"/>
                </a:lnTo>
                <a:lnTo>
                  <a:pt x="599319" y="11209"/>
                </a:lnTo>
                <a:lnTo>
                  <a:pt x="535202" y="17278"/>
                </a:lnTo>
                <a:lnTo>
                  <a:pt x="473587" y="24541"/>
                </a:lnTo>
                <a:lnTo>
                  <a:pt x="414700" y="32941"/>
                </a:lnTo>
                <a:lnTo>
                  <a:pt x="358766" y="42422"/>
                </a:lnTo>
                <a:lnTo>
                  <a:pt x="306011" y="52926"/>
                </a:lnTo>
                <a:lnTo>
                  <a:pt x="256660" y="64398"/>
                </a:lnTo>
                <a:lnTo>
                  <a:pt x="210939" y="76781"/>
                </a:lnTo>
                <a:lnTo>
                  <a:pt x="169073" y="90018"/>
                </a:lnTo>
                <a:lnTo>
                  <a:pt x="131288" y="104052"/>
                </a:lnTo>
                <a:lnTo>
                  <a:pt x="68863" y="134288"/>
                </a:lnTo>
                <a:lnTo>
                  <a:pt x="25467" y="167035"/>
                </a:lnTo>
                <a:lnTo>
                  <a:pt x="2904" y="201841"/>
                </a:lnTo>
                <a:lnTo>
                  <a:pt x="0" y="219875"/>
                </a:lnTo>
                <a:lnTo>
                  <a:pt x="2904" y="237906"/>
                </a:lnTo>
                <a:lnTo>
                  <a:pt x="25467" y="272709"/>
                </a:lnTo>
                <a:lnTo>
                  <a:pt x="68863" y="305454"/>
                </a:lnTo>
                <a:lnTo>
                  <a:pt x="131288" y="335688"/>
                </a:lnTo>
                <a:lnTo>
                  <a:pt x="169073" y="349722"/>
                </a:lnTo>
                <a:lnTo>
                  <a:pt x="210939" y="362958"/>
                </a:lnTo>
                <a:lnTo>
                  <a:pt x="256660" y="375340"/>
                </a:lnTo>
                <a:lnTo>
                  <a:pt x="306011" y="386812"/>
                </a:lnTo>
                <a:lnTo>
                  <a:pt x="358766" y="397316"/>
                </a:lnTo>
                <a:lnTo>
                  <a:pt x="414700" y="406796"/>
                </a:lnTo>
                <a:lnTo>
                  <a:pt x="473587" y="415196"/>
                </a:lnTo>
                <a:lnTo>
                  <a:pt x="535202" y="422459"/>
                </a:lnTo>
                <a:lnTo>
                  <a:pt x="599319" y="428528"/>
                </a:lnTo>
                <a:lnTo>
                  <a:pt x="665713" y="433347"/>
                </a:lnTo>
                <a:lnTo>
                  <a:pt x="734158" y="436859"/>
                </a:lnTo>
                <a:lnTo>
                  <a:pt x="804429" y="439008"/>
                </a:lnTo>
                <a:lnTo>
                  <a:pt x="876300" y="439737"/>
                </a:lnTo>
                <a:lnTo>
                  <a:pt x="948169" y="439008"/>
                </a:lnTo>
                <a:lnTo>
                  <a:pt x="1018438" y="436859"/>
                </a:lnTo>
                <a:lnTo>
                  <a:pt x="1086882" y="433347"/>
                </a:lnTo>
                <a:lnTo>
                  <a:pt x="1153275" y="428528"/>
                </a:lnTo>
                <a:lnTo>
                  <a:pt x="1217392" y="422459"/>
                </a:lnTo>
                <a:lnTo>
                  <a:pt x="1279006" y="415196"/>
                </a:lnTo>
                <a:lnTo>
                  <a:pt x="1337893" y="406796"/>
                </a:lnTo>
                <a:lnTo>
                  <a:pt x="1393827" y="397316"/>
                </a:lnTo>
                <a:lnTo>
                  <a:pt x="1446583" y="386812"/>
                </a:lnTo>
                <a:lnTo>
                  <a:pt x="1495934" y="375340"/>
                </a:lnTo>
                <a:lnTo>
                  <a:pt x="1541656" y="362958"/>
                </a:lnTo>
                <a:lnTo>
                  <a:pt x="1583522" y="349722"/>
                </a:lnTo>
                <a:lnTo>
                  <a:pt x="1621308" y="335688"/>
                </a:lnTo>
                <a:lnTo>
                  <a:pt x="1683734" y="305454"/>
                </a:lnTo>
                <a:lnTo>
                  <a:pt x="1727131" y="272709"/>
                </a:lnTo>
                <a:lnTo>
                  <a:pt x="1749695" y="237906"/>
                </a:lnTo>
                <a:lnTo>
                  <a:pt x="1752600" y="219875"/>
                </a:lnTo>
                <a:lnTo>
                  <a:pt x="1749695" y="201841"/>
                </a:lnTo>
                <a:lnTo>
                  <a:pt x="1727131" y="167035"/>
                </a:lnTo>
                <a:lnTo>
                  <a:pt x="1683734" y="134288"/>
                </a:lnTo>
                <a:lnTo>
                  <a:pt x="1621308" y="104052"/>
                </a:lnTo>
                <a:lnTo>
                  <a:pt x="1583522" y="90018"/>
                </a:lnTo>
                <a:lnTo>
                  <a:pt x="1541656" y="76781"/>
                </a:lnTo>
                <a:lnTo>
                  <a:pt x="1495934" y="64398"/>
                </a:lnTo>
                <a:lnTo>
                  <a:pt x="1446583" y="52926"/>
                </a:lnTo>
                <a:lnTo>
                  <a:pt x="1393827" y="42422"/>
                </a:lnTo>
                <a:lnTo>
                  <a:pt x="1337893" y="32941"/>
                </a:lnTo>
                <a:lnTo>
                  <a:pt x="1279006" y="24541"/>
                </a:lnTo>
                <a:lnTo>
                  <a:pt x="1217392" y="17278"/>
                </a:lnTo>
                <a:lnTo>
                  <a:pt x="1153275" y="11209"/>
                </a:lnTo>
                <a:lnTo>
                  <a:pt x="1086882" y="6389"/>
                </a:lnTo>
                <a:lnTo>
                  <a:pt x="1018438" y="2877"/>
                </a:lnTo>
                <a:lnTo>
                  <a:pt x="948169" y="728"/>
                </a:lnTo>
                <a:lnTo>
                  <a:pt x="876300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811686" y="1263536"/>
            <a:ext cx="1752600" cy="440055"/>
          </a:xfrm>
          <a:custGeom>
            <a:avLst/>
            <a:gdLst/>
            <a:ahLst/>
            <a:cxnLst/>
            <a:rect l="l" t="t" r="r" b="b"/>
            <a:pathLst>
              <a:path w="1752600" h="440055">
                <a:moveTo>
                  <a:pt x="0" y="219868"/>
                </a:moveTo>
                <a:lnTo>
                  <a:pt x="25467" y="167031"/>
                </a:lnTo>
                <a:lnTo>
                  <a:pt x="68863" y="134285"/>
                </a:lnTo>
                <a:lnTo>
                  <a:pt x="131289" y="104051"/>
                </a:lnTo>
                <a:lnTo>
                  <a:pt x="169074" y="90017"/>
                </a:lnTo>
                <a:lnTo>
                  <a:pt x="210940" y="76780"/>
                </a:lnTo>
                <a:lnTo>
                  <a:pt x="256661" y="64398"/>
                </a:lnTo>
                <a:lnTo>
                  <a:pt x="306012" y="52926"/>
                </a:lnTo>
                <a:lnTo>
                  <a:pt x="358768" y="42421"/>
                </a:lnTo>
                <a:lnTo>
                  <a:pt x="414702" y="32941"/>
                </a:lnTo>
                <a:lnTo>
                  <a:pt x="473589" y="24541"/>
                </a:lnTo>
                <a:lnTo>
                  <a:pt x="535203" y="17278"/>
                </a:lnTo>
                <a:lnTo>
                  <a:pt x="599320" y="11209"/>
                </a:lnTo>
                <a:lnTo>
                  <a:pt x="665714" y="6389"/>
                </a:lnTo>
                <a:lnTo>
                  <a:pt x="734159" y="2877"/>
                </a:lnTo>
                <a:lnTo>
                  <a:pt x="804429" y="728"/>
                </a:lnTo>
                <a:lnTo>
                  <a:pt x="876299" y="0"/>
                </a:lnTo>
                <a:lnTo>
                  <a:pt x="948170" y="728"/>
                </a:lnTo>
                <a:lnTo>
                  <a:pt x="1018440" y="2877"/>
                </a:lnTo>
                <a:lnTo>
                  <a:pt x="1086885" y="6389"/>
                </a:lnTo>
                <a:lnTo>
                  <a:pt x="1153279" y="11209"/>
                </a:lnTo>
                <a:lnTo>
                  <a:pt x="1217396" y="17278"/>
                </a:lnTo>
                <a:lnTo>
                  <a:pt x="1279010" y="24541"/>
                </a:lnTo>
                <a:lnTo>
                  <a:pt x="1337897" y="32941"/>
                </a:lnTo>
                <a:lnTo>
                  <a:pt x="1393831" y="42421"/>
                </a:lnTo>
                <a:lnTo>
                  <a:pt x="1446586" y="52926"/>
                </a:lnTo>
                <a:lnTo>
                  <a:pt x="1495937" y="64398"/>
                </a:lnTo>
                <a:lnTo>
                  <a:pt x="1541658" y="76780"/>
                </a:lnTo>
                <a:lnTo>
                  <a:pt x="1583524" y="90017"/>
                </a:lnTo>
                <a:lnTo>
                  <a:pt x="1621309" y="104051"/>
                </a:lnTo>
                <a:lnTo>
                  <a:pt x="1683735" y="134285"/>
                </a:lnTo>
                <a:lnTo>
                  <a:pt x="1727131" y="167031"/>
                </a:lnTo>
                <a:lnTo>
                  <a:pt x="1749694" y="201835"/>
                </a:lnTo>
                <a:lnTo>
                  <a:pt x="1752598" y="219868"/>
                </a:lnTo>
                <a:lnTo>
                  <a:pt x="1749694" y="237901"/>
                </a:lnTo>
                <a:lnTo>
                  <a:pt x="1727131" y="272705"/>
                </a:lnTo>
                <a:lnTo>
                  <a:pt x="1683735" y="305451"/>
                </a:lnTo>
                <a:lnTo>
                  <a:pt x="1621309" y="335686"/>
                </a:lnTo>
                <a:lnTo>
                  <a:pt x="1583524" y="349720"/>
                </a:lnTo>
                <a:lnTo>
                  <a:pt x="1541658" y="362957"/>
                </a:lnTo>
                <a:lnTo>
                  <a:pt x="1495937" y="375339"/>
                </a:lnTo>
                <a:lnTo>
                  <a:pt x="1446586" y="386811"/>
                </a:lnTo>
                <a:lnTo>
                  <a:pt x="1393831" y="397315"/>
                </a:lnTo>
                <a:lnTo>
                  <a:pt x="1337897" y="406796"/>
                </a:lnTo>
                <a:lnTo>
                  <a:pt x="1279010" y="415196"/>
                </a:lnTo>
                <a:lnTo>
                  <a:pt x="1217396" y="422459"/>
                </a:lnTo>
                <a:lnTo>
                  <a:pt x="1153279" y="428528"/>
                </a:lnTo>
                <a:lnTo>
                  <a:pt x="1086885" y="433347"/>
                </a:lnTo>
                <a:lnTo>
                  <a:pt x="1018440" y="436859"/>
                </a:lnTo>
                <a:lnTo>
                  <a:pt x="948170" y="439008"/>
                </a:lnTo>
                <a:lnTo>
                  <a:pt x="876299" y="439737"/>
                </a:lnTo>
                <a:lnTo>
                  <a:pt x="804429" y="439008"/>
                </a:lnTo>
                <a:lnTo>
                  <a:pt x="734159" y="436859"/>
                </a:lnTo>
                <a:lnTo>
                  <a:pt x="665714" y="433347"/>
                </a:lnTo>
                <a:lnTo>
                  <a:pt x="599320" y="428528"/>
                </a:lnTo>
                <a:lnTo>
                  <a:pt x="535203" y="422459"/>
                </a:lnTo>
                <a:lnTo>
                  <a:pt x="473589" y="415196"/>
                </a:lnTo>
                <a:lnTo>
                  <a:pt x="414702" y="406796"/>
                </a:lnTo>
                <a:lnTo>
                  <a:pt x="358768" y="397315"/>
                </a:lnTo>
                <a:lnTo>
                  <a:pt x="306012" y="386811"/>
                </a:lnTo>
                <a:lnTo>
                  <a:pt x="256661" y="375339"/>
                </a:lnTo>
                <a:lnTo>
                  <a:pt x="210940" y="362957"/>
                </a:lnTo>
                <a:lnTo>
                  <a:pt x="169074" y="349720"/>
                </a:lnTo>
                <a:lnTo>
                  <a:pt x="131289" y="335686"/>
                </a:lnTo>
                <a:lnTo>
                  <a:pt x="68863" y="305451"/>
                </a:lnTo>
                <a:lnTo>
                  <a:pt x="25467" y="272705"/>
                </a:lnTo>
                <a:lnTo>
                  <a:pt x="2904" y="237901"/>
                </a:lnTo>
                <a:lnTo>
                  <a:pt x="0" y="219868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144687" y="1263536"/>
            <a:ext cx="1629727" cy="409085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39369" rIns="0" bIns="0" rtlCol="0">
            <a:spAutoFit/>
          </a:bodyPr>
          <a:lstStyle/>
          <a:p>
            <a:pPr marL="255904">
              <a:lnSpc>
                <a:spcPct val="100000"/>
              </a:lnSpc>
              <a:spcBef>
                <a:spcPts val="309"/>
              </a:spcBef>
              <a:tabLst>
                <a:tab pos="3103880" algn="l"/>
              </a:tabLst>
            </a:pPr>
            <a:r>
              <a:rPr sz="2400" dirty="0" err="1">
                <a:latin typeface="Times New Roman"/>
                <a:cs typeface="Times New Roman"/>
              </a:rPr>
              <a:t>Po</a:t>
            </a:r>
            <a:r>
              <a:rPr sz="2400" spc="-5" dirty="0" err="1">
                <a:latin typeface="Times New Roman"/>
                <a:cs typeface="Times New Roman"/>
              </a:rPr>
              <a:t>l</a:t>
            </a:r>
            <a:r>
              <a:rPr sz="2400" dirty="0" err="1">
                <a:latin typeface="Times New Roman"/>
                <a:cs typeface="Times New Roman"/>
              </a:rPr>
              <a:t>y</a:t>
            </a:r>
            <a:r>
              <a:rPr sz="2400" spc="-5" dirty="0" err="1">
                <a:latin typeface="Times New Roman"/>
                <a:cs typeface="Times New Roman"/>
              </a:rPr>
              <a:t>e</a:t>
            </a:r>
            <a:r>
              <a:rPr sz="2400" dirty="0" err="1">
                <a:latin typeface="Times New Roman"/>
                <a:cs typeface="Times New Roman"/>
              </a:rPr>
              <a:t>d</a:t>
            </a:r>
            <a:r>
              <a:rPr sz="2400" spc="-5" dirty="0" err="1">
                <a:latin typeface="Times New Roman"/>
                <a:cs typeface="Times New Roman"/>
              </a:rPr>
              <a:t>e</a:t>
            </a:r>
            <a:r>
              <a:rPr sz="2400" dirty="0" err="1">
                <a:latin typeface="Times New Roman"/>
                <a:cs typeface="Times New Roman"/>
              </a:rPr>
              <a:t>r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735486" y="2949460"/>
            <a:ext cx="1752600" cy="438150"/>
          </a:xfrm>
          <a:custGeom>
            <a:avLst/>
            <a:gdLst/>
            <a:ahLst/>
            <a:cxnLst/>
            <a:rect l="l" t="t" r="r" b="b"/>
            <a:pathLst>
              <a:path w="1752600" h="438150">
                <a:moveTo>
                  <a:pt x="876300" y="0"/>
                </a:moveTo>
                <a:lnTo>
                  <a:pt x="804429" y="726"/>
                </a:lnTo>
                <a:lnTo>
                  <a:pt x="734158" y="2867"/>
                </a:lnTo>
                <a:lnTo>
                  <a:pt x="665713" y="6366"/>
                </a:lnTo>
                <a:lnTo>
                  <a:pt x="599319" y="11168"/>
                </a:lnTo>
                <a:lnTo>
                  <a:pt x="535202" y="17215"/>
                </a:lnTo>
                <a:lnTo>
                  <a:pt x="473587" y="24452"/>
                </a:lnTo>
                <a:lnTo>
                  <a:pt x="414700" y="32822"/>
                </a:lnTo>
                <a:lnTo>
                  <a:pt x="358766" y="42268"/>
                </a:lnTo>
                <a:lnTo>
                  <a:pt x="306011" y="52734"/>
                </a:lnTo>
                <a:lnTo>
                  <a:pt x="256660" y="64165"/>
                </a:lnTo>
                <a:lnTo>
                  <a:pt x="210939" y="76502"/>
                </a:lnTo>
                <a:lnTo>
                  <a:pt x="169073" y="89691"/>
                </a:lnTo>
                <a:lnTo>
                  <a:pt x="131288" y="103675"/>
                </a:lnTo>
                <a:lnTo>
                  <a:pt x="68863" y="133800"/>
                </a:lnTo>
                <a:lnTo>
                  <a:pt x="25467" y="166428"/>
                </a:lnTo>
                <a:lnTo>
                  <a:pt x="2904" y="201107"/>
                </a:lnTo>
                <a:lnTo>
                  <a:pt x="0" y="219075"/>
                </a:lnTo>
                <a:lnTo>
                  <a:pt x="2904" y="237042"/>
                </a:lnTo>
                <a:lnTo>
                  <a:pt x="25467" y="271721"/>
                </a:lnTo>
                <a:lnTo>
                  <a:pt x="68863" y="304349"/>
                </a:lnTo>
                <a:lnTo>
                  <a:pt x="131288" y="334474"/>
                </a:lnTo>
                <a:lnTo>
                  <a:pt x="169073" y="348458"/>
                </a:lnTo>
                <a:lnTo>
                  <a:pt x="210939" y="361647"/>
                </a:lnTo>
                <a:lnTo>
                  <a:pt x="256660" y="373984"/>
                </a:lnTo>
                <a:lnTo>
                  <a:pt x="306011" y="385415"/>
                </a:lnTo>
                <a:lnTo>
                  <a:pt x="358766" y="395881"/>
                </a:lnTo>
                <a:lnTo>
                  <a:pt x="414700" y="405327"/>
                </a:lnTo>
                <a:lnTo>
                  <a:pt x="473587" y="413697"/>
                </a:lnTo>
                <a:lnTo>
                  <a:pt x="535202" y="420934"/>
                </a:lnTo>
                <a:lnTo>
                  <a:pt x="599319" y="426981"/>
                </a:lnTo>
                <a:lnTo>
                  <a:pt x="665713" y="431783"/>
                </a:lnTo>
                <a:lnTo>
                  <a:pt x="734158" y="435282"/>
                </a:lnTo>
                <a:lnTo>
                  <a:pt x="804429" y="437423"/>
                </a:lnTo>
                <a:lnTo>
                  <a:pt x="876300" y="438150"/>
                </a:lnTo>
                <a:lnTo>
                  <a:pt x="948169" y="437423"/>
                </a:lnTo>
                <a:lnTo>
                  <a:pt x="1018438" y="435282"/>
                </a:lnTo>
                <a:lnTo>
                  <a:pt x="1086882" y="431783"/>
                </a:lnTo>
                <a:lnTo>
                  <a:pt x="1153275" y="426981"/>
                </a:lnTo>
                <a:lnTo>
                  <a:pt x="1217392" y="420934"/>
                </a:lnTo>
                <a:lnTo>
                  <a:pt x="1279006" y="413697"/>
                </a:lnTo>
                <a:lnTo>
                  <a:pt x="1337893" y="405327"/>
                </a:lnTo>
                <a:lnTo>
                  <a:pt x="1393827" y="395881"/>
                </a:lnTo>
                <a:lnTo>
                  <a:pt x="1446583" y="385415"/>
                </a:lnTo>
                <a:lnTo>
                  <a:pt x="1495934" y="373984"/>
                </a:lnTo>
                <a:lnTo>
                  <a:pt x="1541656" y="361647"/>
                </a:lnTo>
                <a:lnTo>
                  <a:pt x="1583522" y="348458"/>
                </a:lnTo>
                <a:lnTo>
                  <a:pt x="1621308" y="334474"/>
                </a:lnTo>
                <a:lnTo>
                  <a:pt x="1683734" y="304349"/>
                </a:lnTo>
                <a:lnTo>
                  <a:pt x="1727131" y="271721"/>
                </a:lnTo>
                <a:lnTo>
                  <a:pt x="1749695" y="237042"/>
                </a:lnTo>
                <a:lnTo>
                  <a:pt x="1752600" y="219075"/>
                </a:lnTo>
                <a:lnTo>
                  <a:pt x="1749695" y="201107"/>
                </a:lnTo>
                <a:lnTo>
                  <a:pt x="1727131" y="166428"/>
                </a:lnTo>
                <a:lnTo>
                  <a:pt x="1683734" y="133800"/>
                </a:lnTo>
                <a:lnTo>
                  <a:pt x="1621308" y="103675"/>
                </a:lnTo>
                <a:lnTo>
                  <a:pt x="1583522" y="89691"/>
                </a:lnTo>
                <a:lnTo>
                  <a:pt x="1541656" y="76502"/>
                </a:lnTo>
                <a:lnTo>
                  <a:pt x="1495934" y="64165"/>
                </a:lnTo>
                <a:lnTo>
                  <a:pt x="1446583" y="52734"/>
                </a:lnTo>
                <a:lnTo>
                  <a:pt x="1393827" y="42268"/>
                </a:lnTo>
                <a:lnTo>
                  <a:pt x="1337893" y="32822"/>
                </a:lnTo>
                <a:lnTo>
                  <a:pt x="1279006" y="24452"/>
                </a:lnTo>
                <a:lnTo>
                  <a:pt x="1217392" y="17215"/>
                </a:lnTo>
                <a:lnTo>
                  <a:pt x="1153275" y="11168"/>
                </a:lnTo>
                <a:lnTo>
                  <a:pt x="1086882" y="6366"/>
                </a:lnTo>
                <a:lnTo>
                  <a:pt x="1018438" y="2867"/>
                </a:lnTo>
                <a:lnTo>
                  <a:pt x="948169" y="726"/>
                </a:lnTo>
                <a:lnTo>
                  <a:pt x="876300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735486" y="2949460"/>
            <a:ext cx="1752600" cy="438150"/>
          </a:xfrm>
          <a:custGeom>
            <a:avLst/>
            <a:gdLst/>
            <a:ahLst/>
            <a:cxnLst/>
            <a:rect l="l" t="t" r="r" b="b"/>
            <a:pathLst>
              <a:path w="1752600" h="438150">
                <a:moveTo>
                  <a:pt x="0" y="219074"/>
                </a:moveTo>
                <a:lnTo>
                  <a:pt x="25467" y="166428"/>
                </a:lnTo>
                <a:lnTo>
                  <a:pt x="68863" y="133800"/>
                </a:lnTo>
                <a:lnTo>
                  <a:pt x="131289" y="103675"/>
                </a:lnTo>
                <a:lnTo>
                  <a:pt x="169074" y="89692"/>
                </a:lnTo>
                <a:lnTo>
                  <a:pt x="210940" y="76503"/>
                </a:lnTo>
                <a:lnTo>
                  <a:pt x="256661" y="64165"/>
                </a:lnTo>
                <a:lnTo>
                  <a:pt x="306012" y="52735"/>
                </a:lnTo>
                <a:lnTo>
                  <a:pt x="358768" y="42268"/>
                </a:lnTo>
                <a:lnTo>
                  <a:pt x="414702" y="32822"/>
                </a:lnTo>
                <a:lnTo>
                  <a:pt x="473589" y="24452"/>
                </a:lnTo>
                <a:lnTo>
                  <a:pt x="535203" y="17215"/>
                </a:lnTo>
                <a:lnTo>
                  <a:pt x="599320" y="11168"/>
                </a:lnTo>
                <a:lnTo>
                  <a:pt x="665714" y="6366"/>
                </a:lnTo>
                <a:lnTo>
                  <a:pt x="734159" y="2867"/>
                </a:lnTo>
                <a:lnTo>
                  <a:pt x="804429" y="726"/>
                </a:lnTo>
                <a:lnTo>
                  <a:pt x="876299" y="0"/>
                </a:lnTo>
                <a:lnTo>
                  <a:pt x="948170" y="726"/>
                </a:lnTo>
                <a:lnTo>
                  <a:pt x="1018440" y="2867"/>
                </a:lnTo>
                <a:lnTo>
                  <a:pt x="1086885" y="6366"/>
                </a:lnTo>
                <a:lnTo>
                  <a:pt x="1153279" y="11168"/>
                </a:lnTo>
                <a:lnTo>
                  <a:pt x="1217396" y="17215"/>
                </a:lnTo>
                <a:lnTo>
                  <a:pt x="1279010" y="24452"/>
                </a:lnTo>
                <a:lnTo>
                  <a:pt x="1337897" y="32822"/>
                </a:lnTo>
                <a:lnTo>
                  <a:pt x="1393831" y="42268"/>
                </a:lnTo>
                <a:lnTo>
                  <a:pt x="1446587" y="52735"/>
                </a:lnTo>
                <a:lnTo>
                  <a:pt x="1495937" y="64165"/>
                </a:lnTo>
                <a:lnTo>
                  <a:pt x="1541659" y="76503"/>
                </a:lnTo>
                <a:lnTo>
                  <a:pt x="1583524" y="89692"/>
                </a:lnTo>
                <a:lnTo>
                  <a:pt x="1621309" y="103675"/>
                </a:lnTo>
                <a:lnTo>
                  <a:pt x="1683735" y="133800"/>
                </a:lnTo>
                <a:lnTo>
                  <a:pt x="1727131" y="166428"/>
                </a:lnTo>
                <a:lnTo>
                  <a:pt x="1749694" y="201107"/>
                </a:lnTo>
                <a:lnTo>
                  <a:pt x="1752598" y="219074"/>
                </a:lnTo>
                <a:lnTo>
                  <a:pt x="1749694" y="237042"/>
                </a:lnTo>
                <a:lnTo>
                  <a:pt x="1727131" y="271720"/>
                </a:lnTo>
                <a:lnTo>
                  <a:pt x="1683735" y="304348"/>
                </a:lnTo>
                <a:lnTo>
                  <a:pt x="1621309" y="334474"/>
                </a:lnTo>
                <a:lnTo>
                  <a:pt x="1583524" y="348457"/>
                </a:lnTo>
                <a:lnTo>
                  <a:pt x="1541659" y="361646"/>
                </a:lnTo>
                <a:lnTo>
                  <a:pt x="1495937" y="373984"/>
                </a:lnTo>
                <a:lnTo>
                  <a:pt x="1446587" y="385414"/>
                </a:lnTo>
                <a:lnTo>
                  <a:pt x="1393831" y="395880"/>
                </a:lnTo>
                <a:lnTo>
                  <a:pt x="1337897" y="405327"/>
                </a:lnTo>
                <a:lnTo>
                  <a:pt x="1279010" y="413696"/>
                </a:lnTo>
                <a:lnTo>
                  <a:pt x="1217396" y="420933"/>
                </a:lnTo>
                <a:lnTo>
                  <a:pt x="1153279" y="426980"/>
                </a:lnTo>
                <a:lnTo>
                  <a:pt x="1086885" y="431782"/>
                </a:lnTo>
                <a:lnTo>
                  <a:pt x="1018440" y="435282"/>
                </a:lnTo>
                <a:lnTo>
                  <a:pt x="948170" y="437423"/>
                </a:lnTo>
                <a:lnTo>
                  <a:pt x="876299" y="438149"/>
                </a:lnTo>
                <a:lnTo>
                  <a:pt x="804429" y="437423"/>
                </a:lnTo>
                <a:lnTo>
                  <a:pt x="734159" y="435282"/>
                </a:lnTo>
                <a:lnTo>
                  <a:pt x="665714" y="431782"/>
                </a:lnTo>
                <a:lnTo>
                  <a:pt x="599320" y="426980"/>
                </a:lnTo>
                <a:lnTo>
                  <a:pt x="535203" y="420933"/>
                </a:lnTo>
                <a:lnTo>
                  <a:pt x="473589" y="413696"/>
                </a:lnTo>
                <a:lnTo>
                  <a:pt x="414702" y="405327"/>
                </a:lnTo>
                <a:lnTo>
                  <a:pt x="358768" y="395880"/>
                </a:lnTo>
                <a:lnTo>
                  <a:pt x="306012" y="385414"/>
                </a:lnTo>
                <a:lnTo>
                  <a:pt x="256661" y="373984"/>
                </a:lnTo>
                <a:lnTo>
                  <a:pt x="210940" y="361646"/>
                </a:lnTo>
                <a:lnTo>
                  <a:pt x="169074" y="348457"/>
                </a:lnTo>
                <a:lnTo>
                  <a:pt x="131289" y="334474"/>
                </a:lnTo>
                <a:lnTo>
                  <a:pt x="68863" y="304348"/>
                </a:lnTo>
                <a:lnTo>
                  <a:pt x="25467" y="271720"/>
                </a:lnTo>
                <a:lnTo>
                  <a:pt x="2904" y="237042"/>
                </a:lnTo>
                <a:lnTo>
                  <a:pt x="0" y="219074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956581" y="2972955"/>
            <a:ext cx="13119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FlächenID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659286" y="4709998"/>
            <a:ext cx="1752600" cy="440055"/>
          </a:xfrm>
          <a:custGeom>
            <a:avLst/>
            <a:gdLst/>
            <a:ahLst/>
            <a:cxnLst/>
            <a:rect l="l" t="t" r="r" b="b"/>
            <a:pathLst>
              <a:path w="1752600" h="440054">
                <a:moveTo>
                  <a:pt x="876300" y="0"/>
                </a:moveTo>
                <a:lnTo>
                  <a:pt x="804429" y="728"/>
                </a:lnTo>
                <a:lnTo>
                  <a:pt x="734158" y="2877"/>
                </a:lnTo>
                <a:lnTo>
                  <a:pt x="665713" y="6389"/>
                </a:lnTo>
                <a:lnTo>
                  <a:pt x="599319" y="11208"/>
                </a:lnTo>
                <a:lnTo>
                  <a:pt x="535202" y="17278"/>
                </a:lnTo>
                <a:lnTo>
                  <a:pt x="473587" y="24541"/>
                </a:lnTo>
                <a:lnTo>
                  <a:pt x="414700" y="32940"/>
                </a:lnTo>
                <a:lnTo>
                  <a:pt x="358766" y="42421"/>
                </a:lnTo>
                <a:lnTo>
                  <a:pt x="306011" y="52925"/>
                </a:lnTo>
                <a:lnTo>
                  <a:pt x="256660" y="64396"/>
                </a:lnTo>
                <a:lnTo>
                  <a:pt x="210939" y="76779"/>
                </a:lnTo>
                <a:lnTo>
                  <a:pt x="169073" y="90015"/>
                </a:lnTo>
                <a:lnTo>
                  <a:pt x="131288" y="104049"/>
                </a:lnTo>
                <a:lnTo>
                  <a:pt x="68863" y="134282"/>
                </a:lnTo>
                <a:lnTo>
                  <a:pt x="25467" y="167027"/>
                </a:lnTo>
                <a:lnTo>
                  <a:pt x="2904" y="201830"/>
                </a:lnTo>
                <a:lnTo>
                  <a:pt x="0" y="219862"/>
                </a:lnTo>
                <a:lnTo>
                  <a:pt x="2904" y="237896"/>
                </a:lnTo>
                <a:lnTo>
                  <a:pt x="25467" y="272702"/>
                </a:lnTo>
                <a:lnTo>
                  <a:pt x="68863" y="305449"/>
                </a:lnTo>
                <a:lnTo>
                  <a:pt x="131288" y="335684"/>
                </a:lnTo>
                <a:lnTo>
                  <a:pt x="169073" y="349719"/>
                </a:lnTo>
                <a:lnTo>
                  <a:pt x="210939" y="362956"/>
                </a:lnTo>
                <a:lnTo>
                  <a:pt x="256660" y="375338"/>
                </a:lnTo>
                <a:lnTo>
                  <a:pt x="306011" y="386810"/>
                </a:lnTo>
                <a:lnTo>
                  <a:pt x="358766" y="397315"/>
                </a:lnTo>
                <a:lnTo>
                  <a:pt x="414700" y="406796"/>
                </a:lnTo>
                <a:lnTo>
                  <a:pt x="473587" y="415196"/>
                </a:lnTo>
                <a:lnTo>
                  <a:pt x="535202" y="422459"/>
                </a:lnTo>
                <a:lnTo>
                  <a:pt x="599319" y="428528"/>
                </a:lnTo>
                <a:lnTo>
                  <a:pt x="665713" y="433347"/>
                </a:lnTo>
                <a:lnTo>
                  <a:pt x="734158" y="436859"/>
                </a:lnTo>
                <a:lnTo>
                  <a:pt x="804429" y="439008"/>
                </a:lnTo>
                <a:lnTo>
                  <a:pt x="876300" y="439737"/>
                </a:lnTo>
                <a:lnTo>
                  <a:pt x="948169" y="439008"/>
                </a:lnTo>
                <a:lnTo>
                  <a:pt x="1018438" y="436859"/>
                </a:lnTo>
                <a:lnTo>
                  <a:pt x="1086882" y="433347"/>
                </a:lnTo>
                <a:lnTo>
                  <a:pt x="1153275" y="428528"/>
                </a:lnTo>
                <a:lnTo>
                  <a:pt x="1217392" y="422459"/>
                </a:lnTo>
                <a:lnTo>
                  <a:pt x="1279006" y="415196"/>
                </a:lnTo>
                <a:lnTo>
                  <a:pt x="1337893" y="406796"/>
                </a:lnTo>
                <a:lnTo>
                  <a:pt x="1393827" y="397315"/>
                </a:lnTo>
                <a:lnTo>
                  <a:pt x="1446583" y="386810"/>
                </a:lnTo>
                <a:lnTo>
                  <a:pt x="1495934" y="375338"/>
                </a:lnTo>
                <a:lnTo>
                  <a:pt x="1541656" y="362956"/>
                </a:lnTo>
                <a:lnTo>
                  <a:pt x="1583522" y="349719"/>
                </a:lnTo>
                <a:lnTo>
                  <a:pt x="1621308" y="335684"/>
                </a:lnTo>
                <a:lnTo>
                  <a:pt x="1683734" y="305449"/>
                </a:lnTo>
                <a:lnTo>
                  <a:pt x="1727131" y="272702"/>
                </a:lnTo>
                <a:lnTo>
                  <a:pt x="1749695" y="237896"/>
                </a:lnTo>
                <a:lnTo>
                  <a:pt x="1752600" y="219862"/>
                </a:lnTo>
                <a:lnTo>
                  <a:pt x="1749695" y="201830"/>
                </a:lnTo>
                <a:lnTo>
                  <a:pt x="1727131" y="167027"/>
                </a:lnTo>
                <a:lnTo>
                  <a:pt x="1683734" y="134282"/>
                </a:lnTo>
                <a:lnTo>
                  <a:pt x="1621308" y="104049"/>
                </a:lnTo>
                <a:lnTo>
                  <a:pt x="1583522" y="90015"/>
                </a:lnTo>
                <a:lnTo>
                  <a:pt x="1541656" y="76779"/>
                </a:lnTo>
                <a:lnTo>
                  <a:pt x="1495934" y="64396"/>
                </a:lnTo>
                <a:lnTo>
                  <a:pt x="1446583" y="52925"/>
                </a:lnTo>
                <a:lnTo>
                  <a:pt x="1393827" y="42421"/>
                </a:lnTo>
                <a:lnTo>
                  <a:pt x="1337893" y="32940"/>
                </a:lnTo>
                <a:lnTo>
                  <a:pt x="1279006" y="24541"/>
                </a:lnTo>
                <a:lnTo>
                  <a:pt x="1217392" y="17278"/>
                </a:lnTo>
                <a:lnTo>
                  <a:pt x="1153275" y="11208"/>
                </a:lnTo>
                <a:lnTo>
                  <a:pt x="1086882" y="6389"/>
                </a:lnTo>
                <a:lnTo>
                  <a:pt x="1018438" y="2877"/>
                </a:lnTo>
                <a:lnTo>
                  <a:pt x="948169" y="728"/>
                </a:lnTo>
                <a:lnTo>
                  <a:pt x="876300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659286" y="4709998"/>
            <a:ext cx="1752600" cy="440055"/>
          </a:xfrm>
          <a:custGeom>
            <a:avLst/>
            <a:gdLst/>
            <a:ahLst/>
            <a:cxnLst/>
            <a:rect l="l" t="t" r="r" b="b"/>
            <a:pathLst>
              <a:path w="1752600" h="440054">
                <a:moveTo>
                  <a:pt x="0" y="219868"/>
                </a:moveTo>
                <a:lnTo>
                  <a:pt x="25467" y="167031"/>
                </a:lnTo>
                <a:lnTo>
                  <a:pt x="68863" y="134285"/>
                </a:lnTo>
                <a:lnTo>
                  <a:pt x="131289" y="104051"/>
                </a:lnTo>
                <a:lnTo>
                  <a:pt x="169074" y="90017"/>
                </a:lnTo>
                <a:lnTo>
                  <a:pt x="210940" y="76780"/>
                </a:lnTo>
                <a:lnTo>
                  <a:pt x="256661" y="64398"/>
                </a:lnTo>
                <a:lnTo>
                  <a:pt x="306012" y="52926"/>
                </a:lnTo>
                <a:lnTo>
                  <a:pt x="358768" y="42421"/>
                </a:lnTo>
                <a:lnTo>
                  <a:pt x="414702" y="32941"/>
                </a:lnTo>
                <a:lnTo>
                  <a:pt x="473589" y="24541"/>
                </a:lnTo>
                <a:lnTo>
                  <a:pt x="535203" y="17278"/>
                </a:lnTo>
                <a:lnTo>
                  <a:pt x="599320" y="11209"/>
                </a:lnTo>
                <a:lnTo>
                  <a:pt x="665714" y="6389"/>
                </a:lnTo>
                <a:lnTo>
                  <a:pt x="734159" y="2877"/>
                </a:lnTo>
                <a:lnTo>
                  <a:pt x="804429" y="728"/>
                </a:lnTo>
                <a:lnTo>
                  <a:pt x="876299" y="0"/>
                </a:lnTo>
                <a:lnTo>
                  <a:pt x="948170" y="728"/>
                </a:lnTo>
                <a:lnTo>
                  <a:pt x="1018440" y="2877"/>
                </a:lnTo>
                <a:lnTo>
                  <a:pt x="1086885" y="6389"/>
                </a:lnTo>
                <a:lnTo>
                  <a:pt x="1153279" y="11209"/>
                </a:lnTo>
                <a:lnTo>
                  <a:pt x="1217396" y="17278"/>
                </a:lnTo>
                <a:lnTo>
                  <a:pt x="1279010" y="24541"/>
                </a:lnTo>
                <a:lnTo>
                  <a:pt x="1337897" y="32941"/>
                </a:lnTo>
                <a:lnTo>
                  <a:pt x="1393831" y="42421"/>
                </a:lnTo>
                <a:lnTo>
                  <a:pt x="1446587" y="52926"/>
                </a:lnTo>
                <a:lnTo>
                  <a:pt x="1495937" y="64398"/>
                </a:lnTo>
                <a:lnTo>
                  <a:pt x="1541659" y="76780"/>
                </a:lnTo>
                <a:lnTo>
                  <a:pt x="1583524" y="90017"/>
                </a:lnTo>
                <a:lnTo>
                  <a:pt x="1621309" y="104051"/>
                </a:lnTo>
                <a:lnTo>
                  <a:pt x="1683735" y="134285"/>
                </a:lnTo>
                <a:lnTo>
                  <a:pt x="1727131" y="167031"/>
                </a:lnTo>
                <a:lnTo>
                  <a:pt x="1749694" y="201836"/>
                </a:lnTo>
                <a:lnTo>
                  <a:pt x="1752598" y="219868"/>
                </a:lnTo>
                <a:lnTo>
                  <a:pt x="1749694" y="237901"/>
                </a:lnTo>
                <a:lnTo>
                  <a:pt x="1727131" y="272705"/>
                </a:lnTo>
                <a:lnTo>
                  <a:pt x="1683735" y="305451"/>
                </a:lnTo>
                <a:lnTo>
                  <a:pt x="1621309" y="335686"/>
                </a:lnTo>
                <a:lnTo>
                  <a:pt x="1583524" y="349720"/>
                </a:lnTo>
                <a:lnTo>
                  <a:pt x="1541659" y="362956"/>
                </a:lnTo>
                <a:lnTo>
                  <a:pt x="1495937" y="375339"/>
                </a:lnTo>
                <a:lnTo>
                  <a:pt x="1446587" y="386811"/>
                </a:lnTo>
                <a:lnTo>
                  <a:pt x="1393831" y="397315"/>
                </a:lnTo>
                <a:lnTo>
                  <a:pt x="1337897" y="406796"/>
                </a:lnTo>
                <a:lnTo>
                  <a:pt x="1279010" y="415196"/>
                </a:lnTo>
                <a:lnTo>
                  <a:pt x="1217396" y="422459"/>
                </a:lnTo>
                <a:lnTo>
                  <a:pt x="1153279" y="428528"/>
                </a:lnTo>
                <a:lnTo>
                  <a:pt x="1086885" y="433347"/>
                </a:lnTo>
                <a:lnTo>
                  <a:pt x="1018440" y="436859"/>
                </a:lnTo>
                <a:lnTo>
                  <a:pt x="948170" y="439008"/>
                </a:lnTo>
                <a:lnTo>
                  <a:pt x="876299" y="439737"/>
                </a:lnTo>
                <a:lnTo>
                  <a:pt x="804429" y="439008"/>
                </a:lnTo>
                <a:lnTo>
                  <a:pt x="734159" y="436859"/>
                </a:lnTo>
                <a:lnTo>
                  <a:pt x="665714" y="433347"/>
                </a:lnTo>
                <a:lnTo>
                  <a:pt x="599320" y="428528"/>
                </a:lnTo>
                <a:lnTo>
                  <a:pt x="535203" y="422459"/>
                </a:lnTo>
                <a:lnTo>
                  <a:pt x="473589" y="415196"/>
                </a:lnTo>
                <a:lnTo>
                  <a:pt x="414702" y="406796"/>
                </a:lnTo>
                <a:lnTo>
                  <a:pt x="358768" y="397315"/>
                </a:lnTo>
                <a:lnTo>
                  <a:pt x="306012" y="386811"/>
                </a:lnTo>
                <a:lnTo>
                  <a:pt x="256661" y="375339"/>
                </a:lnTo>
                <a:lnTo>
                  <a:pt x="210940" y="362956"/>
                </a:lnTo>
                <a:lnTo>
                  <a:pt x="169074" y="349720"/>
                </a:lnTo>
                <a:lnTo>
                  <a:pt x="131289" y="335686"/>
                </a:lnTo>
                <a:lnTo>
                  <a:pt x="68863" y="305451"/>
                </a:lnTo>
                <a:lnTo>
                  <a:pt x="25467" y="272705"/>
                </a:lnTo>
                <a:lnTo>
                  <a:pt x="2904" y="237901"/>
                </a:lnTo>
                <a:lnTo>
                  <a:pt x="0" y="219868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4918481" y="4734280"/>
            <a:ext cx="12274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KantenID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659286" y="5548198"/>
            <a:ext cx="1752600" cy="440055"/>
          </a:xfrm>
          <a:custGeom>
            <a:avLst/>
            <a:gdLst/>
            <a:ahLst/>
            <a:cxnLst/>
            <a:rect l="l" t="t" r="r" b="b"/>
            <a:pathLst>
              <a:path w="1752600" h="440054">
                <a:moveTo>
                  <a:pt x="876300" y="0"/>
                </a:moveTo>
                <a:lnTo>
                  <a:pt x="804429" y="728"/>
                </a:lnTo>
                <a:lnTo>
                  <a:pt x="734158" y="2877"/>
                </a:lnTo>
                <a:lnTo>
                  <a:pt x="665713" y="6389"/>
                </a:lnTo>
                <a:lnTo>
                  <a:pt x="599319" y="11208"/>
                </a:lnTo>
                <a:lnTo>
                  <a:pt x="535202" y="17278"/>
                </a:lnTo>
                <a:lnTo>
                  <a:pt x="473587" y="24541"/>
                </a:lnTo>
                <a:lnTo>
                  <a:pt x="414700" y="32940"/>
                </a:lnTo>
                <a:lnTo>
                  <a:pt x="358766" y="42421"/>
                </a:lnTo>
                <a:lnTo>
                  <a:pt x="306011" y="52925"/>
                </a:lnTo>
                <a:lnTo>
                  <a:pt x="256660" y="64396"/>
                </a:lnTo>
                <a:lnTo>
                  <a:pt x="210939" y="76779"/>
                </a:lnTo>
                <a:lnTo>
                  <a:pt x="169073" y="90015"/>
                </a:lnTo>
                <a:lnTo>
                  <a:pt x="131288" y="104049"/>
                </a:lnTo>
                <a:lnTo>
                  <a:pt x="68863" y="134282"/>
                </a:lnTo>
                <a:lnTo>
                  <a:pt x="25467" y="167027"/>
                </a:lnTo>
                <a:lnTo>
                  <a:pt x="2904" y="201830"/>
                </a:lnTo>
                <a:lnTo>
                  <a:pt x="0" y="219862"/>
                </a:lnTo>
                <a:lnTo>
                  <a:pt x="2904" y="237896"/>
                </a:lnTo>
                <a:lnTo>
                  <a:pt x="25467" y="272702"/>
                </a:lnTo>
                <a:lnTo>
                  <a:pt x="68863" y="305449"/>
                </a:lnTo>
                <a:lnTo>
                  <a:pt x="131288" y="335684"/>
                </a:lnTo>
                <a:lnTo>
                  <a:pt x="169073" y="349719"/>
                </a:lnTo>
                <a:lnTo>
                  <a:pt x="210939" y="362956"/>
                </a:lnTo>
                <a:lnTo>
                  <a:pt x="256660" y="375338"/>
                </a:lnTo>
                <a:lnTo>
                  <a:pt x="306011" y="386810"/>
                </a:lnTo>
                <a:lnTo>
                  <a:pt x="358766" y="397315"/>
                </a:lnTo>
                <a:lnTo>
                  <a:pt x="414700" y="406796"/>
                </a:lnTo>
                <a:lnTo>
                  <a:pt x="473587" y="415196"/>
                </a:lnTo>
                <a:lnTo>
                  <a:pt x="535202" y="422459"/>
                </a:lnTo>
                <a:lnTo>
                  <a:pt x="599319" y="428528"/>
                </a:lnTo>
                <a:lnTo>
                  <a:pt x="665713" y="433347"/>
                </a:lnTo>
                <a:lnTo>
                  <a:pt x="734158" y="436859"/>
                </a:lnTo>
                <a:lnTo>
                  <a:pt x="804429" y="439008"/>
                </a:lnTo>
                <a:lnTo>
                  <a:pt x="876300" y="439737"/>
                </a:lnTo>
                <a:lnTo>
                  <a:pt x="948169" y="439008"/>
                </a:lnTo>
                <a:lnTo>
                  <a:pt x="1018438" y="436859"/>
                </a:lnTo>
                <a:lnTo>
                  <a:pt x="1086882" y="433347"/>
                </a:lnTo>
                <a:lnTo>
                  <a:pt x="1153275" y="428528"/>
                </a:lnTo>
                <a:lnTo>
                  <a:pt x="1217392" y="422459"/>
                </a:lnTo>
                <a:lnTo>
                  <a:pt x="1279006" y="415196"/>
                </a:lnTo>
                <a:lnTo>
                  <a:pt x="1337893" y="406796"/>
                </a:lnTo>
                <a:lnTo>
                  <a:pt x="1393827" y="397315"/>
                </a:lnTo>
                <a:lnTo>
                  <a:pt x="1446583" y="386810"/>
                </a:lnTo>
                <a:lnTo>
                  <a:pt x="1495934" y="375338"/>
                </a:lnTo>
                <a:lnTo>
                  <a:pt x="1541656" y="362956"/>
                </a:lnTo>
                <a:lnTo>
                  <a:pt x="1583522" y="349719"/>
                </a:lnTo>
                <a:lnTo>
                  <a:pt x="1621308" y="335684"/>
                </a:lnTo>
                <a:lnTo>
                  <a:pt x="1683734" y="305449"/>
                </a:lnTo>
                <a:lnTo>
                  <a:pt x="1727131" y="272702"/>
                </a:lnTo>
                <a:lnTo>
                  <a:pt x="1749695" y="237896"/>
                </a:lnTo>
                <a:lnTo>
                  <a:pt x="1752600" y="219862"/>
                </a:lnTo>
                <a:lnTo>
                  <a:pt x="1749695" y="201830"/>
                </a:lnTo>
                <a:lnTo>
                  <a:pt x="1727131" y="167027"/>
                </a:lnTo>
                <a:lnTo>
                  <a:pt x="1683734" y="134282"/>
                </a:lnTo>
                <a:lnTo>
                  <a:pt x="1621308" y="104049"/>
                </a:lnTo>
                <a:lnTo>
                  <a:pt x="1583522" y="90015"/>
                </a:lnTo>
                <a:lnTo>
                  <a:pt x="1541656" y="76779"/>
                </a:lnTo>
                <a:lnTo>
                  <a:pt x="1495934" y="64396"/>
                </a:lnTo>
                <a:lnTo>
                  <a:pt x="1446583" y="52925"/>
                </a:lnTo>
                <a:lnTo>
                  <a:pt x="1393827" y="42421"/>
                </a:lnTo>
                <a:lnTo>
                  <a:pt x="1337893" y="32940"/>
                </a:lnTo>
                <a:lnTo>
                  <a:pt x="1279006" y="24541"/>
                </a:lnTo>
                <a:lnTo>
                  <a:pt x="1217392" y="17278"/>
                </a:lnTo>
                <a:lnTo>
                  <a:pt x="1153275" y="11208"/>
                </a:lnTo>
                <a:lnTo>
                  <a:pt x="1086882" y="6389"/>
                </a:lnTo>
                <a:lnTo>
                  <a:pt x="1018438" y="2877"/>
                </a:lnTo>
                <a:lnTo>
                  <a:pt x="948169" y="728"/>
                </a:lnTo>
                <a:lnTo>
                  <a:pt x="876300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659286" y="5548198"/>
            <a:ext cx="1752600" cy="440055"/>
          </a:xfrm>
          <a:custGeom>
            <a:avLst/>
            <a:gdLst/>
            <a:ahLst/>
            <a:cxnLst/>
            <a:rect l="l" t="t" r="r" b="b"/>
            <a:pathLst>
              <a:path w="1752600" h="440054">
                <a:moveTo>
                  <a:pt x="0" y="219868"/>
                </a:moveTo>
                <a:lnTo>
                  <a:pt x="25467" y="167031"/>
                </a:lnTo>
                <a:lnTo>
                  <a:pt x="68863" y="134285"/>
                </a:lnTo>
                <a:lnTo>
                  <a:pt x="131289" y="104051"/>
                </a:lnTo>
                <a:lnTo>
                  <a:pt x="169074" y="90017"/>
                </a:lnTo>
                <a:lnTo>
                  <a:pt x="210940" y="76780"/>
                </a:lnTo>
                <a:lnTo>
                  <a:pt x="256661" y="64398"/>
                </a:lnTo>
                <a:lnTo>
                  <a:pt x="306012" y="52926"/>
                </a:lnTo>
                <a:lnTo>
                  <a:pt x="358768" y="42421"/>
                </a:lnTo>
                <a:lnTo>
                  <a:pt x="414702" y="32941"/>
                </a:lnTo>
                <a:lnTo>
                  <a:pt x="473589" y="24541"/>
                </a:lnTo>
                <a:lnTo>
                  <a:pt x="535203" y="17278"/>
                </a:lnTo>
                <a:lnTo>
                  <a:pt x="599320" y="11209"/>
                </a:lnTo>
                <a:lnTo>
                  <a:pt x="665714" y="6389"/>
                </a:lnTo>
                <a:lnTo>
                  <a:pt x="734159" y="2877"/>
                </a:lnTo>
                <a:lnTo>
                  <a:pt x="804429" y="728"/>
                </a:lnTo>
                <a:lnTo>
                  <a:pt x="876299" y="0"/>
                </a:lnTo>
                <a:lnTo>
                  <a:pt x="948170" y="728"/>
                </a:lnTo>
                <a:lnTo>
                  <a:pt x="1018440" y="2877"/>
                </a:lnTo>
                <a:lnTo>
                  <a:pt x="1086885" y="6389"/>
                </a:lnTo>
                <a:lnTo>
                  <a:pt x="1153279" y="11209"/>
                </a:lnTo>
                <a:lnTo>
                  <a:pt x="1217396" y="17278"/>
                </a:lnTo>
                <a:lnTo>
                  <a:pt x="1279010" y="24541"/>
                </a:lnTo>
                <a:lnTo>
                  <a:pt x="1337897" y="32941"/>
                </a:lnTo>
                <a:lnTo>
                  <a:pt x="1393831" y="42421"/>
                </a:lnTo>
                <a:lnTo>
                  <a:pt x="1446587" y="52926"/>
                </a:lnTo>
                <a:lnTo>
                  <a:pt x="1495937" y="64398"/>
                </a:lnTo>
                <a:lnTo>
                  <a:pt x="1541659" y="76780"/>
                </a:lnTo>
                <a:lnTo>
                  <a:pt x="1583524" y="90017"/>
                </a:lnTo>
                <a:lnTo>
                  <a:pt x="1621309" y="104051"/>
                </a:lnTo>
                <a:lnTo>
                  <a:pt x="1683735" y="134285"/>
                </a:lnTo>
                <a:lnTo>
                  <a:pt x="1727131" y="167031"/>
                </a:lnTo>
                <a:lnTo>
                  <a:pt x="1749694" y="201836"/>
                </a:lnTo>
                <a:lnTo>
                  <a:pt x="1752598" y="219868"/>
                </a:lnTo>
                <a:lnTo>
                  <a:pt x="1749694" y="237901"/>
                </a:lnTo>
                <a:lnTo>
                  <a:pt x="1727131" y="272705"/>
                </a:lnTo>
                <a:lnTo>
                  <a:pt x="1683735" y="305451"/>
                </a:lnTo>
                <a:lnTo>
                  <a:pt x="1621309" y="335686"/>
                </a:lnTo>
                <a:lnTo>
                  <a:pt x="1583524" y="349720"/>
                </a:lnTo>
                <a:lnTo>
                  <a:pt x="1541659" y="362956"/>
                </a:lnTo>
                <a:lnTo>
                  <a:pt x="1495937" y="375339"/>
                </a:lnTo>
                <a:lnTo>
                  <a:pt x="1446587" y="386811"/>
                </a:lnTo>
                <a:lnTo>
                  <a:pt x="1393831" y="397315"/>
                </a:lnTo>
                <a:lnTo>
                  <a:pt x="1337897" y="406796"/>
                </a:lnTo>
                <a:lnTo>
                  <a:pt x="1279010" y="415196"/>
                </a:lnTo>
                <a:lnTo>
                  <a:pt x="1217396" y="422459"/>
                </a:lnTo>
                <a:lnTo>
                  <a:pt x="1153279" y="428528"/>
                </a:lnTo>
                <a:lnTo>
                  <a:pt x="1086885" y="433347"/>
                </a:lnTo>
                <a:lnTo>
                  <a:pt x="1018440" y="436859"/>
                </a:lnTo>
                <a:lnTo>
                  <a:pt x="948170" y="439008"/>
                </a:lnTo>
                <a:lnTo>
                  <a:pt x="876299" y="439737"/>
                </a:lnTo>
                <a:lnTo>
                  <a:pt x="804429" y="439008"/>
                </a:lnTo>
                <a:lnTo>
                  <a:pt x="734159" y="436859"/>
                </a:lnTo>
                <a:lnTo>
                  <a:pt x="665714" y="433347"/>
                </a:lnTo>
                <a:lnTo>
                  <a:pt x="599320" y="428528"/>
                </a:lnTo>
                <a:lnTo>
                  <a:pt x="535203" y="422459"/>
                </a:lnTo>
                <a:lnTo>
                  <a:pt x="473589" y="415196"/>
                </a:lnTo>
                <a:lnTo>
                  <a:pt x="414702" y="406796"/>
                </a:lnTo>
                <a:lnTo>
                  <a:pt x="358768" y="397315"/>
                </a:lnTo>
                <a:lnTo>
                  <a:pt x="306012" y="386811"/>
                </a:lnTo>
                <a:lnTo>
                  <a:pt x="256661" y="375339"/>
                </a:lnTo>
                <a:lnTo>
                  <a:pt x="210940" y="362956"/>
                </a:lnTo>
                <a:lnTo>
                  <a:pt x="169074" y="349720"/>
                </a:lnTo>
                <a:lnTo>
                  <a:pt x="131289" y="335686"/>
                </a:lnTo>
                <a:lnTo>
                  <a:pt x="68863" y="305451"/>
                </a:lnTo>
                <a:lnTo>
                  <a:pt x="25467" y="272705"/>
                </a:lnTo>
                <a:lnTo>
                  <a:pt x="2904" y="237901"/>
                </a:lnTo>
                <a:lnTo>
                  <a:pt x="0" y="219868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659286" y="6081598"/>
            <a:ext cx="1752600" cy="440055"/>
          </a:xfrm>
          <a:custGeom>
            <a:avLst/>
            <a:gdLst/>
            <a:ahLst/>
            <a:cxnLst/>
            <a:rect l="l" t="t" r="r" b="b"/>
            <a:pathLst>
              <a:path w="1752600" h="440054">
                <a:moveTo>
                  <a:pt x="876300" y="0"/>
                </a:moveTo>
                <a:lnTo>
                  <a:pt x="804429" y="728"/>
                </a:lnTo>
                <a:lnTo>
                  <a:pt x="734158" y="2877"/>
                </a:lnTo>
                <a:lnTo>
                  <a:pt x="665713" y="6389"/>
                </a:lnTo>
                <a:lnTo>
                  <a:pt x="599319" y="11208"/>
                </a:lnTo>
                <a:lnTo>
                  <a:pt x="535202" y="17278"/>
                </a:lnTo>
                <a:lnTo>
                  <a:pt x="473587" y="24541"/>
                </a:lnTo>
                <a:lnTo>
                  <a:pt x="414700" y="32941"/>
                </a:lnTo>
                <a:lnTo>
                  <a:pt x="358766" y="42421"/>
                </a:lnTo>
                <a:lnTo>
                  <a:pt x="306011" y="52926"/>
                </a:lnTo>
                <a:lnTo>
                  <a:pt x="256660" y="64397"/>
                </a:lnTo>
                <a:lnTo>
                  <a:pt x="210939" y="76780"/>
                </a:lnTo>
                <a:lnTo>
                  <a:pt x="169073" y="90016"/>
                </a:lnTo>
                <a:lnTo>
                  <a:pt x="131288" y="104050"/>
                </a:lnTo>
                <a:lnTo>
                  <a:pt x="68863" y="134285"/>
                </a:lnTo>
                <a:lnTo>
                  <a:pt x="25467" y="167031"/>
                </a:lnTo>
                <a:lnTo>
                  <a:pt x="2904" y="201835"/>
                </a:lnTo>
                <a:lnTo>
                  <a:pt x="0" y="219868"/>
                </a:lnTo>
                <a:lnTo>
                  <a:pt x="2904" y="237901"/>
                </a:lnTo>
                <a:lnTo>
                  <a:pt x="25467" y="272705"/>
                </a:lnTo>
                <a:lnTo>
                  <a:pt x="68863" y="305451"/>
                </a:lnTo>
                <a:lnTo>
                  <a:pt x="131288" y="335686"/>
                </a:lnTo>
                <a:lnTo>
                  <a:pt x="169073" y="349720"/>
                </a:lnTo>
                <a:lnTo>
                  <a:pt x="210939" y="362956"/>
                </a:lnTo>
                <a:lnTo>
                  <a:pt x="256660" y="375339"/>
                </a:lnTo>
                <a:lnTo>
                  <a:pt x="306011" y="386811"/>
                </a:lnTo>
                <a:lnTo>
                  <a:pt x="358766" y="397315"/>
                </a:lnTo>
                <a:lnTo>
                  <a:pt x="414700" y="406796"/>
                </a:lnTo>
                <a:lnTo>
                  <a:pt x="473587" y="415196"/>
                </a:lnTo>
                <a:lnTo>
                  <a:pt x="535202" y="422459"/>
                </a:lnTo>
                <a:lnTo>
                  <a:pt x="599319" y="428528"/>
                </a:lnTo>
                <a:lnTo>
                  <a:pt x="665713" y="433347"/>
                </a:lnTo>
                <a:lnTo>
                  <a:pt x="734158" y="436859"/>
                </a:lnTo>
                <a:lnTo>
                  <a:pt x="804429" y="439008"/>
                </a:lnTo>
                <a:lnTo>
                  <a:pt x="876300" y="439737"/>
                </a:lnTo>
                <a:lnTo>
                  <a:pt x="948169" y="439008"/>
                </a:lnTo>
                <a:lnTo>
                  <a:pt x="1018438" y="436859"/>
                </a:lnTo>
                <a:lnTo>
                  <a:pt x="1086882" y="433347"/>
                </a:lnTo>
                <a:lnTo>
                  <a:pt x="1153275" y="428528"/>
                </a:lnTo>
                <a:lnTo>
                  <a:pt x="1217392" y="422459"/>
                </a:lnTo>
                <a:lnTo>
                  <a:pt x="1279006" y="415196"/>
                </a:lnTo>
                <a:lnTo>
                  <a:pt x="1337893" y="406796"/>
                </a:lnTo>
                <a:lnTo>
                  <a:pt x="1393827" y="397315"/>
                </a:lnTo>
                <a:lnTo>
                  <a:pt x="1446583" y="386811"/>
                </a:lnTo>
                <a:lnTo>
                  <a:pt x="1495934" y="375339"/>
                </a:lnTo>
                <a:lnTo>
                  <a:pt x="1541656" y="362956"/>
                </a:lnTo>
                <a:lnTo>
                  <a:pt x="1583522" y="349720"/>
                </a:lnTo>
                <a:lnTo>
                  <a:pt x="1621308" y="335686"/>
                </a:lnTo>
                <a:lnTo>
                  <a:pt x="1683734" y="305451"/>
                </a:lnTo>
                <a:lnTo>
                  <a:pt x="1727131" y="272705"/>
                </a:lnTo>
                <a:lnTo>
                  <a:pt x="1749695" y="237901"/>
                </a:lnTo>
                <a:lnTo>
                  <a:pt x="1752600" y="219868"/>
                </a:lnTo>
                <a:lnTo>
                  <a:pt x="1749695" y="201835"/>
                </a:lnTo>
                <a:lnTo>
                  <a:pt x="1727131" y="167031"/>
                </a:lnTo>
                <a:lnTo>
                  <a:pt x="1683734" y="134285"/>
                </a:lnTo>
                <a:lnTo>
                  <a:pt x="1621308" y="104050"/>
                </a:lnTo>
                <a:lnTo>
                  <a:pt x="1583522" y="90016"/>
                </a:lnTo>
                <a:lnTo>
                  <a:pt x="1541656" y="76780"/>
                </a:lnTo>
                <a:lnTo>
                  <a:pt x="1495934" y="64397"/>
                </a:lnTo>
                <a:lnTo>
                  <a:pt x="1446583" y="52926"/>
                </a:lnTo>
                <a:lnTo>
                  <a:pt x="1393827" y="42421"/>
                </a:lnTo>
                <a:lnTo>
                  <a:pt x="1337893" y="32941"/>
                </a:lnTo>
                <a:lnTo>
                  <a:pt x="1279006" y="24541"/>
                </a:lnTo>
                <a:lnTo>
                  <a:pt x="1217392" y="17278"/>
                </a:lnTo>
                <a:lnTo>
                  <a:pt x="1153275" y="11208"/>
                </a:lnTo>
                <a:lnTo>
                  <a:pt x="1086882" y="6389"/>
                </a:lnTo>
                <a:lnTo>
                  <a:pt x="1018438" y="2877"/>
                </a:lnTo>
                <a:lnTo>
                  <a:pt x="948169" y="728"/>
                </a:lnTo>
                <a:lnTo>
                  <a:pt x="876300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659286" y="6081598"/>
            <a:ext cx="1752600" cy="440055"/>
          </a:xfrm>
          <a:custGeom>
            <a:avLst/>
            <a:gdLst/>
            <a:ahLst/>
            <a:cxnLst/>
            <a:rect l="l" t="t" r="r" b="b"/>
            <a:pathLst>
              <a:path w="1752600" h="440054">
                <a:moveTo>
                  <a:pt x="0" y="219868"/>
                </a:moveTo>
                <a:lnTo>
                  <a:pt x="25467" y="167031"/>
                </a:lnTo>
                <a:lnTo>
                  <a:pt x="68863" y="134285"/>
                </a:lnTo>
                <a:lnTo>
                  <a:pt x="131289" y="104051"/>
                </a:lnTo>
                <a:lnTo>
                  <a:pt x="169074" y="90017"/>
                </a:lnTo>
                <a:lnTo>
                  <a:pt x="210940" y="76780"/>
                </a:lnTo>
                <a:lnTo>
                  <a:pt x="256661" y="64398"/>
                </a:lnTo>
                <a:lnTo>
                  <a:pt x="306012" y="52926"/>
                </a:lnTo>
                <a:lnTo>
                  <a:pt x="358768" y="42421"/>
                </a:lnTo>
                <a:lnTo>
                  <a:pt x="414702" y="32941"/>
                </a:lnTo>
                <a:lnTo>
                  <a:pt x="473589" y="24541"/>
                </a:lnTo>
                <a:lnTo>
                  <a:pt x="535203" y="17278"/>
                </a:lnTo>
                <a:lnTo>
                  <a:pt x="599320" y="11209"/>
                </a:lnTo>
                <a:lnTo>
                  <a:pt x="665714" y="6389"/>
                </a:lnTo>
                <a:lnTo>
                  <a:pt x="734159" y="2877"/>
                </a:lnTo>
                <a:lnTo>
                  <a:pt x="804429" y="728"/>
                </a:lnTo>
                <a:lnTo>
                  <a:pt x="876299" y="0"/>
                </a:lnTo>
                <a:lnTo>
                  <a:pt x="948170" y="728"/>
                </a:lnTo>
                <a:lnTo>
                  <a:pt x="1018440" y="2877"/>
                </a:lnTo>
                <a:lnTo>
                  <a:pt x="1086885" y="6389"/>
                </a:lnTo>
                <a:lnTo>
                  <a:pt x="1153279" y="11209"/>
                </a:lnTo>
                <a:lnTo>
                  <a:pt x="1217396" y="17278"/>
                </a:lnTo>
                <a:lnTo>
                  <a:pt x="1279010" y="24541"/>
                </a:lnTo>
                <a:lnTo>
                  <a:pt x="1337897" y="32941"/>
                </a:lnTo>
                <a:lnTo>
                  <a:pt x="1393831" y="42421"/>
                </a:lnTo>
                <a:lnTo>
                  <a:pt x="1446587" y="52926"/>
                </a:lnTo>
                <a:lnTo>
                  <a:pt x="1495937" y="64398"/>
                </a:lnTo>
                <a:lnTo>
                  <a:pt x="1541659" y="76780"/>
                </a:lnTo>
                <a:lnTo>
                  <a:pt x="1583524" y="90017"/>
                </a:lnTo>
                <a:lnTo>
                  <a:pt x="1621309" y="104051"/>
                </a:lnTo>
                <a:lnTo>
                  <a:pt x="1683735" y="134285"/>
                </a:lnTo>
                <a:lnTo>
                  <a:pt x="1727131" y="167031"/>
                </a:lnTo>
                <a:lnTo>
                  <a:pt x="1749694" y="201836"/>
                </a:lnTo>
                <a:lnTo>
                  <a:pt x="1752598" y="219868"/>
                </a:lnTo>
                <a:lnTo>
                  <a:pt x="1749694" y="237901"/>
                </a:lnTo>
                <a:lnTo>
                  <a:pt x="1727131" y="272705"/>
                </a:lnTo>
                <a:lnTo>
                  <a:pt x="1683735" y="305451"/>
                </a:lnTo>
                <a:lnTo>
                  <a:pt x="1621309" y="335686"/>
                </a:lnTo>
                <a:lnTo>
                  <a:pt x="1583524" y="349720"/>
                </a:lnTo>
                <a:lnTo>
                  <a:pt x="1541659" y="362957"/>
                </a:lnTo>
                <a:lnTo>
                  <a:pt x="1495937" y="375339"/>
                </a:lnTo>
                <a:lnTo>
                  <a:pt x="1446587" y="386811"/>
                </a:lnTo>
                <a:lnTo>
                  <a:pt x="1393831" y="397315"/>
                </a:lnTo>
                <a:lnTo>
                  <a:pt x="1337897" y="406796"/>
                </a:lnTo>
                <a:lnTo>
                  <a:pt x="1279010" y="415196"/>
                </a:lnTo>
                <a:lnTo>
                  <a:pt x="1217396" y="422459"/>
                </a:lnTo>
                <a:lnTo>
                  <a:pt x="1153279" y="428528"/>
                </a:lnTo>
                <a:lnTo>
                  <a:pt x="1086885" y="433347"/>
                </a:lnTo>
                <a:lnTo>
                  <a:pt x="1018440" y="436859"/>
                </a:lnTo>
                <a:lnTo>
                  <a:pt x="948170" y="439008"/>
                </a:lnTo>
                <a:lnTo>
                  <a:pt x="876299" y="439737"/>
                </a:lnTo>
                <a:lnTo>
                  <a:pt x="804429" y="439008"/>
                </a:lnTo>
                <a:lnTo>
                  <a:pt x="734159" y="436859"/>
                </a:lnTo>
                <a:lnTo>
                  <a:pt x="665714" y="433347"/>
                </a:lnTo>
                <a:lnTo>
                  <a:pt x="599320" y="428528"/>
                </a:lnTo>
                <a:lnTo>
                  <a:pt x="535203" y="422459"/>
                </a:lnTo>
                <a:lnTo>
                  <a:pt x="473589" y="415196"/>
                </a:lnTo>
                <a:lnTo>
                  <a:pt x="414702" y="406796"/>
                </a:lnTo>
                <a:lnTo>
                  <a:pt x="358768" y="397315"/>
                </a:lnTo>
                <a:lnTo>
                  <a:pt x="306012" y="386811"/>
                </a:lnTo>
                <a:lnTo>
                  <a:pt x="256661" y="375339"/>
                </a:lnTo>
                <a:lnTo>
                  <a:pt x="210940" y="362957"/>
                </a:lnTo>
                <a:lnTo>
                  <a:pt x="169074" y="349720"/>
                </a:lnTo>
                <a:lnTo>
                  <a:pt x="131289" y="335686"/>
                </a:lnTo>
                <a:lnTo>
                  <a:pt x="68863" y="305451"/>
                </a:lnTo>
                <a:lnTo>
                  <a:pt x="25467" y="272705"/>
                </a:lnTo>
                <a:lnTo>
                  <a:pt x="2904" y="237901"/>
                </a:lnTo>
                <a:lnTo>
                  <a:pt x="0" y="219868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659286" y="6597534"/>
            <a:ext cx="1752600" cy="440055"/>
          </a:xfrm>
          <a:custGeom>
            <a:avLst/>
            <a:gdLst/>
            <a:ahLst/>
            <a:cxnLst/>
            <a:rect l="l" t="t" r="r" b="b"/>
            <a:pathLst>
              <a:path w="1752600" h="440054">
                <a:moveTo>
                  <a:pt x="876300" y="0"/>
                </a:moveTo>
                <a:lnTo>
                  <a:pt x="804429" y="728"/>
                </a:lnTo>
                <a:lnTo>
                  <a:pt x="734158" y="2877"/>
                </a:lnTo>
                <a:lnTo>
                  <a:pt x="665713" y="6389"/>
                </a:lnTo>
                <a:lnTo>
                  <a:pt x="599319" y="11209"/>
                </a:lnTo>
                <a:lnTo>
                  <a:pt x="535202" y="17278"/>
                </a:lnTo>
                <a:lnTo>
                  <a:pt x="473587" y="24541"/>
                </a:lnTo>
                <a:lnTo>
                  <a:pt x="414700" y="32941"/>
                </a:lnTo>
                <a:lnTo>
                  <a:pt x="358766" y="42422"/>
                </a:lnTo>
                <a:lnTo>
                  <a:pt x="306011" y="52926"/>
                </a:lnTo>
                <a:lnTo>
                  <a:pt x="256660" y="64398"/>
                </a:lnTo>
                <a:lnTo>
                  <a:pt x="210939" y="76780"/>
                </a:lnTo>
                <a:lnTo>
                  <a:pt x="169073" y="90017"/>
                </a:lnTo>
                <a:lnTo>
                  <a:pt x="131288" y="104051"/>
                </a:lnTo>
                <a:lnTo>
                  <a:pt x="68863" y="134286"/>
                </a:lnTo>
                <a:lnTo>
                  <a:pt x="25467" y="167031"/>
                </a:lnTo>
                <a:lnTo>
                  <a:pt x="2904" y="201836"/>
                </a:lnTo>
                <a:lnTo>
                  <a:pt x="0" y="219868"/>
                </a:lnTo>
                <a:lnTo>
                  <a:pt x="2904" y="237901"/>
                </a:lnTo>
                <a:lnTo>
                  <a:pt x="25467" y="272706"/>
                </a:lnTo>
                <a:lnTo>
                  <a:pt x="68863" y="305452"/>
                </a:lnTo>
                <a:lnTo>
                  <a:pt x="131288" y="335686"/>
                </a:lnTo>
                <a:lnTo>
                  <a:pt x="169073" y="349721"/>
                </a:lnTo>
                <a:lnTo>
                  <a:pt x="210939" y="362957"/>
                </a:lnTo>
                <a:lnTo>
                  <a:pt x="256660" y="375340"/>
                </a:lnTo>
                <a:lnTo>
                  <a:pt x="306011" y="386812"/>
                </a:lnTo>
                <a:lnTo>
                  <a:pt x="358766" y="397316"/>
                </a:lnTo>
                <a:lnTo>
                  <a:pt x="414700" y="406797"/>
                </a:lnTo>
                <a:lnTo>
                  <a:pt x="473587" y="415197"/>
                </a:lnTo>
                <a:lnTo>
                  <a:pt x="535202" y="422460"/>
                </a:lnTo>
                <a:lnTo>
                  <a:pt x="599319" y="428529"/>
                </a:lnTo>
                <a:lnTo>
                  <a:pt x="665713" y="433348"/>
                </a:lnTo>
                <a:lnTo>
                  <a:pt x="734158" y="436861"/>
                </a:lnTo>
                <a:lnTo>
                  <a:pt x="804429" y="439009"/>
                </a:lnTo>
                <a:lnTo>
                  <a:pt x="876300" y="439738"/>
                </a:lnTo>
                <a:lnTo>
                  <a:pt x="948169" y="439009"/>
                </a:lnTo>
                <a:lnTo>
                  <a:pt x="1018438" y="436861"/>
                </a:lnTo>
                <a:lnTo>
                  <a:pt x="1086882" y="433348"/>
                </a:lnTo>
                <a:lnTo>
                  <a:pt x="1153275" y="428529"/>
                </a:lnTo>
                <a:lnTo>
                  <a:pt x="1217392" y="422460"/>
                </a:lnTo>
                <a:lnTo>
                  <a:pt x="1279006" y="415197"/>
                </a:lnTo>
                <a:lnTo>
                  <a:pt x="1337893" y="406797"/>
                </a:lnTo>
                <a:lnTo>
                  <a:pt x="1393827" y="397316"/>
                </a:lnTo>
                <a:lnTo>
                  <a:pt x="1446583" y="386812"/>
                </a:lnTo>
                <a:lnTo>
                  <a:pt x="1495934" y="375340"/>
                </a:lnTo>
                <a:lnTo>
                  <a:pt x="1541656" y="362957"/>
                </a:lnTo>
                <a:lnTo>
                  <a:pt x="1583522" y="349721"/>
                </a:lnTo>
                <a:lnTo>
                  <a:pt x="1621308" y="335686"/>
                </a:lnTo>
                <a:lnTo>
                  <a:pt x="1683734" y="305452"/>
                </a:lnTo>
                <a:lnTo>
                  <a:pt x="1727131" y="272706"/>
                </a:lnTo>
                <a:lnTo>
                  <a:pt x="1749695" y="237901"/>
                </a:lnTo>
                <a:lnTo>
                  <a:pt x="1752600" y="219868"/>
                </a:lnTo>
                <a:lnTo>
                  <a:pt x="1749695" y="201836"/>
                </a:lnTo>
                <a:lnTo>
                  <a:pt x="1727131" y="167031"/>
                </a:lnTo>
                <a:lnTo>
                  <a:pt x="1683734" y="134286"/>
                </a:lnTo>
                <a:lnTo>
                  <a:pt x="1621308" y="104051"/>
                </a:lnTo>
                <a:lnTo>
                  <a:pt x="1583522" y="90017"/>
                </a:lnTo>
                <a:lnTo>
                  <a:pt x="1541656" y="76780"/>
                </a:lnTo>
                <a:lnTo>
                  <a:pt x="1495934" y="64398"/>
                </a:lnTo>
                <a:lnTo>
                  <a:pt x="1446583" y="52926"/>
                </a:lnTo>
                <a:lnTo>
                  <a:pt x="1393827" y="42422"/>
                </a:lnTo>
                <a:lnTo>
                  <a:pt x="1337893" y="32941"/>
                </a:lnTo>
                <a:lnTo>
                  <a:pt x="1279006" y="24541"/>
                </a:lnTo>
                <a:lnTo>
                  <a:pt x="1217392" y="17278"/>
                </a:lnTo>
                <a:lnTo>
                  <a:pt x="1153275" y="11209"/>
                </a:lnTo>
                <a:lnTo>
                  <a:pt x="1086882" y="6389"/>
                </a:lnTo>
                <a:lnTo>
                  <a:pt x="1018438" y="2877"/>
                </a:lnTo>
                <a:lnTo>
                  <a:pt x="948169" y="728"/>
                </a:lnTo>
                <a:lnTo>
                  <a:pt x="876300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659286" y="6597534"/>
            <a:ext cx="1752600" cy="440055"/>
          </a:xfrm>
          <a:custGeom>
            <a:avLst/>
            <a:gdLst/>
            <a:ahLst/>
            <a:cxnLst/>
            <a:rect l="l" t="t" r="r" b="b"/>
            <a:pathLst>
              <a:path w="1752600" h="440054">
                <a:moveTo>
                  <a:pt x="0" y="219868"/>
                </a:moveTo>
                <a:lnTo>
                  <a:pt x="25467" y="167031"/>
                </a:lnTo>
                <a:lnTo>
                  <a:pt x="68863" y="134285"/>
                </a:lnTo>
                <a:lnTo>
                  <a:pt x="131289" y="104051"/>
                </a:lnTo>
                <a:lnTo>
                  <a:pt x="169074" y="90017"/>
                </a:lnTo>
                <a:lnTo>
                  <a:pt x="210940" y="76780"/>
                </a:lnTo>
                <a:lnTo>
                  <a:pt x="256661" y="64398"/>
                </a:lnTo>
                <a:lnTo>
                  <a:pt x="306012" y="52926"/>
                </a:lnTo>
                <a:lnTo>
                  <a:pt x="358768" y="42421"/>
                </a:lnTo>
                <a:lnTo>
                  <a:pt x="414702" y="32941"/>
                </a:lnTo>
                <a:lnTo>
                  <a:pt x="473589" y="24541"/>
                </a:lnTo>
                <a:lnTo>
                  <a:pt x="535203" y="17278"/>
                </a:lnTo>
                <a:lnTo>
                  <a:pt x="599320" y="11209"/>
                </a:lnTo>
                <a:lnTo>
                  <a:pt x="665714" y="6389"/>
                </a:lnTo>
                <a:lnTo>
                  <a:pt x="734159" y="2877"/>
                </a:lnTo>
                <a:lnTo>
                  <a:pt x="804429" y="728"/>
                </a:lnTo>
                <a:lnTo>
                  <a:pt x="876299" y="0"/>
                </a:lnTo>
                <a:lnTo>
                  <a:pt x="948170" y="728"/>
                </a:lnTo>
                <a:lnTo>
                  <a:pt x="1018440" y="2877"/>
                </a:lnTo>
                <a:lnTo>
                  <a:pt x="1086885" y="6389"/>
                </a:lnTo>
                <a:lnTo>
                  <a:pt x="1153279" y="11209"/>
                </a:lnTo>
                <a:lnTo>
                  <a:pt x="1217396" y="17278"/>
                </a:lnTo>
                <a:lnTo>
                  <a:pt x="1279010" y="24541"/>
                </a:lnTo>
                <a:lnTo>
                  <a:pt x="1337897" y="32941"/>
                </a:lnTo>
                <a:lnTo>
                  <a:pt x="1393831" y="42421"/>
                </a:lnTo>
                <a:lnTo>
                  <a:pt x="1446587" y="52926"/>
                </a:lnTo>
                <a:lnTo>
                  <a:pt x="1495937" y="64398"/>
                </a:lnTo>
                <a:lnTo>
                  <a:pt x="1541659" y="76780"/>
                </a:lnTo>
                <a:lnTo>
                  <a:pt x="1583524" y="90017"/>
                </a:lnTo>
                <a:lnTo>
                  <a:pt x="1621309" y="104051"/>
                </a:lnTo>
                <a:lnTo>
                  <a:pt x="1683735" y="134285"/>
                </a:lnTo>
                <a:lnTo>
                  <a:pt x="1727131" y="167031"/>
                </a:lnTo>
                <a:lnTo>
                  <a:pt x="1749694" y="201836"/>
                </a:lnTo>
                <a:lnTo>
                  <a:pt x="1752598" y="219868"/>
                </a:lnTo>
                <a:lnTo>
                  <a:pt x="1749694" y="237901"/>
                </a:lnTo>
                <a:lnTo>
                  <a:pt x="1727131" y="272705"/>
                </a:lnTo>
                <a:lnTo>
                  <a:pt x="1683735" y="305451"/>
                </a:lnTo>
                <a:lnTo>
                  <a:pt x="1621309" y="335686"/>
                </a:lnTo>
                <a:lnTo>
                  <a:pt x="1583524" y="349720"/>
                </a:lnTo>
                <a:lnTo>
                  <a:pt x="1541659" y="362956"/>
                </a:lnTo>
                <a:lnTo>
                  <a:pt x="1495937" y="375339"/>
                </a:lnTo>
                <a:lnTo>
                  <a:pt x="1446587" y="386811"/>
                </a:lnTo>
                <a:lnTo>
                  <a:pt x="1393831" y="397315"/>
                </a:lnTo>
                <a:lnTo>
                  <a:pt x="1337897" y="406796"/>
                </a:lnTo>
                <a:lnTo>
                  <a:pt x="1279010" y="415196"/>
                </a:lnTo>
                <a:lnTo>
                  <a:pt x="1217396" y="422459"/>
                </a:lnTo>
                <a:lnTo>
                  <a:pt x="1153279" y="428528"/>
                </a:lnTo>
                <a:lnTo>
                  <a:pt x="1086885" y="433347"/>
                </a:lnTo>
                <a:lnTo>
                  <a:pt x="1018440" y="436859"/>
                </a:lnTo>
                <a:lnTo>
                  <a:pt x="948170" y="439008"/>
                </a:lnTo>
                <a:lnTo>
                  <a:pt x="876299" y="439737"/>
                </a:lnTo>
                <a:lnTo>
                  <a:pt x="804429" y="439008"/>
                </a:lnTo>
                <a:lnTo>
                  <a:pt x="734159" y="436859"/>
                </a:lnTo>
                <a:lnTo>
                  <a:pt x="665714" y="433347"/>
                </a:lnTo>
                <a:lnTo>
                  <a:pt x="599320" y="428528"/>
                </a:lnTo>
                <a:lnTo>
                  <a:pt x="535203" y="422459"/>
                </a:lnTo>
                <a:lnTo>
                  <a:pt x="473589" y="415196"/>
                </a:lnTo>
                <a:lnTo>
                  <a:pt x="414702" y="406796"/>
                </a:lnTo>
                <a:lnTo>
                  <a:pt x="358768" y="397315"/>
                </a:lnTo>
                <a:lnTo>
                  <a:pt x="306012" y="386811"/>
                </a:lnTo>
                <a:lnTo>
                  <a:pt x="256661" y="375339"/>
                </a:lnTo>
                <a:lnTo>
                  <a:pt x="210940" y="362956"/>
                </a:lnTo>
                <a:lnTo>
                  <a:pt x="169074" y="349720"/>
                </a:lnTo>
                <a:lnTo>
                  <a:pt x="131289" y="335686"/>
                </a:lnTo>
                <a:lnTo>
                  <a:pt x="68863" y="305451"/>
                </a:lnTo>
                <a:lnTo>
                  <a:pt x="25467" y="272705"/>
                </a:lnTo>
                <a:lnTo>
                  <a:pt x="2904" y="237901"/>
                </a:lnTo>
                <a:lnTo>
                  <a:pt x="0" y="219868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5401081" y="5404840"/>
            <a:ext cx="212090" cy="160845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25400" marR="5080" indent="-12700" algn="just">
              <a:lnSpc>
                <a:spcPct val="143400"/>
              </a:lnSpc>
              <a:spcBef>
                <a:spcPts val="170"/>
              </a:spcBef>
            </a:pPr>
            <a:r>
              <a:rPr sz="2400" i="1" dirty="0">
                <a:latin typeface="Times New Roman"/>
                <a:cs typeface="Times New Roman"/>
              </a:rPr>
              <a:t>X  Y  Z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906687" y="1720735"/>
            <a:ext cx="0" cy="228600"/>
          </a:xfrm>
          <a:custGeom>
            <a:avLst/>
            <a:gdLst/>
            <a:ahLst/>
            <a:cxnLst/>
            <a:rect l="l" t="t" r="r" b="b"/>
            <a:pathLst>
              <a:path h="228600">
                <a:moveTo>
                  <a:pt x="0" y="228599"/>
                </a:moveTo>
                <a:lnTo>
                  <a:pt x="0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906687" y="2635135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0"/>
                </a:moveTo>
                <a:lnTo>
                  <a:pt x="0" y="30479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906687" y="3397136"/>
            <a:ext cx="0" cy="228600"/>
          </a:xfrm>
          <a:custGeom>
            <a:avLst/>
            <a:gdLst/>
            <a:ahLst/>
            <a:cxnLst/>
            <a:rect l="l" t="t" r="r" b="b"/>
            <a:pathLst>
              <a:path h="228600">
                <a:moveTo>
                  <a:pt x="0" y="228599"/>
                </a:moveTo>
                <a:lnTo>
                  <a:pt x="0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906687" y="4311535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0"/>
                </a:moveTo>
                <a:lnTo>
                  <a:pt x="0" y="30479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906687" y="5073536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304799"/>
                </a:moveTo>
                <a:lnTo>
                  <a:pt x="0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906687" y="5987935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0"/>
                </a:moveTo>
                <a:lnTo>
                  <a:pt x="0" y="30479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744886" y="4921135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0" y="0"/>
                </a:moveTo>
                <a:lnTo>
                  <a:pt x="914399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744886" y="3168535"/>
            <a:ext cx="990600" cy="0"/>
          </a:xfrm>
          <a:custGeom>
            <a:avLst/>
            <a:gdLst/>
            <a:ahLst/>
            <a:cxnLst/>
            <a:rect l="l" t="t" r="r" b="b"/>
            <a:pathLst>
              <a:path w="990600">
                <a:moveTo>
                  <a:pt x="0" y="0"/>
                </a:moveTo>
                <a:lnTo>
                  <a:pt x="990599" y="1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744886" y="1492136"/>
            <a:ext cx="1066800" cy="0"/>
          </a:xfrm>
          <a:custGeom>
            <a:avLst/>
            <a:gdLst/>
            <a:ahLst/>
            <a:cxnLst/>
            <a:rect l="l" t="t" r="r" b="b"/>
            <a:pathLst>
              <a:path w="1066800">
                <a:moveTo>
                  <a:pt x="0" y="0"/>
                </a:moveTo>
                <a:lnTo>
                  <a:pt x="1066799" y="1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2683802" y="1677555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604427" y="2591955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528227" y="3353955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528227" y="4268355"/>
            <a:ext cx="27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528227" y="5106555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528227" y="5944755"/>
            <a:ext cx="27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3744887" y="5768860"/>
            <a:ext cx="914400" cy="768350"/>
          </a:xfrm>
          <a:custGeom>
            <a:avLst/>
            <a:gdLst/>
            <a:ahLst/>
            <a:cxnLst/>
            <a:rect l="l" t="t" r="r" b="b"/>
            <a:pathLst>
              <a:path w="914400" h="768350">
                <a:moveTo>
                  <a:pt x="914399" y="0"/>
                </a:moveTo>
                <a:lnTo>
                  <a:pt x="0" y="76834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744887" y="6302259"/>
            <a:ext cx="914400" cy="234950"/>
          </a:xfrm>
          <a:custGeom>
            <a:avLst/>
            <a:gdLst/>
            <a:ahLst/>
            <a:cxnLst/>
            <a:rect l="l" t="t" r="r" b="b"/>
            <a:pathLst>
              <a:path w="914400" h="234950">
                <a:moveTo>
                  <a:pt x="914399" y="0"/>
                </a:moveTo>
                <a:lnTo>
                  <a:pt x="0" y="23494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744887" y="6537209"/>
            <a:ext cx="914400" cy="281305"/>
          </a:xfrm>
          <a:custGeom>
            <a:avLst/>
            <a:gdLst/>
            <a:ahLst/>
            <a:cxnLst/>
            <a:rect l="l" t="t" r="r" b="b"/>
            <a:pathLst>
              <a:path w="914400" h="281304">
                <a:moveTo>
                  <a:pt x="914399" y="280987"/>
                </a:moveTo>
                <a:lnTo>
                  <a:pt x="0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6869086" y="3854335"/>
            <a:ext cx="2590800" cy="2743200"/>
          </a:xfrm>
          <a:custGeom>
            <a:avLst/>
            <a:gdLst/>
            <a:ahLst/>
            <a:cxnLst/>
            <a:rect l="l" t="t" r="r" b="b"/>
            <a:pathLst>
              <a:path w="2590800" h="2743200">
                <a:moveTo>
                  <a:pt x="1295400" y="0"/>
                </a:moveTo>
                <a:lnTo>
                  <a:pt x="0" y="2743198"/>
                </a:lnTo>
                <a:lnTo>
                  <a:pt x="2590800" y="2743198"/>
                </a:lnTo>
                <a:lnTo>
                  <a:pt x="12954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6869086" y="3854335"/>
            <a:ext cx="2590800" cy="2743200"/>
          </a:xfrm>
          <a:custGeom>
            <a:avLst/>
            <a:gdLst/>
            <a:ahLst/>
            <a:cxnLst/>
            <a:rect l="l" t="t" r="r" b="b"/>
            <a:pathLst>
              <a:path w="2590800" h="2743200">
                <a:moveTo>
                  <a:pt x="0" y="2743197"/>
                </a:moveTo>
                <a:lnTo>
                  <a:pt x="1295399" y="0"/>
                </a:lnTo>
                <a:lnTo>
                  <a:pt x="2590798" y="2743197"/>
                </a:lnTo>
                <a:lnTo>
                  <a:pt x="0" y="2743197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8164486" y="3930535"/>
            <a:ext cx="0" cy="2057400"/>
          </a:xfrm>
          <a:custGeom>
            <a:avLst/>
            <a:gdLst/>
            <a:ahLst/>
            <a:cxnLst/>
            <a:rect l="l" t="t" r="r" b="b"/>
            <a:pathLst>
              <a:path h="2057400">
                <a:moveTo>
                  <a:pt x="0" y="0"/>
                </a:moveTo>
                <a:lnTo>
                  <a:pt x="0" y="2057398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6869086" y="5987935"/>
            <a:ext cx="2590800" cy="609600"/>
          </a:xfrm>
          <a:custGeom>
            <a:avLst/>
            <a:gdLst/>
            <a:ahLst/>
            <a:cxnLst/>
            <a:rect l="l" t="t" r="r" b="b"/>
            <a:pathLst>
              <a:path w="2590800" h="609600">
                <a:moveTo>
                  <a:pt x="1295400" y="0"/>
                </a:moveTo>
                <a:lnTo>
                  <a:pt x="0" y="609598"/>
                </a:lnTo>
                <a:lnTo>
                  <a:pt x="2590800" y="609598"/>
                </a:lnTo>
                <a:lnTo>
                  <a:pt x="12954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6869086" y="5987935"/>
            <a:ext cx="2590800" cy="609600"/>
          </a:xfrm>
          <a:custGeom>
            <a:avLst/>
            <a:gdLst/>
            <a:ahLst/>
            <a:cxnLst/>
            <a:rect l="l" t="t" r="r" b="b"/>
            <a:pathLst>
              <a:path w="2590800" h="609600">
                <a:moveTo>
                  <a:pt x="0" y="609599"/>
                </a:moveTo>
                <a:lnTo>
                  <a:pt x="1295399" y="0"/>
                </a:lnTo>
                <a:lnTo>
                  <a:pt x="2590798" y="609599"/>
                </a:lnTo>
                <a:lnTo>
                  <a:pt x="0" y="60959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3088614" y="1699780"/>
            <a:ext cx="685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(4,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*)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142589" y="2499880"/>
            <a:ext cx="609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(1,1)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3207677" y="3331730"/>
            <a:ext cx="685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(3,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*)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104489" y="4176280"/>
            <a:ext cx="685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(2,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3104489" y="5085918"/>
            <a:ext cx="685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(2,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3104489" y="5846330"/>
            <a:ext cx="685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(3,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*)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9326536" y="1263535"/>
            <a:ext cx="590550" cy="2362200"/>
          </a:xfrm>
          <a:custGeom>
            <a:avLst/>
            <a:gdLst/>
            <a:ahLst/>
            <a:cxnLst/>
            <a:rect l="l" t="t" r="r" b="b"/>
            <a:pathLst>
              <a:path w="590550" h="2362200">
                <a:moveTo>
                  <a:pt x="590550" y="0"/>
                </a:moveTo>
                <a:lnTo>
                  <a:pt x="0" y="590550"/>
                </a:lnTo>
                <a:lnTo>
                  <a:pt x="0" y="2362200"/>
                </a:lnTo>
                <a:lnTo>
                  <a:pt x="590550" y="1771650"/>
                </a:lnTo>
                <a:lnTo>
                  <a:pt x="590550" y="0"/>
                </a:lnTo>
                <a:close/>
              </a:path>
            </a:pathLst>
          </a:custGeom>
          <a:solidFill>
            <a:srgbClr val="D86F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7554886" y="1263535"/>
            <a:ext cx="2362200" cy="590550"/>
          </a:xfrm>
          <a:custGeom>
            <a:avLst/>
            <a:gdLst/>
            <a:ahLst/>
            <a:cxnLst/>
            <a:rect l="l" t="t" r="r" b="b"/>
            <a:pathLst>
              <a:path w="2362200" h="590550">
                <a:moveTo>
                  <a:pt x="2362200" y="0"/>
                </a:moveTo>
                <a:lnTo>
                  <a:pt x="590550" y="0"/>
                </a:lnTo>
                <a:lnTo>
                  <a:pt x="0" y="590550"/>
                </a:lnTo>
                <a:lnTo>
                  <a:pt x="1771650" y="590550"/>
                </a:lnTo>
                <a:lnTo>
                  <a:pt x="2362200" y="0"/>
                </a:lnTo>
                <a:close/>
              </a:path>
            </a:pathLst>
          </a:custGeom>
          <a:solidFill>
            <a:srgbClr val="FF9E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7554886" y="1263536"/>
            <a:ext cx="2362200" cy="2362200"/>
          </a:xfrm>
          <a:custGeom>
            <a:avLst/>
            <a:gdLst/>
            <a:ahLst/>
            <a:cxnLst/>
            <a:rect l="l" t="t" r="r" b="b"/>
            <a:pathLst>
              <a:path w="2362200" h="2362200">
                <a:moveTo>
                  <a:pt x="0" y="590549"/>
                </a:moveTo>
                <a:lnTo>
                  <a:pt x="590549" y="0"/>
                </a:lnTo>
                <a:lnTo>
                  <a:pt x="2362198" y="0"/>
                </a:lnTo>
                <a:lnTo>
                  <a:pt x="2362198" y="1771648"/>
                </a:lnTo>
                <a:lnTo>
                  <a:pt x="1771648" y="2362197"/>
                </a:lnTo>
                <a:lnTo>
                  <a:pt x="0" y="2362197"/>
                </a:lnTo>
                <a:lnTo>
                  <a:pt x="0" y="59054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7554886" y="1263536"/>
            <a:ext cx="2362200" cy="590550"/>
          </a:xfrm>
          <a:custGeom>
            <a:avLst/>
            <a:gdLst/>
            <a:ahLst/>
            <a:cxnLst/>
            <a:rect l="l" t="t" r="r" b="b"/>
            <a:pathLst>
              <a:path w="2362200" h="590550">
                <a:moveTo>
                  <a:pt x="0" y="590549"/>
                </a:moveTo>
                <a:lnTo>
                  <a:pt x="1771648" y="590549"/>
                </a:lnTo>
                <a:lnTo>
                  <a:pt x="2362198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9326536" y="1854085"/>
            <a:ext cx="0" cy="1771650"/>
          </a:xfrm>
          <a:custGeom>
            <a:avLst/>
            <a:gdLst/>
            <a:ahLst/>
            <a:cxnLst/>
            <a:rect l="l" t="t" r="r" b="b"/>
            <a:pathLst>
              <a:path h="1771650">
                <a:moveTo>
                  <a:pt x="0" y="0"/>
                </a:moveTo>
                <a:lnTo>
                  <a:pt x="0" y="1771648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 txBox="1"/>
          <p:nvPr/>
        </p:nvSpPr>
        <p:spPr>
          <a:xfrm>
            <a:off x="7554886" y="1854085"/>
            <a:ext cx="1768475" cy="1771650"/>
          </a:xfrm>
          <a:prstGeom prst="rect">
            <a:avLst/>
          </a:prstGeom>
          <a:solidFill>
            <a:srgbClr val="FF85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 marL="382905" marR="368300">
              <a:lnSpc>
                <a:spcPts val="2600"/>
              </a:lnSpc>
              <a:spcBef>
                <a:spcPts val="1695"/>
              </a:spcBef>
            </a:pPr>
            <a:r>
              <a:rPr sz="2200" dirty="0">
                <a:latin typeface="Times New Roman"/>
                <a:cs typeface="Times New Roman"/>
              </a:rPr>
              <a:t>B</a:t>
            </a:r>
            <a:r>
              <a:rPr sz="2200" spc="-5" dirty="0">
                <a:latin typeface="Times New Roman"/>
                <a:cs typeface="Times New Roman"/>
              </a:rPr>
              <a:t>ei</a:t>
            </a:r>
            <a:r>
              <a:rPr sz="2200" dirty="0">
                <a:latin typeface="Times New Roman"/>
                <a:cs typeface="Times New Roman"/>
              </a:rPr>
              <a:t>sp</a:t>
            </a:r>
            <a:r>
              <a:rPr sz="2200" spc="-5" dirty="0">
                <a:latin typeface="Times New Roman"/>
                <a:cs typeface="Times New Roman"/>
              </a:rPr>
              <a:t>iel</a:t>
            </a:r>
            <a:r>
              <a:rPr sz="2200" dirty="0">
                <a:latin typeface="Times New Roman"/>
                <a:cs typeface="Times New Roman"/>
              </a:rPr>
              <a:t>-  </a:t>
            </a:r>
            <a:r>
              <a:rPr sz="2200" spc="-5" dirty="0">
                <a:latin typeface="Times New Roman"/>
                <a:cs typeface="Times New Roman"/>
              </a:rPr>
              <a:t>Polyeder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7" name="object 12"/>
          <p:cNvSpPr txBox="1"/>
          <p:nvPr/>
        </p:nvSpPr>
        <p:spPr>
          <a:xfrm flipH="1">
            <a:off x="8772472" y="4311535"/>
            <a:ext cx="1982814" cy="22955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960119" algn="l"/>
                <a:tab pos="1873250" algn="l"/>
              </a:tabLst>
            </a:pPr>
            <a:r>
              <a:rPr lang="de-DE" sz="1400" b="1" dirty="0">
                <a:solidFill>
                  <a:srgbClr val="C00000"/>
                </a:solidFill>
                <a:latin typeface="Times New Roman"/>
                <a:cs typeface="Times New Roman"/>
              </a:rPr>
              <a:t>Min-Max </a:t>
            </a:r>
            <a:r>
              <a:rPr lang="de-DE" sz="1400" b="1" dirty="0" err="1">
                <a:solidFill>
                  <a:srgbClr val="C00000"/>
                </a:solidFill>
                <a:latin typeface="Times New Roman"/>
                <a:cs typeface="Times New Roman"/>
              </a:rPr>
              <a:t>notation</a:t>
            </a:r>
            <a:endParaRPr sz="1400" b="1" dirty="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  <p:sp>
        <p:nvSpPr>
          <p:cNvPr id="68" name="object 2">
            <a:extLst>
              <a:ext uri="{FF2B5EF4-FFF2-40B4-BE49-F238E27FC236}">
                <a16:creationId xmlns:a16="http://schemas.microsoft.com/office/drawing/2014/main" id="{B21EA06F-1DBE-A323-B24D-95F4C5E74B61}"/>
              </a:ext>
            </a:extLst>
          </p:cNvPr>
          <p:cNvSpPr txBox="1">
            <a:spLocks/>
          </p:cNvSpPr>
          <p:nvPr/>
        </p:nvSpPr>
        <p:spPr>
          <a:xfrm>
            <a:off x="1003300" y="577850"/>
            <a:ext cx="6908479" cy="540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pc="-5" dirty="0" err="1"/>
              <a:t>Begrenzungsflächendarstellung</a:t>
            </a:r>
            <a:endParaRPr lang="en-GB" spc="-5" dirty="0"/>
          </a:p>
        </p:txBody>
      </p:sp>
      <p:sp>
        <p:nvSpPr>
          <p:cNvPr id="71" name="object 20">
            <a:extLst>
              <a:ext uri="{FF2B5EF4-FFF2-40B4-BE49-F238E27FC236}">
                <a16:creationId xmlns:a16="http://schemas.microsoft.com/office/drawing/2014/main" id="{5D8B45F7-09A2-2F9F-7D77-C90F5948CA8A}"/>
              </a:ext>
            </a:extLst>
          </p:cNvPr>
          <p:cNvSpPr txBox="1"/>
          <p:nvPr/>
        </p:nvSpPr>
        <p:spPr>
          <a:xfrm>
            <a:off x="5253990" y="1261208"/>
            <a:ext cx="13119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de-DE" sz="2400" u="heavy" spc="-5" dirty="0" err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Poly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ID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620262" y="6935354"/>
            <a:ext cx="2235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CC66FF"/>
                </a:solidFill>
                <a:latin typeface="Arial"/>
                <a:cs typeface="Arial"/>
              </a:rPr>
              <a:t>45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636034" y="1308202"/>
            <a:ext cx="2741930" cy="450215"/>
          </a:xfrm>
          <a:custGeom>
            <a:avLst/>
            <a:gdLst/>
            <a:ahLst/>
            <a:cxnLst/>
            <a:rect l="l" t="t" r="r" b="b"/>
            <a:pathLst>
              <a:path w="2741929" h="450214">
                <a:moveTo>
                  <a:pt x="0" y="450206"/>
                </a:moveTo>
                <a:lnTo>
                  <a:pt x="2741881" y="450206"/>
                </a:lnTo>
                <a:lnTo>
                  <a:pt x="2741881" y="0"/>
                </a:lnTo>
                <a:lnTo>
                  <a:pt x="0" y="0"/>
                </a:lnTo>
                <a:lnTo>
                  <a:pt x="0" y="450206"/>
                </a:lnTo>
                <a:close/>
              </a:path>
            </a:pathLst>
          </a:custGeom>
          <a:ln w="102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36034" y="657143"/>
            <a:ext cx="2741930" cy="651510"/>
          </a:xfrm>
          <a:custGeom>
            <a:avLst/>
            <a:gdLst/>
            <a:ahLst/>
            <a:cxnLst/>
            <a:rect l="l" t="t" r="r" b="b"/>
            <a:pathLst>
              <a:path w="2741929" h="651510">
                <a:moveTo>
                  <a:pt x="0" y="651002"/>
                </a:moveTo>
                <a:lnTo>
                  <a:pt x="2741881" y="651002"/>
                </a:lnTo>
                <a:lnTo>
                  <a:pt x="2741881" y="0"/>
                </a:lnTo>
                <a:lnTo>
                  <a:pt x="0" y="0"/>
                </a:lnTo>
                <a:lnTo>
                  <a:pt x="0" y="651002"/>
                </a:lnTo>
                <a:close/>
              </a:path>
            </a:pathLst>
          </a:custGeom>
          <a:ln w="1023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397416" y="641329"/>
            <a:ext cx="1211580" cy="63881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65"/>
              </a:spcBef>
            </a:pPr>
            <a:r>
              <a:rPr sz="1200" spc="85" dirty="0">
                <a:latin typeface="Arial"/>
                <a:cs typeface="Arial"/>
              </a:rPr>
              <a:t>+MatrNr </a:t>
            </a:r>
            <a:r>
              <a:rPr sz="1200" spc="10" dirty="0">
                <a:latin typeface="Arial"/>
                <a:cs typeface="Arial"/>
              </a:rPr>
              <a:t>: </a:t>
            </a:r>
            <a:r>
              <a:rPr sz="1200" spc="60" dirty="0">
                <a:latin typeface="Arial"/>
                <a:cs typeface="Arial"/>
              </a:rPr>
              <a:t>int</a:t>
            </a:r>
            <a:endParaRPr sz="1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70"/>
              </a:spcBef>
            </a:pPr>
            <a:r>
              <a:rPr sz="1200" spc="90" dirty="0">
                <a:latin typeface="Arial"/>
                <a:cs typeface="Arial"/>
              </a:rPr>
              <a:t>+Name </a:t>
            </a:r>
            <a:r>
              <a:rPr sz="1200" spc="10" dirty="0">
                <a:latin typeface="Arial"/>
                <a:cs typeface="Arial"/>
              </a:rPr>
              <a:t>:</a:t>
            </a:r>
            <a:r>
              <a:rPr sz="1200" spc="50" dirty="0">
                <a:latin typeface="Arial"/>
                <a:cs typeface="Arial"/>
              </a:rPr>
              <a:t> </a:t>
            </a:r>
            <a:r>
              <a:rPr sz="1200" spc="70" dirty="0">
                <a:latin typeface="Arial"/>
                <a:cs typeface="Arial"/>
              </a:rPr>
              <a:t>String</a:t>
            </a:r>
            <a:endParaRPr sz="1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70"/>
              </a:spcBef>
            </a:pPr>
            <a:r>
              <a:rPr sz="1200" spc="85" dirty="0">
                <a:latin typeface="Arial"/>
                <a:cs typeface="Arial"/>
              </a:rPr>
              <a:t>+Semester </a:t>
            </a:r>
            <a:r>
              <a:rPr sz="1200" spc="10" dirty="0">
                <a:latin typeface="Arial"/>
                <a:cs typeface="Arial"/>
              </a:rPr>
              <a:t>:</a:t>
            </a:r>
            <a:r>
              <a:rPr sz="1200" spc="75" dirty="0">
                <a:latin typeface="Arial"/>
                <a:cs typeface="Arial"/>
              </a:rPr>
              <a:t> </a:t>
            </a:r>
            <a:r>
              <a:rPr sz="1200" spc="60" dirty="0">
                <a:latin typeface="Arial"/>
                <a:cs typeface="Arial"/>
              </a:rPr>
              <a:t>int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36034" y="411592"/>
            <a:ext cx="2741930" cy="245745"/>
          </a:xfrm>
          <a:custGeom>
            <a:avLst/>
            <a:gdLst/>
            <a:ahLst/>
            <a:cxnLst/>
            <a:rect l="l" t="t" r="r" b="b"/>
            <a:pathLst>
              <a:path w="2741929" h="245745">
                <a:moveTo>
                  <a:pt x="0" y="245637"/>
                </a:moveTo>
                <a:lnTo>
                  <a:pt x="2741909" y="245637"/>
                </a:lnTo>
                <a:lnTo>
                  <a:pt x="2741909" y="0"/>
                </a:lnTo>
                <a:lnTo>
                  <a:pt x="0" y="0"/>
                </a:lnTo>
                <a:lnTo>
                  <a:pt x="0" y="245637"/>
                </a:lnTo>
              </a:path>
            </a:pathLst>
          </a:custGeom>
          <a:ln w="102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563003" y="419000"/>
            <a:ext cx="874394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b="1" spc="85" dirty="0">
                <a:latin typeface="Arial"/>
                <a:cs typeface="Arial"/>
              </a:rPr>
              <a:t>Studenten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972232" y="2106133"/>
            <a:ext cx="1967864" cy="450215"/>
          </a:xfrm>
          <a:custGeom>
            <a:avLst/>
            <a:gdLst/>
            <a:ahLst/>
            <a:cxnLst/>
            <a:rect l="l" t="t" r="r" b="b"/>
            <a:pathLst>
              <a:path w="1967865" h="450214">
                <a:moveTo>
                  <a:pt x="0" y="450206"/>
                </a:moveTo>
                <a:lnTo>
                  <a:pt x="1967387" y="450206"/>
                </a:lnTo>
                <a:lnTo>
                  <a:pt x="1967387" y="0"/>
                </a:lnTo>
                <a:lnTo>
                  <a:pt x="0" y="0"/>
                </a:lnTo>
                <a:lnTo>
                  <a:pt x="0" y="450206"/>
                </a:lnTo>
                <a:close/>
              </a:path>
            </a:pathLst>
          </a:custGeom>
          <a:ln w="102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001753" y="2093299"/>
            <a:ext cx="1896110" cy="43497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7620" algn="ctr">
              <a:lnSpc>
                <a:spcPct val="100000"/>
              </a:lnSpc>
              <a:spcBef>
                <a:spcPts val="270"/>
              </a:spcBef>
            </a:pPr>
            <a:r>
              <a:rPr sz="1200" spc="85" dirty="0">
                <a:latin typeface="Arial"/>
                <a:cs typeface="Arial"/>
              </a:rPr>
              <a:t>+AnzHörer() </a:t>
            </a:r>
            <a:r>
              <a:rPr sz="1200" spc="10" dirty="0">
                <a:latin typeface="Arial"/>
                <a:cs typeface="Arial"/>
              </a:rPr>
              <a:t>: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spc="60" dirty="0">
                <a:latin typeface="Arial"/>
                <a:cs typeface="Arial"/>
              </a:rPr>
              <a:t>int</a:t>
            </a:r>
            <a:endParaRPr sz="1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70"/>
              </a:spcBef>
            </a:pPr>
            <a:r>
              <a:rPr sz="1200" spc="85" dirty="0">
                <a:latin typeface="Arial"/>
                <a:cs typeface="Arial"/>
              </a:rPr>
              <a:t>+DurchfallQuote() </a:t>
            </a:r>
            <a:r>
              <a:rPr sz="1200" spc="10" dirty="0">
                <a:latin typeface="Arial"/>
                <a:cs typeface="Arial"/>
              </a:rPr>
              <a:t>:</a:t>
            </a:r>
            <a:r>
              <a:rPr sz="1200" spc="-50" dirty="0">
                <a:latin typeface="Arial"/>
                <a:cs typeface="Arial"/>
              </a:rPr>
              <a:t> </a:t>
            </a:r>
            <a:r>
              <a:rPr sz="1200" spc="65" dirty="0">
                <a:latin typeface="Arial"/>
                <a:cs typeface="Arial"/>
              </a:rPr>
              <a:t>float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972232" y="1451555"/>
            <a:ext cx="1967864" cy="654685"/>
          </a:xfrm>
          <a:custGeom>
            <a:avLst/>
            <a:gdLst/>
            <a:ahLst/>
            <a:cxnLst/>
            <a:rect l="l" t="t" r="r" b="b"/>
            <a:pathLst>
              <a:path w="1967865" h="654685">
                <a:moveTo>
                  <a:pt x="0" y="654521"/>
                </a:moveTo>
                <a:lnTo>
                  <a:pt x="1967387" y="654521"/>
                </a:lnTo>
                <a:lnTo>
                  <a:pt x="1967387" y="0"/>
                </a:lnTo>
                <a:lnTo>
                  <a:pt x="0" y="0"/>
                </a:lnTo>
                <a:lnTo>
                  <a:pt x="0" y="654521"/>
                </a:lnTo>
                <a:close/>
              </a:path>
            </a:pathLst>
          </a:custGeom>
          <a:ln w="102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420592" y="1439260"/>
            <a:ext cx="1054735" cy="63881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68580">
              <a:lnSpc>
                <a:spcPct val="100000"/>
              </a:lnSpc>
              <a:spcBef>
                <a:spcPts val="265"/>
              </a:spcBef>
            </a:pPr>
            <a:r>
              <a:rPr sz="1200" spc="80" dirty="0">
                <a:latin typeface="Arial"/>
                <a:cs typeface="Arial"/>
              </a:rPr>
              <a:t>+VorlNr </a:t>
            </a:r>
            <a:r>
              <a:rPr sz="1200" spc="10" dirty="0">
                <a:latin typeface="Arial"/>
                <a:cs typeface="Arial"/>
              </a:rPr>
              <a:t>: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60" dirty="0">
                <a:latin typeface="Arial"/>
                <a:cs typeface="Arial"/>
              </a:rPr>
              <a:t>int</a:t>
            </a:r>
            <a:endParaRPr sz="1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70"/>
              </a:spcBef>
            </a:pPr>
            <a:r>
              <a:rPr sz="1200" spc="75" dirty="0">
                <a:latin typeface="Arial"/>
                <a:cs typeface="Arial"/>
              </a:rPr>
              <a:t>+Titel </a:t>
            </a:r>
            <a:r>
              <a:rPr sz="1200" spc="10" dirty="0">
                <a:latin typeface="Arial"/>
                <a:cs typeface="Arial"/>
              </a:rPr>
              <a:t>:</a:t>
            </a:r>
            <a:r>
              <a:rPr sz="1200" spc="-70" dirty="0">
                <a:latin typeface="Arial"/>
                <a:cs typeface="Arial"/>
              </a:rPr>
              <a:t> </a:t>
            </a:r>
            <a:r>
              <a:rPr sz="1200" spc="70" dirty="0">
                <a:latin typeface="Arial"/>
                <a:cs typeface="Arial"/>
              </a:rPr>
              <a:t>String</a:t>
            </a:r>
            <a:endParaRPr sz="1200">
              <a:latin typeface="Arial"/>
              <a:cs typeface="Arial"/>
            </a:endParaRPr>
          </a:p>
          <a:p>
            <a:pPr marL="5715" algn="ctr">
              <a:lnSpc>
                <a:spcPct val="100000"/>
              </a:lnSpc>
              <a:spcBef>
                <a:spcPts val="170"/>
              </a:spcBef>
            </a:pPr>
            <a:r>
              <a:rPr sz="1200" spc="85" dirty="0">
                <a:latin typeface="Arial"/>
                <a:cs typeface="Arial"/>
              </a:rPr>
              <a:t>+SW </a:t>
            </a:r>
            <a:r>
              <a:rPr sz="1200" spc="30" dirty="0">
                <a:latin typeface="Arial"/>
                <a:cs typeface="Arial"/>
              </a:rPr>
              <a:t>S </a:t>
            </a:r>
            <a:r>
              <a:rPr sz="1200" spc="10" dirty="0">
                <a:latin typeface="Arial"/>
                <a:cs typeface="Arial"/>
              </a:rPr>
              <a:t>:</a:t>
            </a:r>
            <a:r>
              <a:rPr sz="1200" spc="-100" dirty="0">
                <a:latin typeface="Arial"/>
                <a:cs typeface="Arial"/>
              </a:rPr>
              <a:t> </a:t>
            </a:r>
            <a:r>
              <a:rPr sz="1200" spc="60" dirty="0">
                <a:latin typeface="Arial"/>
                <a:cs typeface="Arial"/>
              </a:rPr>
              <a:t>int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972232" y="1205974"/>
            <a:ext cx="1967864" cy="245745"/>
          </a:xfrm>
          <a:custGeom>
            <a:avLst/>
            <a:gdLst/>
            <a:ahLst/>
            <a:cxnLst/>
            <a:rect l="l" t="t" r="r" b="b"/>
            <a:pathLst>
              <a:path w="1967865" h="245744">
                <a:moveTo>
                  <a:pt x="0" y="245637"/>
                </a:moveTo>
                <a:lnTo>
                  <a:pt x="1967387" y="245637"/>
                </a:lnTo>
                <a:lnTo>
                  <a:pt x="1967387" y="0"/>
                </a:lnTo>
                <a:lnTo>
                  <a:pt x="0" y="0"/>
                </a:lnTo>
                <a:lnTo>
                  <a:pt x="0" y="245637"/>
                </a:lnTo>
              </a:path>
            </a:pathLst>
          </a:custGeom>
          <a:ln w="102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410037" y="1213808"/>
            <a:ext cx="1078865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b="1" spc="110" dirty="0">
                <a:latin typeface="Arial"/>
                <a:cs typeface="Arial"/>
              </a:rPr>
              <a:t>V</a:t>
            </a:r>
            <a:r>
              <a:rPr sz="1200" b="1" spc="125" dirty="0">
                <a:latin typeface="Arial"/>
                <a:cs typeface="Arial"/>
              </a:rPr>
              <a:t>o</a:t>
            </a:r>
            <a:r>
              <a:rPr sz="1200" b="1" spc="50" dirty="0">
                <a:latin typeface="Arial"/>
                <a:cs typeface="Arial"/>
              </a:rPr>
              <a:t>rl</a:t>
            </a:r>
            <a:r>
              <a:rPr sz="1200" b="1" spc="105" dirty="0">
                <a:latin typeface="Arial"/>
                <a:cs typeface="Arial"/>
              </a:rPr>
              <a:t>es</a:t>
            </a:r>
            <a:r>
              <a:rPr sz="1200" b="1" spc="95" dirty="0">
                <a:latin typeface="Arial"/>
                <a:cs typeface="Arial"/>
              </a:rPr>
              <a:t>un</a:t>
            </a:r>
            <a:r>
              <a:rPr sz="1200" b="1" spc="125" dirty="0">
                <a:latin typeface="Arial"/>
                <a:cs typeface="Arial"/>
              </a:rPr>
              <a:t>g</a:t>
            </a:r>
            <a:r>
              <a:rPr sz="1200" b="1" spc="105" dirty="0">
                <a:latin typeface="Arial"/>
                <a:cs typeface="Arial"/>
              </a:rPr>
              <a:t>e</a:t>
            </a:r>
            <a:r>
              <a:rPr sz="1200" b="1" spc="30" dirty="0">
                <a:latin typeface="Arial"/>
                <a:cs typeface="Arial"/>
              </a:rPr>
              <a:t>n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69313" y="402113"/>
            <a:ext cx="563245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spc="95" dirty="0">
                <a:latin typeface="Arial"/>
                <a:cs typeface="Arial"/>
              </a:rPr>
              <a:t>+</a:t>
            </a:r>
            <a:r>
              <a:rPr sz="1200" spc="125" dirty="0">
                <a:latin typeface="Arial"/>
                <a:cs typeface="Arial"/>
              </a:rPr>
              <a:t>H</a:t>
            </a:r>
            <a:r>
              <a:rPr sz="1200" spc="105" dirty="0">
                <a:latin typeface="Arial"/>
                <a:cs typeface="Arial"/>
              </a:rPr>
              <a:t>ö</a:t>
            </a:r>
            <a:r>
              <a:rPr sz="1200" spc="65" dirty="0">
                <a:latin typeface="Arial"/>
                <a:cs typeface="Arial"/>
              </a:rPr>
              <a:t>r</a:t>
            </a:r>
            <a:r>
              <a:rPr sz="1200" spc="105" dirty="0">
                <a:latin typeface="Arial"/>
                <a:cs typeface="Arial"/>
              </a:rPr>
              <a:t>e</a:t>
            </a:r>
            <a:r>
              <a:rPr sz="1200" spc="15" dirty="0">
                <a:latin typeface="Arial"/>
                <a:cs typeface="Arial"/>
              </a:rPr>
              <a:t>r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569313" y="862594"/>
            <a:ext cx="283845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spc="105" dirty="0">
                <a:latin typeface="Arial"/>
                <a:cs typeface="Arial"/>
              </a:rPr>
              <a:t>1</a:t>
            </a:r>
            <a:r>
              <a:rPr sz="1200" spc="45" dirty="0">
                <a:latin typeface="Arial"/>
                <a:cs typeface="Arial"/>
              </a:rPr>
              <a:t>..</a:t>
            </a:r>
            <a:r>
              <a:rPr sz="1200" spc="15" dirty="0">
                <a:latin typeface="Arial"/>
                <a:cs typeface="Arial"/>
              </a:rPr>
              <a:t>*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685094" y="1660382"/>
            <a:ext cx="87630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spc="15" dirty="0">
                <a:latin typeface="Arial"/>
                <a:cs typeface="Arial"/>
              </a:rPr>
              <a:t>*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377944" y="749183"/>
            <a:ext cx="1594485" cy="794385"/>
          </a:xfrm>
          <a:custGeom>
            <a:avLst/>
            <a:gdLst/>
            <a:ahLst/>
            <a:cxnLst/>
            <a:rect l="l" t="t" r="r" b="b"/>
            <a:pathLst>
              <a:path w="1594485" h="794385">
                <a:moveTo>
                  <a:pt x="0" y="0"/>
                </a:moveTo>
                <a:lnTo>
                  <a:pt x="461060" y="0"/>
                </a:lnTo>
                <a:lnTo>
                  <a:pt x="461060" y="794382"/>
                </a:lnTo>
                <a:lnTo>
                  <a:pt x="1594287" y="794382"/>
                </a:lnTo>
              </a:path>
            </a:pathLst>
          </a:custGeom>
          <a:ln w="67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841903" y="1475451"/>
            <a:ext cx="130810" cy="68580"/>
          </a:xfrm>
          <a:custGeom>
            <a:avLst/>
            <a:gdLst/>
            <a:ahLst/>
            <a:cxnLst/>
            <a:rect l="l" t="t" r="r" b="b"/>
            <a:pathLst>
              <a:path w="130810" h="68580">
                <a:moveTo>
                  <a:pt x="0" y="0"/>
                </a:moveTo>
                <a:lnTo>
                  <a:pt x="130328" y="68114"/>
                </a:lnTo>
              </a:path>
            </a:pathLst>
          </a:custGeom>
          <a:ln w="10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841903" y="1543566"/>
            <a:ext cx="130810" cy="68580"/>
          </a:xfrm>
          <a:custGeom>
            <a:avLst/>
            <a:gdLst/>
            <a:ahLst/>
            <a:cxnLst/>
            <a:rect l="l" t="t" r="r" b="b"/>
            <a:pathLst>
              <a:path w="130810" h="68580">
                <a:moveTo>
                  <a:pt x="0" y="68256"/>
                </a:moveTo>
                <a:lnTo>
                  <a:pt x="130328" y="0"/>
                </a:lnTo>
              </a:path>
            </a:pathLst>
          </a:custGeom>
          <a:ln w="10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839555" y="3330245"/>
            <a:ext cx="1344930" cy="245745"/>
          </a:xfrm>
          <a:custGeom>
            <a:avLst/>
            <a:gdLst/>
            <a:ahLst/>
            <a:cxnLst/>
            <a:rect l="l" t="t" r="r" b="b"/>
            <a:pathLst>
              <a:path w="1344929" h="245745">
                <a:moveTo>
                  <a:pt x="0" y="245537"/>
                </a:moveTo>
                <a:lnTo>
                  <a:pt x="1344714" y="245537"/>
                </a:lnTo>
                <a:lnTo>
                  <a:pt x="1344714" y="0"/>
                </a:lnTo>
                <a:lnTo>
                  <a:pt x="0" y="0"/>
                </a:lnTo>
                <a:lnTo>
                  <a:pt x="0" y="245537"/>
                </a:lnTo>
                <a:close/>
              </a:path>
            </a:pathLst>
          </a:custGeom>
          <a:ln w="102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914919" y="3337979"/>
            <a:ext cx="1196340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spc="85" dirty="0">
                <a:latin typeface="Arial"/>
                <a:cs typeface="Arial"/>
              </a:rPr>
              <a:t>+verschieben()</a:t>
            </a:r>
            <a:endParaRPr sz="12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839555" y="2880436"/>
            <a:ext cx="1344930" cy="450215"/>
          </a:xfrm>
          <a:custGeom>
            <a:avLst/>
            <a:gdLst/>
            <a:ahLst/>
            <a:cxnLst/>
            <a:rect l="l" t="t" r="r" b="b"/>
            <a:pathLst>
              <a:path w="1344929" h="450214">
                <a:moveTo>
                  <a:pt x="0" y="449852"/>
                </a:moveTo>
                <a:lnTo>
                  <a:pt x="1344714" y="449852"/>
                </a:lnTo>
                <a:lnTo>
                  <a:pt x="1344714" y="0"/>
                </a:lnTo>
                <a:lnTo>
                  <a:pt x="0" y="0"/>
                </a:lnTo>
                <a:lnTo>
                  <a:pt x="0" y="449852"/>
                </a:lnTo>
                <a:close/>
              </a:path>
            </a:pathLst>
          </a:custGeom>
          <a:ln w="102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2869062" y="2867247"/>
            <a:ext cx="1276350" cy="43497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200" spc="80" dirty="0">
                <a:latin typeface="Arial"/>
                <a:cs typeface="Arial"/>
              </a:rPr>
              <a:t>+Note </a:t>
            </a:r>
            <a:r>
              <a:rPr sz="1200" spc="10" dirty="0">
                <a:latin typeface="Arial"/>
                <a:cs typeface="Arial"/>
              </a:rPr>
              <a:t>:</a:t>
            </a:r>
            <a:r>
              <a:rPr sz="1200" spc="70" dirty="0">
                <a:latin typeface="Arial"/>
                <a:cs typeface="Arial"/>
              </a:rPr>
              <a:t> </a:t>
            </a:r>
            <a:r>
              <a:rPr sz="1200" spc="85" dirty="0">
                <a:latin typeface="Arial"/>
                <a:cs typeface="Arial"/>
              </a:rPr>
              <a:t>Decimal</a:t>
            </a:r>
            <a:endParaRPr sz="1200">
              <a:latin typeface="Arial"/>
              <a:cs typeface="Arial"/>
            </a:endParaRPr>
          </a:p>
          <a:p>
            <a:pPr marL="72390">
              <a:lnSpc>
                <a:spcPct val="100000"/>
              </a:lnSpc>
              <a:spcBef>
                <a:spcPts val="170"/>
              </a:spcBef>
            </a:pPr>
            <a:r>
              <a:rPr sz="1200" spc="85" dirty="0">
                <a:latin typeface="Arial"/>
                <a:cs typeface="Arial"/>
              </a:rPr>
              <a:t>+Datum </a:t>
            </a:r>
            <a:r>
              <a:rPr sz="1200" spc="10" dirty="0">
                <a:latin typeface="Arial"/>
                <a:cs typeface="Arial"/>
              </a:rPr>
              <a:t>:</a:t>
            </a:r>
            <a:r>
              <a:rPr sz="1200" spc="135" dirty="0">
                <a:latin typeface="Arial"/>
                <a:cs typeface="Arial"/>
              </a:rPr>
              <a:t> </a:t>
            </a:r>
            <a:r>
              <a:rPr sz="1200" spc="75" dirty="0">
                <a:latin typeface="Arial"/>
                <a:cs typeface="Arial"/>
              </a:rPr>
              <a:t>Date</a:t>
            </a:r>
            <a:endParaRPr sz="12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839555" y="2634813"/>
            <a:ext cx="1344930" cy="245745"/>
          </a:xfrm>
          <a:custGeom>
            <a:avLst/>
            <a:gdLst/>
            <a:ahLst/>
            <a:cxnLst/>
            <a:rect l="l" t="t" r="r" b="b"/>
            <a:pathLst>
              <a:path w="1344929" h="245744">
                <a:moveTo>
                  <a:pt x="0" y="245495"/>
                </a:moveTo>
                <a:lnTo>
                  <a:pt x="1344728" y="245495"/>
                </a:lnTo>
                <a:lnTo>
                  <a:pt x="1344728" y="0"/>
                </a:lnTo>
                <a:lnTo>
                  <a:pt x="0" y="0"/>
                </a:lnTo>
                <a:lnTo>
                  <a:pt x="0" y="245495"/>
                </a:lnTo>
              </a:path>
            </a:pathLst>
          </a:custGeom>
          <a:ln w="102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059394" y="2642221"/>
            <a:ext cx="888365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b="1" spc="110" dirty="0">
                <a:latin typeface="Arial"/>
                <a:cs typeface="Arial"/>
              </a:rPr>
              <a:t>P</a:t>
            </a:r>
            <a:r>
              <a:rPr sz="1200" b="1" spc="55" dirty="0">
                <a:latin typeface="Arial"/>
                <a:cs typeface="Arial"/>
              </a:rPr>
              <a:t>r</a:t>
            </a:r>
            <a:r>
              <a:rPr sz="1200" b="1" spc="95" dirty="0">
                <a:latin typeface="Arial"/>
                <a:cs typeface="Arial"/>
              </a:rPr>
              <a:t>ü</a:t>
            </a:r>
            <a:r>
              <a:rPr sz="1200" b="1" spc="65" dirty="0">
                <a:latin typeface="Arial"/>
                <a:cs typeface="Arial"/>
              </a:rPr>
              <a:t>f</a:t>
            </a:r>
            <a:r>
              <a:rPr sz="1200" b="1" spc="95" dirty="0">
                <a:latin typeface="Arial"/>
                <a:cs typeface="Arial"/>
              </a:rPr>
              <a:t>un</a:t>
            </a:r>
            <a:r>
              <a:rPr sz="1200" b="1" spc="125" dirty="0">
                <a:latin typeface="Arial"/>
                <a:cs typeface="Arial"/>
              </a:rPr>
              <a:t>g</a:t>
            </a:r>
            <a:r>
              <a:rPr sz="1200" b="1" spc="105" dirty="0">
                <a:latin typeface="Arial"/>
                <a:cs typeface="Arial"/>
              </a:rPr>
              <a:t>e</a:t>
            </a:r>
            <a:r>
              <a:rPr sz="1200" b="1" spc="30" dirty="0">
                <a:latin typeface="Arial"/>
                <a:cs typeface="Arial"/>
              </a:rPr>
              <a:t>n</a:t>
            </a:r>
            <a:endParaRPr sz="12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665550" y="1295653"/>
            <a:ext cx="2671445" cy="77216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70"/>
              </a:spcBef>
            </a:pPr>
            <a:r>
              <a:rPr sz="1200" spc="80" dirty="0">
                <a:latin typeface="Arial"/>
                <a:cs typeface="Arial"/>
              </a:rPr>
              <a:t>+Notenschnitt() </a:t>
            </a:r>
            <a:r>
              <a:rPr sz="1200" spc="10" dirty="0">
                <a:latin typeface="Arial"/>
                <a:cs typeface="Arial"/>
              </a:rPr>
              <a:t>:</a:t>
            </a:r>
            <a:r>
              <a:rPr sz="1200" spc="20" dirty="0">
                <a:latin typeface="Arial"/>
                <a:cs typeface="Arial"/>
              </a:rPr>
              <a:t> </a:t>
            </a:r>
            <a:r>
              <a:rPr sz="1200" spc="65" dirty="0">
                <a:latin typeface="Arial"/>
                <a:cs typeface="Arial"/>
              </a:rPr>
              <a:t>float</a:t>
            </a:r>
            <a:endParaRPr sz="1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70"/>
              </a:spcBef>
            </a:pPr>
            <a:r>
              <a:rPr sz="1200" spc="95" dirty="0">
                <a:latin typeface="Arial"/>
                <a:cs typeface="Arial"/>
              </a:rPr>
              <a:t>+SummeW </a:t>
            </a:r>
            <a:r>
              <a:rPr sz="1200" spc="90" dirty="0">
                <a:latin typeface="Arial"/>
                <a:cs typeface="Arial"/>
              </a:rPr>
              <a:t>ochenstunden() </a:t>
            </a:r>
            <a:r>
              <a:rPr sz="1200" spc="10" dirty="0">
                <a:latin typeface="Arial"/>
                <a:cs typeface="Arial"/>
              </a:rPr>
              <a:t>:</a:t>
            </a:r>
            <a:r>
              <a:rPr sz="1200" spc="-110" dirty="0">
                <a:latin typeface="Arial"/>
                <a:cs typeface="Arial"/>
              </a:rPr>
              <a:t> </a:t>
            </a:r>
            <a:r>
              <a:rPr sz="1200" spc="75" dirty="0">
                <a:latin typeface="Arial"/>
                <a:cs typeface="Arial"/>
              </a:rPr>
              <a:t>short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marL="1166495">
              <a:lnSpc>
                <a:spcPct val="100000"/>
              </a:lnSpc>
              <a:tabLst>
                <a:tab pos="1416685" algn="l"/>
              </a:tabLst>
            </a:pPr>
            <a:r>
              <a:rPr sz="1200" spc="25" dirty="0">
                <a:latin typeface="Arial"/>
                <a:cs typeface="Arial"/>
              </a:rPr>
              <a:t>1	</a:t>
            </a:r>
            <a:r>
              <a:rPr sz="1200" spc="75" dirty="0">
                <a:latin typeface="Arial"/>
                <a:cs typeface="Arial"/>
              </a:rPr>
              <a:t>+Prüfling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354869" y="2304771"/>
            <a:ext cx="87630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spc="15" dirty="0">
                <a:latin typeface="Arial"/>
                <a:cs typeface="Arial"/>
              </a:rPr>
              <a:t>*</a:t>
            </a:r>
            <a:endParaRPr sz="12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005141" y="1918620"/>
            <a:ext cx="507365" cy="716280"/>
          </a:xfrm>
          <a:custGeom>
            <a:avLst/>
            <a:gdLst/>
            <a:ahLst/>
            <a:cxnLst/>
            <a:rect l="l" t="t" r="r" b="b"/>
            <a:pathLst>
              <a:path w="507364" h="716280">
                <a:moveTo>
                  <a:pt x="0" y="0"/>
                </a:moveTo>
                <a:lnTo>
                  <a:pt x="0" y="174117"/>
                </a:lnTo>
                <a:lnTo>
                  <a:pt x="506976" y="174117"/>
                </a:lnTo>
                <a:lnTo>
                  <a:pt x="506976" y="716193"/>
                </a:lnTo>
              </a:path>
            </a:pathLst>
          </a:custGeom>
          <a:ln w="104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947137" y="1753181"/>
            <a:ext cx="115994" cy="1706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6712915" y="2768374"/>
            <a:ext cx="1524635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374650" algn="l"/>
              </a:tabLst>
            </a:pPr>
            <a:r>
              <a:rPr sz="1200" spc="25" dirty="0">
                <a:latin typeface="Arial"/>
                <a:cs typeface="Arial"/>
              </a:rPr>
              <a:t>1	</a:t>
            </a:r>
            <a:r>
              <a:rPr sz="1200" spc="80" dirty="0">
                <a:latin typeface="Arial"/>
                <a:cs typeface="Arial"/>
              </a:rPr>
              <a:t>+Prüfungsstoff</a:t>
            </a:r>
            <a:endParaRPr sz="12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403800" y="2758157"/>
            <a:ext cx="87630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spc="15" dirty="0">
                <a:latin typeface="Arial"/>
                <a:cs typeface="Arial"/>
              </a:rPr>
              <a:t>*</a:t>
            </a:r>
            <a:endParaRPr sz="120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4184284" y="2556339"/>
            <a:ext cx="2773680" cy="549275"/>
          </a:xfrm>
          <a:custGeom>
            <a:avLst/>
            <a:gdLst/>
            <a:ahLst/>
            <a:cxnLst/>
            <a:rect l="l" t="t" r="r" b="b"/>
            <a:pathLst>
              <a:path w="2773679" h="549275">
                <a:moveTo>
                  <a:pt x="2773547" y="0"/>
                </a:moveTo>
                <a:lnTo>
                  <a:pt x="2773547" y="548745"/>
                </a:lnTo>
                <a:lnTo>
                  <a:pt x="0" y="548745"/>
                </a:lnTo>
              </a:path>
            </a:pathLst>
          </a:custGeom>
          <a:ln w="67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887170" y="2556339"/>
            <a:ext cx="71120" cy="126364"/>
          </a:xfrm>
          <a:custGeom>
            <a:avLst/>
            <a:gdLst/>
            <a:ahLst/>
            <a:cxnLst/>
            <a:rect l="l" t="t" r="r" b="b"/>
            <a:pathLst>
              <a:path w="71120" h="126364">
                <a:moveTo>
                  <a:pt x="0" y="126011"/>
                </a:moveTo>
                <a:lnTo>
                  <a:pt x="70661" y="0"/>
                </a:lnTo>
              </a:path>
            </a:pathLst>
          </a:custGeom>
          <a:ln w="10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957831" y="2556339"/>
            <a:ext cx="67310" cy="126364"/>
          </a:xfrm>
          <a:custGeom>
            <a:avLst/>
            <a:gdLst/>
            <a:ahLst/>
            <a:cxnLst/>
            <a:rect l="l" t="t" r="r" b="b"/>
            <a:pathLst>
              <a:path w="67309" h="126364">
                <a:moveTo>
                  <a:pt x="66850" y="126011"/>
                </a:moveTo>
                <a:lnTo>
                  <a:pt x="0" y="0"/>
                </a:lnTo>
              </a:path>
            </a:pathLst>
          </a:custGeom>
          <a:ln w="104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965342" y="4830505"/>
            <a:ext cx="2146935" cy="651510"/>
          </a:xfrm>
          <a:custGeom>
            <a:avLst/>
            <a:gdLst/>
            <a:ahLst/>
            <a:cxnLst/>
            <a:rect l="l" t="t" r="r" b="b"/>
            <a:pathLst>
              <a:path w="2146934" h="651510">
                <a:moveTo>
                  <a:pt x="0" y="651342"/>
                </a:moveTo>
                <a:lnTo>
                  <a:pt x="2146827" y="651342"/>
                </a:lnTo>
                <a:lnTo>
                  <a:pt x="2146827" y="0"/>
                </a:lnTo>
                <a:lnTo>
                  <a:pt x="0" y="0"/>
                </a:lnTo>
                <a:lnTo>
                  <a:pt x="0" y="651342"/>
                </a:lnTo>
                <a:close/>
              </a:path>
            </a:pathLst>
          </a:custGeom>
          <a:ln w="102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5994863" y="4814464"/>
            <a:ext cx="2080260" cy="64262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70"/>
              </a:spcBef>
            </a:pPr>
            <a:r>
              <a:rPr sz="1200" spc="80" dirty="0">
                <a:latin typeface="Arial"/>
                <a:cs typeface="Arial"/>
              </a:rPr>
              <a:t>+Notenschnitt() </a:t>
            </a:r>
            <a:r>
              <a:rPr sz="1200" spc="10" dirty="0">
                <a:latin typeface="Arial"/>
                <a:cs typeface="Arial"/>
              </a:rPr>
              <a:t>: </a:t>
            </a:r>
            <a:r>
              <a:rPr sz="1200" spc="65" dirty="0">
                <a:latin typeface="Arial"/>
                <a:cs typeface="Arial"/>
              </a:rPr>
              <a:t>float</a:t>
            </a:r>
            <a:endParaRPr sz="1200">
              <a:latin typeface="Arial"/>
              <a:cs typeface="Arial"/>
            </a:endParaRPr>
          </a:p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1200" spc="80" dirty="0">
                <a:latin typeface="Arial"/>
                <a:cs typeface="Arial"/>
              </a:rPr>
              <a:t>+Gehalt() </a:t>
            </a:r>
            <a:r>
              <a:rPr sz="1200" spc="10" dirty="0">
                <a:latin typeface="Arial"/>
                <a:cs typeface="Arial"/>
              </a:rPr>
              <a:t>:</a:t>
            </a:r>
            <a:r>
              <a:rPr sz="1200" spc="20" dirty="0">
                <a:latin typeface="Arial"/>
                <a:cs typeface="Arial"/>
              </a:rPr>
              <a:t> </a:t>
            </a:r>
            <a:r>
              <a:rPr sz="1200" spc="75" dirty="0">
                <a:latin typeface="Arial"/>
                <a:cs typeface="Arial"/>
              </a:rPr>
              <a:t>short</a:t>
            </a:r>
            <a:endParaRPr sz="1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95"/>
              </a:spcBef>
            </a:pPr>
            <a:r>
              <a:rPr sz="1200" spc="85" dirty="0">
                <a:latin typeface="Arial"/>
                <a:cs typeface="Arial"/>
              </a:rPr>
              <a:t>+Lehrstundenzahl() </a:t>
            </a:r>
            <a:r>
              <a:rPr sz="1200" spc="10" dirty="0">
                <a:latin typeface="Arial"/>
                <a:cs typeface="Arial"/>
              </a:rPr>
              <a:t>: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75" dirty="0">
                <a:latin typeface="Arial"/>
                <a:cs typeface="Arial"/>
              </a:rPr>
              <a:t>short</a:t>
            </a:r>
            <a:endParaRPr sz="12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5965342" y="4584967"/>
            <a:ext cx="2146935" cy="245745"/>
          </a:xfrm>
          <a:custGeom>
            <a:avLst/>
            <a:gdLst/>
            <a:ahLst/>
            <a:cxnLst/>
            <a:rect l="l" t="t" r="r" b="b"/>
            <a:pathLst>
              <a:path w="2146934" h="245745">
                <a:moveTo>
                  <a:pt x="0" y="245537"/>
                </a:moveTo>
                <a:lnTo>
                  <a:pt x="2146827" y="245537"/>
                </a:lnTo>
                <a:lnTo>
                  <a:pt x="2146827" y="0"/>
                </a:lnTo>
                <a:lnTo>
                  <a:pt x="0" y="0"/>
                </a:lnTo>
                <a:lnTo>
                  <a:pt x="0" y="245537"/>
                </a:lnTo>
                <a:close/>
              </a:path>
            </a:pathLst>
          </a:custGeom>
          <a:ln w="102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6462814" y="4592701"/>
            <a:ext cx="1143000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spc="90" dirty="0">
                <a:latin typeface="Arial"/>
                <a:cs typeface="Arial"/>
              </a:rPr>
              <a:t>+Rang </a:t>
            </a:r>
            <a:r>
              <a:rPr sz="1200" spc="10" dirty="0">
                <a:latin typeface="Arial"/>
                <a:cs typeface="Arial"/>
              </a:rPr>
              <a:t>: </a:t>
            </a:r>
            <a:r>
              <a:rPr sz="1200" spc="70" dirty="0">
                <a:latin typeface="Arial"/>
                <a:cs typeface="Arial"/>
              </a:rPr>
              <a:t>String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5965342" y="4339514"/>
            <a:ext cx="2146935" cy="245745"/>
          </a:xfrm>
          <a:custGeom>
            <a:avLst/>
            <a:gdLst/>
            <a:ahLst/>
            <a:cxnLst/>
            <a:rect l="l" t="t" r="r" b="b"/>
            <a:pathLst>
              <a:path w="2146934" h="245745">
                <a:moveTo>
                  <a:pt x="0" y="245495"/>
                </a:moveTo>
                <a:lnTo>
                  <a:pt x="2146827" y="245495"/>
                </a:lnTo>
                <a:lnTo>
                  <a:pt x="2146827" y="0"/>
                </a:lnTo>
                <a:lnTo>
                  <a:pt x="0" y="0"/>
                </a:lnTo>
                <a:lnTo>
                  <a:pt x="0" y="245495"/>
                </a:lnTo>
              </a:path>
            </a:pathLst>
          </a:custGeom>
          <a:ln w="102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6512072" y="4347206"/>
            <a:ext cx="1043940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b="1" spc="110" dirty="0">
                <a:latin typeface="Arial"/>
                <a:cs typeface="Arial"/>
              </a:rPr>
              <a:t>P</a:t>
            </a:r>
            <a:r>
              <a:rPr sz="1200" b="1" spc="55" dirty="0">
                <a:latin typeface="Arial"/>
                <a:cs typeface="Arial"/>
              </a:rPr>
              <a:t>r</a:t>
            </a:r>
            <a:r>
              <a:rPr sz="1200" b="1" spc="125" dirty="0">
                <a:latin typeface="Arial"/>
                <a:cs typeface="Arial"/>
              </a:rPr>
              <a:t>o</a:t>
            </a:r>
            <a:r>
              <a:rPr sz="1200" b="1" spc="65" dirty="0">
                <a:latin typeface="Arial"/>
                <a:cs typeface="Arial"/>
              </a:rPr>
              <a:t>f</a:t>
            </a:r>
            <a:r>
              <a:rPr sz="1200" b="1" spc="105" dirty="0">
                <a:latin typeface="Arial"/>
                <a:cs typeface="Arial"/>
              </a:rPr>
              <a:t>ess</a:t>
            </a:r>
            <a:r>
              <a:rPr sz="1200" b="1" spc="125" dirty="0">
                <a:latin typeface="Arial"/>
                <a:cs typeface="Arial"/>
              </a:rPr>
              <a:t>o</a:t>
            </a:r>
            <a:r>
              <a:rPr sz="1200" b="1" spc="50" dirty="0">
                <a:latin typeface="Arial"/>
                <a:cs typeface="Arial"/>
              </a:rPr>
              <a:t>r</a:t>
            </a:r>
            <a:r>
              <a:rPr sz="1200" b="1" spc="105" dirty="0">
                <a:latin typeface="Arial"/>
                <a:cs typeface="Arial"/>
              </a:rPr>
              <a:t>e</a:t>
            </a:r>
            <a:r>
              <a:rPr sz="1200" b="1" spc="30" dirty="0">
                <a:latin typeface="Arial"/>
                <a:cs typeface="Arial"/>
              </a:rPr>
              <a:t>n</a:t>
            </a:r>
            <a:endParaRPr sz="12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298574" y="3801582"/>
            <a:ext cx="87630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spc="15" dirty="0">
                <a:latin typeface="Arial"/>
                <a:cs typeface="Arial"/>
              </a:rPr>
              <a:t>*</a:t>
            </a:r>
            <a:endParaRPr sz="12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258745" y="3883603"/>
            <a:ext cx="963930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374650" algn="l"/>
              </a:tabLst>
            </a:pPr>
            <a:r>
              <a:rPr sz="1200" spc="25" dirty="0">
                <a:latin typeface="Arial"/>
                <a:cs typeface="Arial"/>
              </a:rPr>
              <a:t>1	</a:t>
            </a:r>
            <a:r>
              <a:rPr sz="1200" spc="75" dirty="0">
                <a:latin typeface="Arial"/>
                <a:cs typeface="Arial"/>
              </a:rPr>
              <a:t>+Prüfer</a:t>
            </a:r>
            <a:endParaRPr sz="120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3512118" y="3575783"/>
            <a:ext cx="2992120" cy="763905"/>
          </a:xfrm>
          <a:custGeom>
            <a:avLst/>
            <a:gdLst/>
            <a:ahLst/>
            <a:cxnLst/>
            <a:rect l="l" t="t" r="r" b="b"/>
            <a:pathLst>
              <a:path w="2992120" h="763904">
                <a:moveTo>
                  <a:pt x="0" y="0"/>
                </a:moveTo>
                <a:lnTo>
                  <a:pt x="0" y="208174"/>
                </a:lnTo>
                <a:lnTo>
                  <a:pt x="2991543" y="208174"/>
                </a:lnTo>
                <a:lnTo>
                  <a:pt x="2991543" y="763731"/>
                </a:lnTo>
              </a:path>
            </a:pathLst>
          </a:custGeom>
          <a:ln w="67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503661" y="4209813"/>
            <a:ext cx="67310" cy="130175"/>
          </a:xfrm>
          <a:custGeom>
            <a:avLst/>
            <a:gdLst/>
            <a:ahLst/>
            <a:cxnLst/>
            <a:rect l="l" t="t" r="r" b="b"/>
            <a:pathLst>
              <a:path w="67309" h="130175">
                <a:moveTo>
                  <a:pt x="66850" y="0"/>
                </a:moveTo>
                <a:lnTo>
                  <a:pt x="0" y="129700"/>
                </a:lnTo>
              </a:path>
            </a:pathLst>
          </a:custGeom>
          <a:ln w="104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433293" y="4209813"/>
            <a:ext cx="70485" cy="130175"/>
          </a:xfrm>
          <a:custGeom>
            <a:avLst/>
            <a:gdLst/>
            <a:ahLst/>
            <a:cxnLst/>
            <a:rect l="l" t="t" r="r" b="b"/>
            <a:pathLst>
              <a:path w="70484" h="130175">
                <a:moveTo>
                  <a:pt x="0" y="0"/>
                </a:moveTo>
                <a:lnTo>
                  <a:pt x="70368" y="129700"/>
                </a:lnTo>
              </a:path>
            </a:pathLst>
          </a:custGeom>
          <a:ln w="104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8205022" y="2335423"/>
            <a:ext cx="87630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spc="15" dirty="0">
                <a:latin typeface="Arial"/>
                <a:cs typeface="Arial"/>
              </a:rPr>
              <a:t>*</a:t>
            </a:r>
            <a:endParaRPr sz="12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381090" y="5029200"/>
            <a:ext cx="681355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spc="95" dirty="0">
                <a:latin typeface="Arial"/>
                <a:cs typeface="Arial"/>
              </a:rPr>
              <a:t>+</a:t>
            </a:r>
            <a:r>
              <a:rPr sz="1200" spc="125" dirty="0">
                <a:latin typeface="Arial"/>
                <a:cs typeface="Arial"/>
              </a:rPr>
              <a:t>D</a:t>
            </a:r>
            <a:r>
              <a:rPr sz="1200" spc="105" dirty="0">
                <a:latin typeface="Arial"/>
                <a:cs typeface="Arial"/>
              </a:rPr>
              <a:t>o</a:t>
            </a:r>
            <a:r>
              <a:rPr sz="1200" spc="85" dirty="0">
                <a:latin typeface="Arial"/>
                <a:cs typeface="Arial"/>
              </a:rPr>
              <a:t>z</a:t>
            </a:r>
            <a:r>
              <a:rPr sz="1200" spc="105" dirty="0">
                <a:latin typeface="Arial"/>
                <a:cs typeface="Arial"/>
              </a:rPr>
              <a:t>en</a:t>
            </a:r>
            <a:r>
              <a:rPr sz="1200" spc="10" dirty="0">
                <a:latin typeface="Arial"/>
                <a:cs typeface="Arial"/>
              </a:rPr>
              <a:t>t</a:t>
            </a:r>
            <a:endParaRPr sz="12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381090" y="4565313"/>
            <a:ext cx="113664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spc="25" dirty="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7939620" y="2218748"/>
            <a:ext cx="1130300" cy="2693670"/>
          </a:xfrm>
          <a:custGeom>
            <a:avLst/>
            <a:gdLst/>
            <a:ahLst/>
            <a:cxnLst/>
            <a:rect l="l" t="t" r="r" b="b"/>
            <a:pathLst>
              <a:path w="1130300" h="2693670">
                <a:moveTo>
                  <a:pt x="0" y="0"/>
                </a:moveTo>
                <a:lnTo>
                  <a:pt x="1130001" y="0"/>
                </a:lnTo>
                <a:lnTo>
                  <a:pt x="1130001" y="2693493"/>
                </a:lnTo>
                <a:lnTo>
                  <a:pt x="172549" y="2693493"/>
                </a:lnTo>
              </a:path>
            </a:pathLst>
          </a:custGeom>
          <a:ln w="68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8112169" y="4912242"/>
            <a:ext cx="134620" cy="65405"/>
          </a:xfrm>
          <a:custGeom>
            <a:avLst/>
            <a:gdLst/>
            <a:ahLst/>
            <a:cxnLst/>
            <a:rect l="l" t="t" r="r" b="b"/>
            <a:pathLst>
              <a:path w="134620" h="65404">
                <a:moveTo>
                  <a:pt x="133993" y="64850"/>
                </a:moveTo>
                <a:lnTo>
                  <a:pt x="0" y="0"/>
                </a:lnTo>
              </a:path>
            </a:pathLst>
          </a:custGeom>
          <a:ln w="102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8112169" y="4844269"/>
            <a:ext cx="134620" cy="68580"/>
          </a:xfrm>
          <a:custGeom>
            <a:avLst/>
            <a:gdLst/>
            <a:ahLst/>
            <a:cxnLst/>
            <a:rect l="l" t="t" r="r" b="b"/>
            <a:pathLst>
              <a:path w="134620" h="68579">
                <a:moveTo>
                  <a:pt x="133993" y="0"/>
                </a:moveTo>
                <a:lnTo>
                  <a:pt x="0" y="67972"/>
                </a:lnTo>
              </a:path>
            </a:pathLst>
          </a:custGeom>
          <a:ln w="102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864584" y="5035216"/>
            <a:ext cx="1664970" cy="242570"/>
          </a:xfrm>
          <a:custGeom>
            <a:avLst/>
            <a:gdLst/>
            <a:ahLst/>
            <a:cxnLst/>
            <a:rect l="l" t="t" r="r" b="b"/>
            <a:pathLst>
              <a:path w="1664970" h="242570">
                <a:moveTo>
                  <a:pt x="0" y="242004"/>
                </a:moveTo>
                <a:lnTo>
                  <a:pt x="1664949" y="242004"/>
                </a:lnTo>
                <a:lnTo>
                  <a:pt x="1664949" y="0"/>
                </a:lnTo>
                <a:lnTo>
                  <a:pt x="0" y="0"/>
                </a:lnTo>
                <a:lnTo>
                  <a:pt x="0" y="242004"/>
                </a:lnTo>
                <a:close/>
              </a:path>
            </a:pathLst>
          </a:custGeom>
          <a:ln w="102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2045486" y="5039417"/>
            <a:ext cx="1295400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spc="80" dirty="0">
                <a:latin typeface="Arial"/>
                <a:cs typeface="Arial"/>
              </a:rPr>
              <a:t>+Gehalt() </a:t>
            </a:r>
            <a:r>
              <a:rPr sz="1200" spc="10" dirty="0">
                <a:latin typeface="Arial"/>
                <a:cs typeface="Arial"/>
              </a:rPr>
              <a:t>: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75" dirty="0">
                <a:latin typeface="Arial"/>
                <a:cs typeface="Arial"/>
              </a:rPr>
              <a:t>short</a:t>
            </a:r>
            <a:endParaRPr sz="1200">
              <a:latin typeface="Arial"/>
              <a:cs typeface="Arial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1864584" y="4789735"/>
            <a:ext cx="1664970" cy="245745"/>
          </a:xfrm>
          <a:custGeom>
            <a:avLst/>
            <a:gdLst/>
            <a:ahLst/>
            <a:cxnLst/>
            <a:rect l="l" t="t" r="r" b="b"/>
            <a:pathLst>
              <a:path w="1664970" h="245745">
                <a:moveTo>
                  <a:pt x="0" y="245537"/>
                </a:moveTo>
                <a:lnTo>
                  <a:pt x="1664949" y="245537"/>
                </a:lnTo>
                <a:lnTo>
                  <a:pt x="1664949" y="0"/>
                </a:lnTo>
                <a:lnTo>
                  <a:pt x="0" y="0"/>
                </a:lnTo>
                <a:lnTo>
                  <a:pt x="0" y="245537"/>
                </a:lnTo>
                <a:close/>
              </a:path>
            </a:pathLst>
          </a:custGeom>
          <a:ln w="1022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1894091" y="4797469"/>
            <a:ext cx="1593215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spc="90" dirty="0">
                <a:latin typeface="Arial"/>
                <a:cs typeface="Arial"/>
              </a:rPr>
              <a:t>+Fachgebiet </a:t>
            </a:r>
            <a:r>
              <a:rPr sz="1200" spc="10" dirty="0">
                <a:latin typeface="Arial"/>
                <a:cs typeface="Arial"/>
              </a:rPr>
              <a:t>:</a:t>
            </a:r>
            <a:r>
              <a:rPr sz="1200" spc="-65" dirty="0">
                <a:latin typeface="Arial"/>
                <a:cs typeface="Arial"/>
              </a:rPr>
              <a:t> </a:t>
            </a:r>
            <a:r>
              <a:rPr sz="1200" spc="70" dirty="0">
                <a:latin typeface="Arial"/>
                <a:cs typeface="Arial"/>
              </a:rPr>
              <a:t>String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1864584" y="4544141"/>
            <a:ext cx="1665605" cy="245745"/>
          </a:xfrm>
          <a:custGeom>
            <a:avLst/>
            <a:gdLst/>
            <a:ahLst/>
            <a:cxnLst/>
            <a:rect l="l" t="t" r="r" b="b"/>
            <a:pathLst>
              <a:path w="1665604" h="245745">
                <a:moveTo>
                  <a:pt x="0" y="245495"/>
                </a:moveTo>
                <a:lnTo>
                  <a:pt x="1664978" y="245495"/>
                </a:lnTo>
                <a:lnTo>
                  <a:pt x="1664978" y="0"/>
                </a:lnTo>
                <a:lnTo>
                  <a:pt x="0" y="0"/>
                </a:lnTo>
                <a:lnTo>
                  <a:pt x="0" y="245495"/>
                </a:lnTo>
              </a:path>
            </a:pathLst>
          </a:custGeom>
          <a:ln w="1022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2189976" y="4551833"/>
            <a:ext cx="1012190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b="1" spc="100" dirty="0">
                <a:latin typeface="Arial"/>
                <a:cs typeface="Arial"/>
              </a:rPr>
              <a:t>A</a:t>
            </a:r>
            <a:r>
              <a:rPr sz="1200" b="1" spc="105" dirty="0">
                <a:latin typeface="Arial"/>
                <a:cs typeface="Arial"/>
              </a:rPr>
              <a:t>ss</a:t>
            </a:r>
            <a:r>
              <a:rPr sz="1200" b="1" spc="45" dirty="0">
                <a:latin typeface="Arial"/>
                <a:cs typeface="Arial"/>
              </a:rPr>
              <a:t>i</a:t>
            </a:r>
            <a:r>
              <a:rPr sz="1200" b="1" spc="105" dirty="0">
                <a:latin typeface="Arial"/>
                <a:cs typeface="Arial"/>
              </a:rPr>
              <a:t>s</a:t>
            </a:r>
            <a:r>
              <a:rPr sz="1200" b="1" spc="65" dirty="0">
                <a:latin typeface="Arial"/>
                <a:cs typeface="Arial"/>
              </a:rPr>
              <a:t>t</a:t>
            </a:r>
            <a:r>
              <a:rPr sz="1200" b="1" spc="105" dirty="0">
                <a:latin typeface="Arial"/>
                <a:cs typeface="Arial"/>
              </a:rPr>
              <a:t>e</a:t>
            </a:r>
            <a:r>
              <a:rPr sz="1200" b="1" spc="95" dirty="0">
                <a:latin typeface="Arial"/>
                <a:cs typeface="Arial"/>
              </a:rPr>
              <a:t>n</a:t>
            </a:r>
            <a:r>
              <a:rPr sz="1200" b="1" spc="65" dirty="0">
                <a:latin typeface="Arial"/>
                <a:cs typeface="Arial"/>
              </a:rPr>
              <a:t>t</a:t>
            </a:r>
            <a:r>
              <a:rPr sz="1200" b="1" spc="105" dirty="0">
                <a:latin typeface="Arial"/>
                <a:cs typeface="Arial"/>
              </a:rPr>
              <a:t>e</a:t>
            </a:r>
            <a:r>
              <a:rPr sz="1200" b="1" spc="30" dirty="0">
                <a:latin typeface="Arial"/>
                <a:cs typeface="Arial"/>
              </a:rPr>
              <a:t>n</a:t>
            </a:r>
            <a:endParaRPr sz="12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3724597" y="5029200"/>
            <a:ext cx="87630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spc="15" dirty="0">
                <a:latin typeface="Arial"/>
                <a:cs typeface="Arial"/>
              </a:rPr>
              <a:t>*</a:t>
            </a:r>
            <a:endParaRPr sz="120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5252035" y="4565313"/>
            <a:ext cx="509270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spc="95" dirty="0">
                <a:latin typeface="Arial"/>
                <a:cs typeface="Arial"/>
              </a:rPr>
              <a:t>+</a:t>
            </a:r>
            <a:r>
              <a:rPr sz="1200" spc="110" dirty="0">
                <a:latin typeface="Arial"/>
                <a:cs typeface="Arial"/>
              </a:rPr>
              <a:t>Bo</a:t>
            </a:r>
            <a:r>
              <a:rPr sz="1200" spc="85" dirty="0">
                <a:latin typeface="Arial"/>
                <a:cs typeface="Arial"/>
              </a:rPr>
              <a:t>s</a:t>
            </a:r>
            <a:r>
              <a:rPr sz="1200" spc="20" dirty="0">
                <a:latin typeface="Arial"/>
                <a:cs typeface="Arial"/>
              </a:rPr>
              <a:t>s</a:t>
            </a:r>
            <a:endParaRPr sz="120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5646245" y="5029200"/>
            <a:ext cx="113664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spc="25" dirty="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3529563" y="4912242"/>
            <a:ext cx="2435860" cy="0"/>
          </a:xfrm>
          <a:custGeom>
            <a:avLst/>
            <a:gdLst/>
            <a:ahLst/>
            <a:cxnLst/>
            <a:rect l="l" t="t" r="r" b="b"/>
            <a:pathLst>
              <a:path w="2435860">
                <a:moveTo>
                  <a:pt x="0" y="0"/>
                </a:moveTo>
                <a:lnTo>
                  <a:pt x="2435778" y="0"/>
                </a:lnTo>
              </a:path>
            </a:pathLst>
          </a:custGeom>
          <a:ln w="66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5835013" y="4844269"/>
            <a:ext cx="130810" cy="68580"/>
          </a:xfrm>
          <a:custGeom>
            <a:avLst/>
            <a:gdLst/>
            <a:ahLst/>
            <a:cxnLst/>
            <a:rect l="l" t="t" r="r" b="b"/>
            <a:pathLst>
              <a:path w="130810" h="68579">
                <a:moveTo>
                  <a:pt x="0" y="0"/>
                </a:moveTo>
                <a:lnTo>
                  <a:pt x="130328" y="67972"/>
                </a:lnTo>
              </a:path>
            </a:pathLst>
          </a:custGeom>
          <a:ln w="10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5835013" y="4912242"/>
            <a:ext cx="130810" cy="65405"/>
          </a:xfrm>
          <a:custGeom>
            <a:avLst/>
            <a:gdLst/>
            <a:ahLst/>
            <a:cxnLst/>
            <a:rect l="l" t="t" r="r" b="b"/>
            <a:pathLst>
              <a:path w="130810" h="65404">
                <a:moveTo>
                  <a:pt x="0" y="64850"/>
                </a:moveTo>
                <a:lnTo>
                  <a:pt x="130328" y="0"/>
                </a:lnTo>
              </a:path>
            </a:pathLst>
          </a:custGeom>
          <a:ln w="102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 txBox="1"/>
          <p:nvPr/>
        </p:nvSpPr>
        <p:spPr>
          <a:xfrm>
            <a:off x="4215950" y="6941006"/>
            <a:ext cx="1365885" cy="245745"/>
          </a:xfrm>
          <a:prstGeom prst="rect">
            <a:avLst/>
          </a:prstGeom>
          <a:ln w="10227">
            <a:solidFill>
              <a:srgbClr val="000000"/>
            </a:solidFill>
          </a:ln>
        </p:spPr>
        <p:txBody>
          <a:bodyPr vert="horz" wrap="square" lIns="0" tIns="21590" rIns="0" bIns="0" rtlCol="0">
            <a:spAutoFit/>
          </a:bodyPr>
          <a:lstStyle/>
          <a:p>
            <a:pPr marL="41910">
              <a:lnSpc>
                <a:spcPct val="100000"/>
              </a:lnSpc>
              <a:spcBef>
                <a:spcPts val="170"/>
              </a:spcBef>
            </a:pPr>
            <a:r>
              <a:rPr sz="1200" spc="80" dirty="0">
                <a:latin typeface="Arial"/>
                <a:cs typeface="Arial"/>
              </a:rPr>
              <a:t>+Gehalt() </a:t>
            </a:r>
            <a:r>
              <a:rPr sz="1200" spc="10" dirty="0">
                <a:latin typeface="Arial"/>
                <a:cs typeface="Arial"/>
              </a:rPr>
              <a:t>: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75" dirty="0">
                <a:latin typeface="Arial"/>
                <a:cs typeface="Arial"/>
              </a:rPr>
              <a:t>short</a:t>
            </a:r>
            <a:endParaRPr sz="120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4215950" y="6491159"/>
            <a:ext cx="1365885" cy="450215"/>
          </a:xfrm>
          <a:prstGeom prst="rect">
            <a:avLst/>
          </a:prstGeom>
          <a:ln w="10250">
            <a:solidFill>
              <a:srgbClr val="000000"/>
            </a:solidFill>
          </a:ln>
        </p:spPr>
        <p:txBody>
          <a:bodyPr vert="horz" wrap="square" lIns="0" tIns="20955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165"/>
              </a:spcBef>
            </a:pPr>
            <a:r>
              <a:rPr sz="1200" spc="85" dirty="0">
                <a:latin typeface="Arial"/>
                <a:cs typeface="Arial"/>
              </a:rPr>
              <a:t>+PersNr </a:t>
            </a:r>
            <a:r>
              <a:rPr sz="1200" spc="10" dirty="0">
                <a:latin typeface="Arial"/>
                <a:cs typeface="Arial"/>
              </a:rPr>
              <a:t>:</a:t>
            </a:r>
            <a:r>
              <a:rPr sz="1200" spc="30" dirty="0">
                <a:latin typeface="Arial"/>
                <a:cs typeface="Arial"/>
              </a:rPr>
              <a:t> </a:t>
            </a:r>
            <a:r>
              <a:rPr sz="1200" spc="60" dirty="0">
                <a:latin typeface="Arial"/>
                <a:cs typeface="Arial"/>
              </a:rPr>
              <a:t>int</a:t>
            </a:r>
            <a:endParaRPr sz="1200">
              <a:latin typeface="Arial"/>
              <a:cs typeface="Arial"/>
            </a:endParaRPr>
          </a:p>
          <a:p>
            <a:pPr marR="8255" algn="ctr">
              <a:lnSpc>
                <a:spcPct val="100000"/>
              </a:lnSpc>
              <a:spcBef>
                <a:spcPts val="170"/>
              </a:spcBef>
            </a:pPr>
            <a:r>
              <a:rPr sz="1200" spc="90" dirty="0">
                <a:latin typeface="Arial"/>
                <a:cs typeface="Arial"/>
              </a:rPr>
              <a:t>+Name </a:t>
            </a:r>
            <a:r>
              <a:rPr sz="1200" spc="10" dirty="0">
                <a:latin typeface="Arial"/>
                <a:cs typeface="Arial"/>
              </a:rPr>
              <a:t>:</a:t>
            </a:r>
            <a:r>
              <a:rPr sz="1200" spc="85" dirty="0">
                <a:latin typeface="Arial"/>
                <a:cs typeface="Arial"/>
              </a:rPr>
              <a:t> </a:t>
            </a:r>
            <a:r>
              <a:rPr sz="1200" spc="70" dirty="0">
                <a:latin typeface="Arial"/>
                <a:cs typeface="Arial"/>
              </a:rPr>
              <a:t>String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4215950" y="6249140"/>
            <a:ext cx="1365885" cy="242570"/>
          </a:xfrm>
          <a:prstGeom prst="rect">
            <a:avLst/>
          </a:prstGeom>
          <a:ln w="10226">
            <a:solidFill>
              <a:srgbClr val="000000"/>
            </a:solidFill>
          </a:ln>
        </p:spPr>
        <p:txBody>
          <a:bodyPr vert="horz" wrap="square" lIns="0" tIns="20955" rIns="0" bIns="0" rtlCol="0">
            <a:spAutoFit/>
          </a:bodyPr>
          <a:lstStyle/>
          <a:p>
            <a:pPr marL="210820">
              <a:lnSpc>
                <a:spcPct val="100000"/>
              </a:lnSpc>
              <a:spcBef>
                <a:spcPts val="165"/>
              </a:spcBef>
            </a:pPr>
            <a:r>
              <a:rPr sz="1200" b="1" spc="80" dirty="0">
                <a:latin typeface="Arial"/>
                <a:cs typeface="Arial"/>
              </a:rPr>
              <a:t>Angestellte</a:t>
            </a:r>
            <a:endParaRPr sz="1200">
              <a:latin typeface="Arial"/>
              <a:cs typeface="Arial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2698716" y="5277220"/>
            <a:ext cx="1858645" cy="842644"/>
          </a:xfrm>
          <a:custGeom>
            <a:avLst/>
            <a:gdLst/>
            <a:ahLst/>
            <a:cxnLst/>
            <a:rect l="l" t="t" r="r" b="b"/>
            <a:pathLst>
              <a:path w="1858645" h="842645">
                <a:moveTo>
                  <a:pt x="1858521" y="842289"/>
                </a:moveTo>
                <a:lnTo>
                  <a:pt x="1858521" y="641139"/>
                </a:lnTo>
                <a:lnTo>
                  <a:pt x="0" y="641139"/>
                </a:lnTo>
                <a:lnTo>
                  <a:pt x="0" y="0"/>
                </a:lnTo>
              </a:path>
            </a:pathLst>
          </a:custGeom>
          <a:ln w="6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4471284" y="6114334"/>
            <a:ext cx="172054" cy="1399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5239959" y="5481847"/>
            <a:ext cx="1798955" cy="638175"/>
          </a:xfrm>
          <a:custGeom>
            <a:avLst/>
            <a:gdLst/>
            <a:ahLst/>
            <a:cxnLst/>
            <a:rect l="l" t="t" r="r" b="b"/>
            <a:pathLst>
              <a:path w="1798954" h="638175">
                <a:moveTo>
                  <a:pt x="0" y="637663"/>
                </a:moveTo>
                <a:lnTo>
                  <a:pt x="0" y="436513"/>
                </a:lnTo>
                <a:lnTo>
                  <a:pt x="1798649" y="436513"/>
                </a:lnTo>
                <a:lnTo>
                  <a:pt x="1798649" y="0"/>
                </a:lnTo>
              </a:path>
            </a:pathLst>
          </a:custGeom>
          <a:ln w="67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5150489" y="6114336"/>
            <a:ext cx="175862" cy="1399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/>
          <p:nvPr/>
        </p:nvSpPr>
        <p:spPr>
          <a:xfrm>
            <a:off x="6346852" y="746657"/>
            <a:ext cx="978535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spc="85" dirty="0">
                <a:latin typeface="Arial"/>
                <a:cs typeface="Arial"/>
              </a:rPr>
              <a:t>+Nachfolger</a:t>
            </a:r>
            <a:endParaRPr sz="120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8177021" y="1196495"/>
            <a:ext cx="87630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spc="15" dirty="0">
                <a:latin typeface="Arial"/>
                <a:cs typeface="Arial"/>
              </a:rPr>
              <a:t>*</a:t>
            </a:r>
            <a:endParaRPr sz="1200">
              <a:latin typeface="Arial"/>
              <a:cs typeface="Arial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7446893" y="479706"/>
            <a:ext cx="1256665" cy="1064260"/>
          </a:xfrm>
          <a:custGeom>
            <a:avLst/>
            <a:gdLst/>
            <a:ahLst/>
            <a:cxnLst/>
            <a:rect l="l" t="t" r="r" b="b"/>
            <a:pathLst>
              <a:path w="1256665" h="1064260">
                <a:moveTo>
                  <a:pt x="0" y="726268"/>
                </a:moveTo>
                <a:lnTo>
                  <a:pt x="0" y="0"/>
                </a:lnTo>
                <a:lnTo>
                  <a:pt x="1256665" y="0"/>
                </a:lnTo>
                <a:lnTo>
                  <a:pt x="1256665" y="1063859"/>
                </a:lnTo>
                <a:lnTo>
                  <a:pt x="492726" y="1063859"/>
                </a:lnTo>
              </a:path>
            </a:pathLst>
          </a:custGeom>
          <a:ln w="67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7939620" y="1543566"/>
            <a:ext cx="130810" cy="68580"/>
          </a:xfrm>
          <a:custGeom>
            <a:avLst/>
            <a:gdLst/>
            <a:ahLst/>
            <a:cxnLst/>
            <a:rect l="l" t="t" r="r" b="b"/>
            <a:pathLst>
              <a:path w="130809" h="68580">
                <a:moveTo>
                  <a:pt x="130328" y="68256"/>
                </a:moveTo>
                <a:lnTo>
                  <a:pt x="0" y="0"/>
                </a:lnTo>
              </a:path>
            </a:pathLst>
          </a:custGeom>
          <a:ln w="10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7939620" y="1475451"/>
            <a:ext cx="130810" cy="68580"/>
          </a:xfrm>
          <a:custGeom>
            <a:avLst/>
            <a:gdLst/>
            <a:ahLst/>
            <a:cxnLst/>
            <a:rect l="l" t="t" r="r" b="b"/>
            <a:pathLst>
              <a:path w="130809" h="68580">
                <a:moveTo>
                  <a:pt x="130328" y="0"/>
                </a:moveTo>
                <a:lnTo>
                  <a:pt x="0" y="68114"/>
                </a:lnTo>
              </a:path>
            </a:pathLst>
          </a:custGeom>
          <a:ln w="10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 txBox="1"/>
          <p:nvPr/>
        </p:nvSpPr>
        <p:spPr>
          <a:xfrm>
            <a:off x="4949303" y="1312432"/>
            <a:ext cx="479425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spc="105" dirty="0">
                <a:latin typeface="Arial"/>
                <a:cs typeface="Arial"/>
              </a:rPr>
              <a:t>hö</a:t>
            </a:r>
            <a:r>
              <a:rPr sz="1200" spc="65" dirty="0">
                <a:latin typeface="Arial"/>
                <a:cs typeface="Arial"/>
              </a:rPr>
              <a:t>r</a:t>
            </a:r>
            <a:r>
              <a:rPr sz="1200" spc="105" dirty="0">
                <a:latin typeface="Arial"/>
                <a:cs typeface="Arial"/>
              </a:rPr>
              <a:t>en</a:t>
            </a:r>
            <a:endParaRPr sz="1200">
              <a:latin typeface="Arial"/>
              <a:cs typeface="Arial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7543411" y="453306"/>
            <a:ext cx="1066800" cy="50355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1200" spc="85" dirty="0">
                <a:latin typeface="Arial"/>
                <a:cs typeface="Arial"/>
              </a:rPr>
              <a:t>voraussetzen</a:t>
            </a:r>
            <a:endParaRPr sz="1200">
              <a:latin typeface="Arial"/>
              <a:cs typeface="Arial"/>
            </a:endParaRPr>
          </a:p>
          <a:p>
            <a:pPr marL="37465">
              <a:lnSpc>
                <a:spcPct val="100000"/>
              </a:lnSpc>
              <a:spcBef>
                <a:spcPts val="445"/>
              </a:spcBef>
            </a:pPr>
            <a:r>
              <a:rPr sz="1200" spc="15" dirty="0">
                <a:latin typeface="Arial"/>
                <a:cs typeface="Arial"/>
              </a:rPr>
              <a:t>*</a:t>
            </a:r>
            <a:endParaRPr sz="1200">
              <a:latin typeface="Arial"/>
              <a:cs typeface="Arial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8786621" y="3035764"/>
            <a:ext cx="192360" cy="1058023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480"/>
              </a:lnSpc>
            </a:pPr>
            <a:r>
              <a:rPr sz="1250" spc="75" dirty="0">
                <a:latin typeface="Arial"/>
                <a:cs typeface="Arial"/>
              </a:rPr>
              <a:t>ge</a:t>
            </a:r>
            <a:r>
              <a:rPr sz="1250" spc="50" dirty="0">
                <a:latin typeface="Arial"/>
                <a:cs typeface="Arial"/>
              </a:rPr>
              <a:t>l</a:t>
            </a:r>
            <a:r>
              <a:rPr sz="1250" spc="75" dirty="0">
                <a:latin typeface="Arial"/>
                <a:cs typeface="Arial"/>
              </a:rPr>
              <a:t>e</a:t>
            </a:r>
            <a:r>
              <a:rPr sz="1250" spc="65" dirty="0">
                <a:latin typeface="Arial"/>
                <a:cs typeface="Arial"/>
              </a:rPr>
              <a:t>s</a:t>
            </a:r>
            <a:r>
              <a:rPr sz="1250" spc="75" dirty="0">
                <a:latin typeface="Arial"/>
                <a:cs typeface="Arial"/>
              </a:rPr>
              <a:t>enVon</a:t>
            </a:r>
            <a:endParaRPr sz="1250" dirty="0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4329913" y="4936962"/>
            <a:ext cx="939800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spc="90" dirty="0">
                <a:latin typeface="Arial"/>
                <a:cs typeface="Arial"/>
              </a:rPr>
              <a:t>arbeitenFür</a:t>
            </a:r>
            <a:endParaRPr sz="1200">
              <a:latin typeface="Arial"/>
              <a:cs typeface="Arial"/>
            </a:endParaRPr>
          </a:p>
        </p:txBody>
      </p:sp>
      <p:sp>
        <p:nvSpPr>
          <p:cNvPr id="80" name="object 12"/>
          <p:cNvSpPr txBox="1"/>
          <p:nvPr/>
        </p:nvSpPr>
        <p:spPr>
          <a:xfrm flipH="1">
            <a:off x="8135029" y="6210802"/>
            <a:ext cx="1982814" cy="66043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960119" algn="l"/>
                <a:tab pos="1873250" algn="l"/>
              </a:tabLst>
            </a:pPr>
            <a:r>
              <a:rPr lang="de-DE" sz="1400" b="1" dirty="0">
                <a:solidFill>
                  <a:srgbClr val="C00000"/>
                </a:solidFill>
                <a:latin typeface="Times New Roman"/>
                <a:cs typeface="Times New Roman"/>
              </a:rPr>
              <a:t>Vergleich mit relationalem Modell (auch ‚Prüfungen‘)</a:t>
            </a:r>
            <a:endParaRPr sz="1400" b="1" dirty="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393700" y="6597650"/>
            <a:ext cx="304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5"/>
              </a:rPr>
              <a:t>https://</a:t>
            </a:r>
            <a:r>
              <a:rPr lang="en-US" dirty="0" err="1">
                <a:hlinkClick r:id="rId5"/>
              </a:rPr>
              <a:t>www.youtube.com</a:t>
            </a:r>
            <a:r>
              <a:rPr lang="en-US" dirty="0">
                <a:hlinkClick r:id="rId5"/>
              </a:rPr>
              <a:t>/</a:t>
            </a:r>
            <a:r>
              <a:rPr lang="en-US" dirty="0" err="1">
                <a:hlinkClick r:id="rId5"/>
              </a:rPr>
              <a:t>watch?v</a:t>
            </a:r>
            <a:r>
              <a:rPr lang="en-US" dirty="0">
                <a:hlinkClick r:id="rId5"/>
              </a:rPr>
              <a:t>=UI6lqHOVHic</a:t>
            </a:r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3300" y="654049"/>
            <a:ext cx="6933277" cy="54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58335" algn="l"/>
                <a:tab pos="5677535" algn="l"/>
              </a:tabLst>
            </a:pPr>
            <a:r>
              <a:rPr spc="-5" dirty="0" err="1"/>
              <a:t>A</a:t>
            </a:r>
            <a:r>
              <a:rPr dirty="0" err="1"/>
              <a:t>n</a:t>
            </a:r>
            <a:r>
              <a:rPr spc="-5" dirty="0" err="1"/>
              <a:t>w</a:t>
            </a:r>
            <a:r>
              <a:rPr dirty="0" err="1"/>
              <a:t>endung</a:t>
            </a:r>
            <a:r>
              <a:rPr spc="-5" dirty="0" err="1"/>
              <a:t>s</a:t>
            </a:r>
            <a:r>
              <a:rPr dirty="0" err="1"/>
              <a:t>fälle</a:t>
            </a:r>
            <a:r>
              <a:rPr lang="de-DE" dirty="0"/>
              <a:t> </a:t>
            </a:r>
            <a:r>
              <a:rPr dirty="0"/>
              <a:t>(u</a:t>
            </a:r>
            <a:r>
              <a:rPr spc="-5" dirty="0"/>
              <a:t>s</a:t>
            </a:r>
            <a:r>
              <a:rPr dirty="0"/>
              <a:t>e</a:t>
            </a:r>
            <a:r>
              <a:rPr lang="de-DE" dirty="0"/>
              <a:t> </a:t>
            </a:r>
            <a:r>
              <a:rPr dirty="0"/>
              <a:t>ca</a:t>
            </a:r>
            <a:r>
              <a:rPr spc="-5" dirty="0"/>
              <a:t>s</a:t>
            </a:r>
            <a:r>
              <a:rPr dirty="0"/>
              <a:t>e</a:t>
            </a:r>
            <a:r>
              <a:rPr spc="-5" dirty="0"/>
              <a:t>s</a:t>
            </a:r>
            <a:r>
              <a:rPr dirty="0"/>
              <a:t>)</a:t>
            </a:r>
          </a:p>
        </p:txBody>
      </p:sp>
      <p:sp>
        <p:nvSpPr>
          <p:cNvPr id="55" name="object 5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dirty="0"/>
              <a:t>28</a:t>
            </a:fld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3688302" y="1754528"/>
            <a:ext cx="3912870" cy="5422900"/>
          </a:xfrm>
          <a:custGeom>
            <a:avLst/>
            <a:gdLst/>
            <a:ahLst/>
            <a:cxnLst/>
            <a:rect l="l" t="t" r="r" b="b"/>
            <a:pathLst>
              <a:path w="3912870" h="5422900">
                <a:moveTo>
                  <a:pt x="0" y="5422312"/>
                </a:moveTo>
                <a:lnTo>
                  <a:pt x="3912281" y="5422312"/>
                </a:lnTo>
                <a:lnTo>
                  <a:pt x="3912281" y="0"/>
                </a:lnTo>
                <a:lnTo>
                  <a:pt x="0" y="0"/>
                </a:lnTo>
                <a:lnTo>
                  <a:pt x="0" y="5422312"/>
                </a:lnTo>
              </a:path>
            </a:pathLst>
          </a:custGeom>
          <a:ln w="123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037659" y="1811749"/>
            <a:ext cx="1197610" cy="283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00" b="1" spc="65" dirty="0">
                <a:latin typeface="Arial"/>
                <a:cs typeface="Arial"/>
              </a:rPr>
              <a:t>Fakultäten</a:t>
            </a:r>
            <a:endParaRPr sz="17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36344" y="3221380"/>
            <a:ext cx="198551" cy="1945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41122" y="3514941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>
                <a:moveTo>
                  <a:pt x="0" y="0"/>
                </a:moveTo>
                <a:lnTo>
                  <a:pt x="393257" y="0"/>
                </a:lnTo>
              </a:path>
            </a:pathLst>
          </a:custGeom>
          <a:ln w="81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35825" y="3907519"/>
            <a:ext cx="198755" cy="393700"/>
          </a:xfrm>
          <a:custGeom>
            <a:avLst/>
            <a:gdLst/>
            <a:ahLst/>
            <a:cxnLst/>
            <a:rect l="l" t="t" r="r" b="b"/>
            <a:pathLst>
              <a:path w="198755" h="393700">
                <a:moveTo>
                  <a:pt x="0" y="0"/>
                </a:moveTo>
                <a:lnTo>
                  <a:pt x="198555" y="393093"/>
                </a:lnTo>
              </a:path>
            </a:pathLst>
          </a:custGeom>
          <a:ln w="81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41122" y="3415937"/>
            <a:ext cx="194945" cy="885190"/>
          </a:xfrm>
          <a:custGeom>
            <a:avLst/>
            <a:gdLst/>
            <a:ahLst/>
            <a:cxnLst/>
            <a:rect l="l" t="t" r="r" b="b"/>
            <a:pathLst>
              <a:path w="194944" h="885189">
                <a:moveTo>
                  <a:pt x="194702" y="0"/>
                </a:moveTo>
                <a:lnTo>
                  <a:pt x="194702" y="491581"/>
                </a:lnTo>
                <a:lnTo>
                  <a:pt x="0" y="884675"/>
                </a:lnTo>
              </a:path>
            </a:pathLst>
          </a:custGeom>
          <a:ln w="81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432286" y="3217312"/>
            <a:ext cx="206665" cy="2026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607462" y="2651407"/>
            <a:ext cx="1312545" cy="657225"/>
          </a:xfrm>
          <a:custGeom>
            <a:avLst/>
            <a:gdLst/>
            <a:ahLst/>
            <a:cxnLst/>
            <a:rect l="l" t="t" r="r" b="b"/>
            <a:pathLst>
              <a:path w="1312545" h="657225">
                <a:moveTo>
                  <a:pt x="654110" y="0"/>
                </a:moveTo>
                <a:lnTo>
                  <a:pt x="550395" y="3781"/>
                </a:lnTo>
                <a:lnTo>
                  <a:pt x="451324" y="16156"/>
                </a:lnTo>
                <a:lnTo>
                  <a:pt x="356209" y="37126"/>
                </a:lnTo>
                <a:lnTo>
                  <a:pt x="269005" y="66174"/>
                </a:lnTo>
                <a:lnTo>
                  <a:pt x="190402" y="99003"/>
                </a:lnTo>
                <a:lnTo>
                  <a:pt x="124355" y="136130"/>
                </a:lnTo>
                <a:lnTo>
                  <a:pt x="70519" y="181679"/>
                </a:lnTo>
                <a:lnTo>
                  <a:pt x="32851" y="227055"/>
                </a:lnTo>
                <a:lnTo>
                  <a:pt x="8083" y="276901"/>
                </a:lnTo>
                <a:lnTo>
                  <a:pt x="0" y="330700"/>
                </a:lnTo>
                <a:lnTo>
                  <a:pt x="8083" y="380202"/>
                </a:lnTo>
                <a:lnTo>
                  <a:pt x="32851" y="429704"/>
                </a:lnTo>
                <a:lnTo>
                  <a:pt x="70519" y="479206"/>
                </a:lnTo>
                <a:lnTo>
                  <a:pt x="124355" y="520458"/>
                </a:lnTo>
                <a:lnTo>
                  <a:pt x="190402" y="561881"/>
                </a:lnTo>
                <a:lnTo>
                  <a:pt x="269005" y="595226"/>
                </a:lnTo>
                <a:lnTo>
                  <a:pt x="356209" y="619977"/>
                </a:lnTo>
                <a:lnTo>
                  <a:pt x="451324" y="640431"/>
                </a:lnTo>
                <a:lnTo>
                  <a:pt x="550395" y="652807"/>
                </a:lnTo>
                <a:lnTo>
                  <a:pt x="654110" y="657104"/>
                </a:lnTo>
                <a:lnTo>
                  <a:pt x="757482" y="652807"/>
                </a:lnTo>
                <a:lnTo>
                  <a:pt x="857069" y="640431"/>
                </a:lnTo>
                <a:lnTo>
                  <a:pt x="952184" y="619977"/>
                </a:lnTo>
                <a:lnTo>
                  <a:pt x="1038871" y="595226"/>
                </a:lnTo>
                <a:lnTo>
                  <a:pt x="1117819" y="561881"/>
                </a:lnTo>
                <a:lnTo>
                  <a:pt x="1184038" y="520458"/>
                </a:lnTo>
                <a:lnTo>
                  <a:pt x="1237874" y="479206"/>
                </a:lnTo>
                <a:lnTo>
                  <a:pt x="1279325" y="429704"/>
                </a:lnTo>
                <a:lnTo>
                  <a:pt x="1304093" y="380202"/>
                </a:lnTo>
                <a:lnTo>
                  <a:pt x="1312177" y="330700"/>
                </a:lnTo>
                <a:lnTo>
                  <a:pt x="1304093" y="276901"/>
                </a:lnTo>
                <a:lnTo>
                  <a:pt x="1279325" y="227055"/>
                </a:lnTo>
                <a:lnTo>
                  <a:pt x="1237874" y="181679"/>
                </a:lnTo>
                <a:lnTo>
                  <a:pt x="1184038" y="136130"/>
                </a:lnTo>
                <a:lnTo>
                  <a:pt x="1117819" y="99003"/>
                </a:lnTo>
                <a:lnTo>
                  <a:pt x="1038871" y="66174"/>
                </a:lnTo>
                <a:lnTo>
                  <a:pt x="952184" y="37126"/>
                </a:lnTo>
                <a:lnTo>
                  <a:pt x="857069" y="16156"/>
                </a:lnTo>
                <a:lnTo>
                  <a:pt x="757482" y="3781"/>
                </a:lnTo>
                <a:lnTo>
                  <a:pt x="65411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607462" y="2651407"/>
            <a:ext cx="1312545" cy="657225"/>
          </a:xfrm>
          <a:custGeom>
            <a:avLst/>
            <a:gdLst/>
            <a:ahLst/>
            <a:cxnLst/>
            <a:rect l="l" t="t" r="r" b="b"/>
            <a:pathLst>
              <a:path w="1312545" h="657225">
                <a:moveTo>
                  <a:pt x="0" y="330700"/>
                </a:moveTo>
                <a:lnTo>
                  <a:pt x="8083" y="276901"/>
                </a:lnTo>
                <a:lnTo>
                  <a:pt x="32851" y="227055"/>
                </a:lnTo>
                <a:lnTo>
                  <a:pt x="70519" y="181679"/>
                </a:lnTo>
                <a:lnTo>
                  <a:pt x="124355" y="136130"/>
                </a:lnTo>
                <a:lnTo>
                  <a:pt x="190402" y="99003"/>
                </a:lnTo>
                <a:lnTo>
                  <a:pt x="269005" y="66174"/>
                </a:lnTo>
                <a:lnTo>
                  <a:pt x="356209" y="37126"/>
                </a:lnTo>
                <a:lnTo>
                  <a:pt x="451324" y="16156"/>
                </a:lnTo>
                <a:lnTo>
                  <a:pt x="550395" y="3781"/>
                </a:lnTo>
                <a:lnTo>
                  <a:pt x="654110" y="0"/>
                </a:lnTo>
                <a:lnTo>
                  <a:pt x="757482" y="3781"/>
                </a:lnTo>
                <a:lnTo>
                  <a:pt x="857069" y="16156"/>
                </a:lnTo>
                <a:lnTo>
                  <a:pt x="952184" y="37126"/>
                </a:lnTo>
                <a:lnTo>
                  <a:pt x="1038871" y="66174"/>
                </a:lnTo>
                <a:lnTo>
                  <a:pt x="1117819" y="99003"/>
                </a:lnTo>
                <a:lnTo>
                  <a:pt x="1184038" y="136130"/>
                </a:lnTo>
                <a:lnTo>
                  <a:pt x="1237874" y="181679"/>
                </a:lnTo>
                <a:lnTo>
                  <a:pt x="1279325" y="227055"/>
                </a:lnTo>
                <a:lnTo>
                  <a:pt x="1304093" y="276901"/>
                </a:lnTo>
                <a:lnTo>
                  <a:pt x="1312177" y="330700"/>
                </a:lnTo>
                <a:lnTo>
                  <a:pt x="1304093" y="380202"/>
                </a:lnTo>
                <a:lnTo>
                  <a:pt x="1279325" y="429704"/>
                </a:lnTo>
                <a:lnTo>
                  <a:pt x="1237874" y="479206"/>
                </a:lnTo>
                <a:lnTo>
                  <a:pt x="1184038" y="520458"/>
                </a:lnTo>
                <a:lnTo>
                  <a:pt x="1117819" y="561881"/>
                </a:lnTo>
                <a:lnTo>
                  <a:pt x="1038871" y="595226"/>
                </a:lnTo>
                <a:lnTo>
                  <a:pt x="952184" y="619977"/>
                </a:lnTo>
                <a:lnTo>
                  <a:pt x="857069" y="640431"/>
                </a:lnTo>
                <a:lnTo>
                  <a:pt x="757482" y="652807"/>
                </a:lnTo>
                <a:lnTo>
                  <a:pt x="654110" y="657104"/>
                </a:lnTo>
                <a:lnTo>
                  <a:pt x="550395" y="652807"/>
                </a:lnTo>
                <a:lnTo>
                  <a:pt x="451324" y="640431"/>
                </a:lnTo>
                <a:lnTo>
                  <a:pt x="356209" y="619977"/>
                </a:lnTo>
                <a:lnTo>
                  <a:pt x="269005" y="595226"/>
                </a:lnTo>
                <a:lnTo>
                  <a:pt x="190402" y="561881"/>
                </a:lnTo>
                <a:lnTo>
                  <a:pt x="124355" y="520458"/>
                </a:lnTo>
                <a:lnTo>
                  <a:pt x="70519" y="479206"/>
                </a:lnTo>
                <a:lnTo>
                  <a:pt x="32851" y="429704"/>
                </a:lnTo>
                <a:lnTo>
                  <a:pt x="8083" y="380202"/>
                </a:lnTo>
                <a:lnTo>
                  <a:pt x="0" y="330700"/>
                </a:lnTo>
                <a:close/>
              </a:path>
            </a:pathLst>
          </a:custGeom>
          <a:ln w="81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665282" y="2695850"/>
            <a:ext cx="1181735" cy="522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2885" marR="5080" indent="-210820">
              <a:lnSpc>
                <a:spcPct val="112400"/>
              </a:lnSpc>
              <a:spcBef>
                <a:spcPts val="95"/>
              </a:spcBef>
            </a:pPr>
            <a:r>
              <a:rPr sz="1450" spc="100" dirty="0">
                <a:latin typeface="Arial"/>
                <a:cs typeface="Arial"/>
              </a:rPr>
              <a:t>Vo</a:t>
            </a:r>
            <a:r>
              <a:rPr sz="1450" spc="60" dirty="0">
                <a:latin typeface="Arial"/>
                <a:cs typeface="Arial"/>
              </a:rPr>
              <a:t>rl</a:t>
            </a:r>
            <a:r>
              <a:rPr sz="1450" spc="100" dirty="0">
                <a:latin typeface="Arial"/>
                <a:cs typeface="Arial"/>
              </a:rPr>
              <a:t>e</a:t>
            </a:r>
            <a:r>
              <a:rPr sz="1450" spc="80" dirty="0">
                <a:latin typeface="Arial"/>
                <a:cs typeface="Arial"/>
              </a:rPr>
              <a:t>s</a:t>
            </a:r>
            <a:r>
              <a:rPr sz="1450" spc="100" dirty="0">
                <a:latin typeface="Arial"/>
                <a:cs typeface="Arial"/>
              </a:rPr>
              <a:t>unge</a:t>
            </a:r>
            <a:r>
              <a:rPr sz="1450" spc="5" dirty="0">
                <a:latin typeface="Arial"/>
                <a:cs typeface="Arial"/>
              </a:rPr>
              <a:t>n  </a:t>
            </a:r>
            <a:r>
              <a:rPr sz="1450" spc="80" dirty="0">
                <a:latin typeface="Arial"/>
                <a:cs typeface="Arial"/>
              </a:rPr>
              <a:t>anbieten</a:t>
            </a:r>
            <a:endParaRPr sz="14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82567" y="3097408"/>
            <a:ext cx="608330" cy="2489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450" spc="65" dirty="0">
                <a:latin typeface="Arial"/>
                <a:cs typeface="Arial"/>
              </a:rPr>
              <a:t>-</a:t>
            </a:r>
            <a:r>
              <a:rPr sz="1450" spc="120" dirty="0">
                <a:latin typeface="Arial"/>
                <a:cs typeface="Arial"/>
              </a:rPr>
              <a:t>H</a:t>
            </a:r>
            <a:r>
              <a:rPr sz="1450" spc="100" dirty="0">
                <a:latin typeface="Arial"/>
                <a:cs typeface="Arial"/>
              </a:rPr>
              <a:t>ö</a:t>
            </a:r>
            <a:r>
              <a:rPr sz="1450" spc="65" dirty="0">
                <a:latin typeface="Arial"/>
                <a:cs typeface="Arial"/>
              </a:rPr>
              <a:t>r</a:t>
            </a:r>
            <a:r>
              <a:rPr sz="1450" spc="100" dirty="0">
                <a:latin typeface="Arial"/>
                <a:cs typeface="Arial"/>
              </a:rPr>
              <a:t>e</a:t>
            </a:r>
            <a:r>
              <a:rPr sz="1450" spc="5" dirty="0">
                <a:latin typeface="Arial"/>
                <a:cs typeface="Arial"/>
              </a:rPr>
              <a:t>r</a:t>
            </a:r>
            <a:endParaRPr sz="14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82567" y="3659289"/>
            <a:ext cx="98425" cy="2489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450" spc="5" dirty="0">
                <a:latin typeface="Arial"/>
                <a:cs typeface="Arial"/>
              </a:rPr>
              <a:t>*</a:t>
            </a:r>
            <a:endParaRPr sz="14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90995" y="2564059"/>
            <a:ext cx="1751330" cy="2489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450" spc="80" dirty="0">
                <a:latin typeface="Arial"/>
                <a:cs typeface="Arial"/>
              </a:rPr>
              <a:t>-Lehrveranstaltung</a:t>
            </a:r>
            <a:endParaRPr sz="14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55409" y="3122159"/>
            <a:ext cx="98425" cy="2489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450" spc="5" dirty="0">
                <a:latin typeface="Arial"/>
                <a:cs typeface="Arial"/>
              </a:rPr>
              <a:t>*</a:t>
            </a:r>
            <a:endParaRPr sz="145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734380" y="2982107"/>
            <a:ext cx="2873375" cy="533400"/>
          </a:xfrm>
          <a:custGeom>
            <a:avLst/>
            <a:gdLst/>
            <a:ahLst/>
            <a:cxnLst/>
            <a:rect l="l" t="t" r="r" b="b"/>
            <a:pathLst>
              <a:path w="2873375" h="533400">
                <a:moveTo>
                  <a:pt x="0" y="532833"/>
                </a:moveTo>
                <a:lnTo>
                  <a:pt x="976917" y="532833"/>
                </a:lnTo>
                <a:lnTo>
                  <a:pt x="976917" y="0"/>
                </a:lnTo>
                <a:lnTo>
                  <a:pt x="2873082" y="0"/>
                </a:lnTo>
              </a:path>
            </a:pathLst>
          </a:custGeom>
          <a:ln w="81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214980" y="1998103"/>
            <a:ext cx="199008" cy="19852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9115547" y="2295955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>
                <a:moveTo>
                  <a:pt x="0" y="0"/>
                </a:moveTo>
                <a:lnTo>
                  <a:pt x="393704" y="0"/>
                </a:lnTo>
              </a:path>
            </a:pathLst>
          </a:custGeom>
          <a:ln w="81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9314550" y="2688533"/>
            <a:ext cx="194945" cy="393065"/>
          </a:xfrm>
          <a:custGeom>
            <a:avLst/>
            <a:gdLst/>
            <a:ahLst/>
            <a:cxnLst/>
            <a:rect l="l" t="t" r="r" b="b"/>
            <a:pathLst>
              <a:path w="194945" h="393064">
                <a:moveTo>
                  <a:pt x="0" y="0"/>
                </a:moveTo>
                <a:lnTo>
                  <a:pt x="194702" y="392578"/>
                </a:lnTo>
              </a:path>
            </a:pathLst>
          </a:custGeom>
          <a:ln w="81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9115547" y="2196608"/>
            <a:ext cx="199390" cy="884555"/>
          </a:xfrm>
          <a:custGeom>
            <a:avLst/>
            <a:gdLst/>
            <a:ahLst/>
            <a:cxnLst/>
            <a:rect l="l" t="t" r="r" b="b"/>
            <a:pathLst>
              <a:path w="199390" h="884555">
                <a:moveTo>
                  <a:pt x="199002" y="0"/>
                </a:moveTo>
                <a:lnTo>
                  <a:pt x="199002" y="491925"/>
                </a:lnTo>
                <a:lnTo>
                  <a:pt x="0" y="884503"/>
                </a:lnTo>
              </a:path>
            </a:pathLst>
          </a:custGeom>
          <a:ln w="81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9210907" y="1994029"/>
            <a:ext cx="207112" cy="2066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815953" y="2200529"/>
            <a:ext cx="98425" cy="2489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450" spc="5" dirty="0">
                <a:latin typeface="Arial"/>
                <a:cs typeface="Arial"/>
              </a:rPr>
              <a:t>*</a:t>
            </a:r>
            <a:endParaRPr sz="14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382517" y="1877906"/>
            <a:ext cx="464820" cy="2489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450" spc="60" dirty="0">
                <a:latin typeface="Arial"/>
                <a:cs typeface="Arial"/>
              </a:rPr>
              <a:t>-liest</a:t>
            </a:r>
            <a:endParaRPr sz="14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713785" y="2440304"/>
            <a:ext cx="129539" cy="2489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450" spc="5" dirty="0">
                <a:latin typeface="Arial"/>
                <a:cs typeface="Arial"/>
              </a:rPr>
              <a:t>1</a:t>
            </a:r>
            <a:endParaRPr sz="145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671618" y="2295955"/>
            <a:ext cx="3444240" cy="438150"/>
          </a:xfrm>
          <a:custGeom>
            <a:avLst/>
            <a:gdLst/>
            <a:ahLst/>
            <a:cxnLst/>
            <a:rect l="l" t="t" r="r" b="b"/>
            <a:pathLst>
              <a:path w="3444240" h="438150">
                <a:moveTo>
                  <a:pt x="0" y="437782"/>
                </a:moveTo>
                <a:lnTo>
                  <a:pt x="0" y="0"/>
                </a:lnTo>
                <a:lnTo>
                  <a:pt x="3443928" y="0"/>
                </a:lnTo>
              </a:path>
            </a:pathLst>
          </a:custGeom>
          <a:ln w="81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232678" y="4845822"/>
            <a:ext cx="1312545" cy="657225"/>
          </a:xfrm>
          <a:custGeom>
            <a:avLst/>
            <a:gdLst/>
            <a:ahLst/>
            <a:cxnLst/>
            <a:rect l="l" t="t" r="r" b="b"/>
            <a:pathLst>
              <a:path w="1312545" h="657225">
                <a:moveTo>
                  <a:pt x="658410" y="0"/>
                </a:moveTo>
                <a:lnTo>
                  <a:pt x="554523" y="4297"/>
                </a:lnTo>
                <a:lnTo>
                  <a:pt x="455108" y="16672"/>
                </a:lnTo>
                <a:lnTo>
                  <a:pt x="359821" y="37126"/>
                </a:lnTo>
                <a:lnTo>
                  <a:pt x="273133" y="61877"/>
                </a:lnTo>
                <a:lnTo>
                  <a:pt x="194702" y="95222"/>
                </a:lnTo>
                <a:lnTo>
                  <a:pt x="127966" y="136646"/>
                </a:lnTo>
                <a:lnTo>
                  <a:pt x="74303" y="177897"/>
                </a:lnTo>
                <a:lnTo>
                  <a:pt x="32851" y="227399"/>
                </a:lnTo>
                <a:lnTo>
                  <a:pt x="8083" y="276901"/>
                </a:lnTo>
                <a:lnTo>
                  <a:pt x="0" y="326403"/>
                </a:lnTo>
                <a:lnTo>
                  <a:pt x="8083" y="380202"/>
                </a:lnTo>
                <a:lnTo>
                  <a:pt x="32851" y="430048"/>
                </a:lnTo>
                <a:lnTo>
                  <a:pt x="74303" y="475425"/>
                </a:lnTo>
                <a:lnTo>
                  <a:pt x="127966" y="520973"/>
                </a:lnTo>
                <a:lnTo>
                  <a:pt x="194702" y="558100"/>
                </a:lnTo>
                <a:lnTo>
                  <a:pt x="273133" y="590929"/>
                </a:lnTo>
                <a:lnTo>
                  <a:pt x="359821" y="619977"/>
                </a:lnTo>
                <a:lnTo>
                  <a:pt x="455108" y="640947"/>
                </a:lnTo>
                <a:lnTo>
                  <a:pt x="554523" y="653288"/>
                </a:lnTo>
                <a:lnTo>
                  <a:pt x="658410" y="657121"/>
                </a:lnTo>
                <a:lnTo>
                  <a:pt x="761610" y="653288"/>
                </a:lnTo>
                <a:lnTo>
                  <a:pt x="861197" y="640947"/>
                </a:lnTo>
                <a:lnTo>
                  <a:pt x="956312" y="619977"/>
                </a:lnTo>
                <a:lnTo>
                  <a:pt x="1042999" y="590929"/>
                </a:lnTo>
                <a:lnTo>
                  <a:pt x="1121603" y="558100"/>
                </a:lnTo>
                <a:lnTo>
                  <a:pt x="1188166" y="520973"/>
                </a:lnTo>
                <a:lnTo>
                  <a:pt x="1242002" y="475425"/>
                </a:lnTo>
                <a:lnTo>
                  <a:pt x="1283453" y="430048"/>
                </a:lnTo>
                <a:lnTo>
                  <a:pt x="1303921" y="380202"/>
                </a:lnTo>
                <a:lnTo>
                  <a:pt x="1312005" y="326403"/>
                </a:lnTo>
                <a:lnTo>
                  <a:pt x="1303921" y="276901"/>
                </a:lnTo>
                <a:lnTo>
                  <a:pt x="1283453" y="227399"/>
                </a:lnTo>
                <a:lnTo>
                  <a:pt x="1242002" y="177897"/>
                </a:lnTo>
                <a:lnTo>
                  <a:pt x="1188166" y="136646"/>
                </a:lnTo>
                <a:lnTo>
                  <a:pt x="1121603" y="95222"/>
                </a:lnTo>
                <a:lnTo>
                  <a:pt x="1042999" y="61877"/>
                </a:lnTo>
                <a:lnTo>
                  <a:pt x="956312" y="37126"/>
                </a:lnTo>
                <a:lnTo>
                  <a:pt x="861197" y="16672"/>
                </a:lnTo>
                <a:lnTo>
                  <a:pt x="761610" y="4297"/>
                </a:lnTo>
                <a:lnTo>
                  <a:pt x="65841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232677" y="4845822"/>
            <a:ext cx="1312545" cy="657225"/>
          </a:xfrm>
          <a:custGeom>
            <a:avLst/>
            <a:gdLst/>
            <a:ahLst/>
            <a:cxnLst/>
            <a:rect l="l" t="t" r="r" b="b"/>
            <a:pathLst>
              <a:path w="1312545" h="657225">
                <a:moveTo>
                  <a:pt x="0" y="326403"/>
                </a:moveTo>
                <a:lnTo>
                  <a:pt x="8083" y="276901"/>
                </a:lnTo>
                <a:lnTo>
                  <a:pt x="32851" y="227399"/>
                </a:lnTo>
                <a:lnTo>
                  <a:pt x="74303" y="177897"/>
                </a:lnTo>
                <a:lnTo>
                  <a:pt x="127966" y="136646"/>
                </a:lnTo>
                <a:lnTo>
                  <a:pt x="194702" y="95222"/>
                </a:lnTo>
                <a:lnTo>
                  <a:pt x="273133" y="61877"/>
                </a:lnTo>
                <a:lnTo>
                  <a:pt x="359821" y="37126"/>
                </a:lnTo>
                <a:lnTo>
                  <a:pt x="455108" y="16672"/>
                </a:lnTo>
                <a:lnTo>
                  <a:pt x="554523" y="4297"/>
                </a:lnTo>
                <a:lnTo>
                  <a:pt x="658410" y="0"/>
                </a:lnTo>
                <a:lnTo>
                  <a:pt x="761610" y="4297"/>
                </a:lnTo>
                <a:lnTo>
                  <a:pt x="861197" y="16672"/>
                </a:lnTo>
                <a:lnTo>
                  <a:pt x="956312" y="37126"/>
                </a:lnTo>
                <a:lnTo>
                  <a:pt x="1042999" y="61877"/>
                </a:lnTo>
                <a:lnTo>
                  <a:pt x="1121603" y="95222"/>
                </a:lnTo>
                <a:lnTo>
                  <a:pt x="1188166" y="136646"/>
                </a:lnTo>
                <a:lnTo>
                  <a:pt x="1242002" y="177897"/>
                </a:lnTo>
                <a:lnTo>
                  <a:pt x="1283453" y="227399"/>
                </a:lnTo>
                <a:lnTo>
                  <a:pt x="1303921" y="276901"/>
                </a:lnTo>
                <a:lnTo>
                  <a:pt x="1312005" y="326403"/>
                </a:lnTo>
                <a:lnTo>
                  <a:pt x="1303921" y="380202"/>
                </a:lnTo>
                <a:lnTo>
                  <a:pt x="1283453" y="430048"/>
                </a:lnTo>
                <a:lnTo>
                  <a:pt x="1242002" y="475425"/>
                </a:lnTo>
                <a:lnTo>
                  <a:pt x="1188166" y="520973"/>
                </a:lnTo>
                <a:lnTo>
                  <a:pt x="1121603" y="558100"/>
                </a:lnTo>
                <a:lnTo>
                  <a:pt x="1042999" y="590929"/>
                </a:lnTo>
                <a:lnTo>
                  <a:pt x="956312" y="619977"/>
                </a:lnTo>
                <a:lnTo>
                  <a:pt x="861197" y="640947"/>
                </a:lnTo>
                <a:lnTo>
                  <a:pt x="761610" y="653288"/>
                </a:lnTo>
                <a:lnTo>
                  <a:pt x="658410" y="657121"/>
                </a:lnTo>
                <a:lnTo>
                  <a:pt x="554523" y="653288"/>
                </a:lnTo>
                <a:lnTo>
                  <a:pt x="455108" y="640947"/>
                </a:lnTo>
                <a:lnTo>
                  <a:pt x="359821" y="619977"/>
                </a:lnTo>
                <a:lnTo>
                  <a:pt x="273133" y="590929"/>
                </a:lnTo>
                <a:lnTo>
                  <a:pt x="194702" y="558100"/>
                </a:lnTo>
                <a:lnTo>
                  <a:pt x="127966" y="520973"/>
                </a:lnTo>
                <a:lnTo>
                  <a:pt x="74303" y="475425"/>
                </a:lnTo>
                <a:lnTo>
                  <a:pt x="32851" y="430048"/>
                </a:lnTo>
                <a:lnTo>
                  <a:pt x="8083" y="380202"/>
                </a:lnTo>
                <a:lnTo>
                  <a:pt x="0" y="326403"/>
                </a:lnTo>
                <a:close/>
              </a:path>
            </a:pathLst>
          </a:custGeom>
          <a:ln w="81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5348219" y="4886828"/>
            <a:ext cx="1124585" cy="5219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49530">
              <a:lnSpc>
                <a:spcPct val="112200"/>
              </a:lnSpc>
              <a:spcBef>
                <a:spcPts val="95"/>
              </a:spcBef>
            </a:pPr>
            <a:r>
              <a:rPr sz="1450" spc="80" dirty="0">
                <a:latin typeface="Arial"/>
                <a:cs typeface="Arial"/>
              </a:rPr>
              <a:t>Prüfungen  </a:t>
            </a:r>
            <a:r>
              <a:rPr sz="1450" spc="100" dirty="0">
                <a:latin typeface="Arial"/>
                <a:cs typeface="Arial"/>
              </a:rPr>
              <a:t>du</a:t>
            </a:r>
            <a:r>
              <a:rPr sz="1450" spc="65" dirty="0">
                <a:latin typeface="Arial"/>
                <a:cs typeface="Arial"/>
              </a:rPr>
              <a:t>r</a:t>
            </a:r>
            <a:r>
              <a:rPr sz="1450" spc="80" dirty="0">
                <a:latin typeface="Arial"/>
                <a:cs typeface="Arial"/>
              </a:rPr>
              <a:t>c</a:t>
            </a:r>
            <a:r>
              <a:rPr sz="1450" spc="100" dirty="0">
                <a:latin typeface="Arial"/>
                <a:cs typeface="Arial"/>
              </a:rPr>
              <a:t>h</a:t>
            </a:r>
            <a:r>
              <a:rPr sz="1450" spc="45" dirty="0">
                <a:latin typeface="Arial"/>
                <a:cs typeface="Arial"/>
              </a:rPr>
              <a:t>f</a:t>
            </a:r>
            <a:r>
              <a:rPr sz="1450" spc="100" dirty="0">
                <a:latin typeface="Arial"/>
                <a:cs typeface="Arial"/>
              </a:rPr>
              <a:t>üh</a:t>
            </a:r>
            <a:r>
              <a:rPr sz="1450" spc="65" dirty="0">
                <a:latin typeface="Arial"/>
                <a:cs typeface="Arial"/>
              </a:rPr>
              <a:t>r</a:t>
            </a:r>
            <a:r>
              <a:rPr sz="1450" spc="100" dirty="0">
                <a:latin typeface="Arial"/>
                <a:cs typeface="Arial"/>
              </a:rPr>
              <a:t>e</a:t>
            </a:r>
            <a:r>
              <a:rPr sz="1450" spc="5" dirty="0">
                <a:latin typeface="Arial"/>
                <a:cs typeface="Arial"/>
              </a:rPr>
              <a:t>n</a:t>
            </a:r>
            <a:endParaRPr sz="14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445296" y="4365895"/>
            <a:ext cx="98425" cy="2489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450" spc="5" dirty="0">
                <a:latin typeface="Arial"/>
                <a:cs typeface="Arial"/>
              </a:rPr>
              <a:t>*</a:t>
            </a:r>
            <a:endParaRPr sz="14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655822" y="3122290"/>
            <a:ext cx="1191260" cy="496570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8270">
              <a:lnSpc>
                <a:spcPct val="100000"/>
              </a:lnSpc>
              <a:spcBef>
                <a:spcPts val="210"/>
              </a:spcBef>
            </a:pPr>
            <a:r>
              <a:rPr sz="1450" spc="70" dirty="0">
                <a:latin typeface="Arial"/>
                <a:cs typeface="Arial"/>
              </a:rPr>
              <a:t>ProfessorIn</a:t>
            </a: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815340" algn="l"/>
              </a:tabLst>
            </a:pPr>
            <a:r>
              <a:rPr sz="1450" spc="65" dirty="0">
                <a:latin typeface="Arial"/>
                <a:cs typeface="Arial"/>
              </a:rPr>
              <a:t>-prüft	</a:t>
            </a:r>
            <a:r>
              <a:rPr sz="1450" spc="5" dirty="0">
                <a:latin typeface="Arial"/>
                <a:cs typeface="Arial"/>
              </a:rPr>
              <a:t>1</a:t>
            </a:r>
            <a:endParaRPr sz="145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6300445" y="3081111"/>
            <a:ext cx="3014345" cy="1847850"/>
          </a:xfrm>
          <a:custGeom>
            <a:avLst/>
            <a:gdLst/>
            <a:ahLst/>
            <a:cxnLst/>
            <a:rect l="l" t="t" r="r" b="b"/>
            <a:pathLst>
              <a:path w="3014345" h="1847850">
                <a:moveTo>
                  <a:pt x="0" y="1847557"/>
                </a:moveTo>
                <a:lnTo>
                  <a:pt x="0" y="1115684"/>
                </a:lnTo>
                <a:lnTo>
                  <a:pt x="3014104" y="1115684"/>
                </a:lnTo>
                <a:lnTo>
                  <a:pt x="3014104" y="0"/>
                </a:lnTo>
              </a:path>
            </a:pathLst>
          </a:custGeom>
          <a:ln w="81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261573" y="3461314"/>
            <a:ext cx="629920" cy="1384935"/>
          </a:xfrm>
          <a:custGeom>
            <a:avLst/>
            <a:gdLst/>
            <a:ahLst/>
            <a:cxnLst/>
            <a:rect l="l" t="t" r="r" b="b"/>
            <a:pathLst>
              <a:path w="629920" h="1384935">
                <a:moveTo>
                  <a:pt x="0" y="0"/>
                </a:moveTo>
                <a:lnTo>
                  <a:pt x="0" y="491925"/>
                </a:lnTo>
                <a:lnTo>
                  <a:pt x="629515" y="491925"/>
                </a:lnTo>
                <a:lnTo>
                  <a:pt x="629515" y="1384507"/>
                </a:lnTo>
              </a:path>
            </a:pathLst>
          </a:custGeom>
          <a:ln w="81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160269" y="3302322"/>
            <a:ext cx="206563" cy="16518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5315093" y="3671649"/>
            <a:ext cx="768985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30" dirty="0">
                <a:latin typeface="Arial"/>
                <a:cs typeface="Arial"/>
              </a:rPr>
              <a:t>«verwendet»</a:t>
            </a:r>
            <a:endParaRPr sz="950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9214980" y="5556719"/>
            <a:ext cx="199008" cy="1983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9115547" y="5854527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>
                <a:moveTo>
                  <a:pt x="0" y="0"/>
                </a:moveTo>
                <a:lnTo>
                  <a:pt x="393704" y="0"/>
                </a:lnTo>
              </a:path>
            </a:pathLst>
          </a:custGeom>
          <a:ln w="81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9314550" y="6247088"/>
            <a:ext cx="194945" cy="393065"/>
          </a:xfrm>
          <a:custGeom>
            <a:avLst/>
            <a:gdLst/>
            <a:ahLst/>
            <a:cxnLst/>
            <a:rect l="l" t="t" r="r" b="b"/>
            <a:pathLst>
              <a:path w="194945" h="393065">
                <a:moveTo>
                  <a:pt x="0" y="0"/>
                </a:moveTo>
                <a:lnTo>
                  <a:pt x="194702" y="392543"/>
                </a:lnTo>
              </a:path>
            </a:pathLst>
          </a:custGeom>
          <a:ln w="81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9115547" y="5755111"/>
            <a:ext cx="199390" cy="884555"/>
          </a:xfrm>
          <a:custGeom>
            <a:avLst/>
            <a:gdLst/>
            <a:ahLst/>
            <a:cxnLst/>
            <a:rect l="l" t="t" r="r" b="b"/>
            <a:pathLst>
              <a:path w="199390" h="884554">
                <a:moveTo>
                  <a:pt x="199002" y="0"/>
                </a:moveTo>
                <a:lnTo>
                  <a:pt x="199002" y="491977"/>
                </a:lnTo>
                <a:lnTo>
                  <a:pt x="0" y="884520"/>
                </a:lnTo>
              </a:path>
            </a:pathLst>
          </a:custGeom>
          <a:ln w="81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9210907" y="5552653"/>
            <a:ext cx="207112" cy="20651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8792389" y="6693089"/>
            <a:ext cx="1029335" cy="2489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450" spc="105" dirty="0">
                <a:latin typeface="Arial"/>
                <a:cs typeface="Arial"/>
              </a:rPr>
              <a:t>A</a:t>
            </a:r>
            <a:r>
              <a:rPr sz="1450" spc="80" dirty="0">
                <a:latin typeface="Arial"/>
                <a:cs typeface="Arial"/>
              </a:rPr>
              <a:t>ss</a:t>
            </a:r>
            <a:r>
              <a:rPr sz="1450" spc="60" dirty="0">
                <a:latin typeface="Arial"/>
                <a:cs typeface="Arial"/>
              </a:rPr>
              <a:t>i</a:t>
            </a:r>
            <a:r>
              <a:rPr sz="1450" spc="80" dirty="0">
                <a:latin typeface="Arial"/>
                <a:cs typeface="Arial"/>
              </a:rPr>
              <a:t>s</a:t>
            </a:r>
            <a:r>
              <a:rPr sz="1450" spc="45" dirty="0">
                <a:latin typeface="Arial"/>
                <a:cs typeface="Arial"/>
              </a:rPr>
              <a:t>t</a:t>
            </a:r>
            <a:r>
              <a:rPr sz="1450" spc="100" dirty="0">
                <a:latin typeface="Arial"/>
                <a:cs typeface="Arial"/>
              </a:rPr>
              <a:t>en</a:t>
            </a:r>
            <a:r>
              <a:rPr sz="1450" spc="45" dirty="0">
                <a:latin typeface="Arial"/>
                <a:cs typeface="Arial"/>
              </a:rPr>
              <a:t>tI</a:t>
            </a:r>
            <a:r>
              <a:rPr sz="1450" spc="5" dirty="0">
                <a:latin typeface="Arial"/>
                <a:cs typeface="Arial"/>
              </a:rPr>
              <a:t>n</a:t>
            </a:r>
            <a:endParaRPr sz="145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789121" y="5316591"/>
            <a:ext cx="98425" cy="2489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450" spc="5" dirty="0">
                <a:latin typeface="Arial"/>
                <a:cs typeface="Arial"/>
              </a:rPr>
              <a:t>*</a:t>
            </a:r>
            <a:endParaRPr sz="145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976944" y="5436496"/>
            <a:ext cx="888365" cy="2489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450" spc="70" dirty="0">
                <a:latin typeface="Arial"/>
                <a:cs typeface="Arial"/>
              </a:rPr>
              <a:t>-Beisitzer</a:t>
            </a:r>
            <a:endParaRPr sz="145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734769" y="5998859"/>
            <a:ext cx="129539" cy="2489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450" spc="5" dirty="0">
                <a:latin typeface="Arial"/>
                <a:cs typeface="Arial"/>
              </a:rPr>
              <a:t>1</a:t>
            </a:r>
            <a:endParaRPr sz="145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6544683" y="5172225"/>
            <a:ext cx="2571115" cy="682625"/>
          </a:xfrm>
          <a:custGeom>
            <a:avLst/>
            <a:gdLst/>
            <a:ahLst/>
            <a:cxnLst/>
            <a:rect l="l" t="t" r="r" b="b"/>
            <a:pathLst>
              <a:path w="2571115" h="682625">
                <a:moveTo>
                  <a:pt x="0" y="0"/>
                </a:moveTo>
                <a:lnTo>
                  <a:pt x="2339009" y="0"/>
                </a:lnTo>
                <a:lnTo>
                  <a:pt x="2339009" y="682301"/>
                </a:lnTo>
                <a:lnTo>
                  <a:pt x="2570863" y="682301"/>
                </a:lnTo>
              </a:path>
            </a:pathLst>
          </a:custGeom>
          <a:ln w="81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1079929" y="4357817"/>
            <a:ext cx="1394460" cy="47180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450" spc="75" dirty="0">
                <a:latin typeface="Arial"/>
                <a:cs typeface="Arial"/>
              </a:rPr>
              <a:t>StudentIn</a:t>
            </a:r>
            <a:endParaRPr sz="1450">
              <a:latin typeface="Arial"/>
              <a:cs typeface="Arial"/>
            </a:endParaRPr>
          </a:p>
          <a:p>
            <a:pPr marL="182245">
              <a:lnSpc>
                <a:spcPct val="100000"/>
              </a:lnSpc>
              <a:spcBef>
                <a:spcPts val="15"/>
              </a:spcBef>
              <a:tabLst>
                <a:tab pos="612775" algn="l"/>
              </a:tabLst>
            </a:pPr>
            <a:r>
              <a:rPr sz="1450" spc="5" dirty="0">
                <a:latin typeface="Arial"/>
                <a:cs typeface="Arial"/>
              </a:rPr>
              <a:t>1	</a:t>
            </a:r>
            <a:r>
              <a:rPr sz="1450" spc="65" dirty="0">
                <a:latin typeface="Arial"/>
                <a:cs typeface="Arial"/>
              </a:rPr>
              <a:t>-Prüfling</a:t>
            </a:r>
            <a:endParaRPr sz="145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847084" y="5316591"/>
            <a:ext cx="98425" cy="2489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450" spc="5" dirty="0">
                <a:latin typeface="Arial"/>
                <a:cs typeface="Arial"/>
              </a:rPr>
              <a:t>*</a:t>
            </a:r>
            <a:endParaRPr sz="1450">
              <a:latin typeface="Arial"/>
              <a:cs typeface="Arial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535825" y="4300613"/>
            <a:ext cx="3696970" cy="871855"/>
          </a:xfrm>
          <a:custGeom>
            <a:avLst/>
            <a:gdLst/>
            <a:ahLst/>
            <a:cxnLst/>
            <a:rect l="l" t="t" r="r" b="b"/>
            <a:pathLst>
              <a:path w="3696970" h="871854">
                <a:moveTo>
                  <a:pt x="0" y="0"/>
                </a:moveTo>
                <a:lnTo>
                  <a:pt x="0" y="871612"/>
                </a:lnTo>
                <a:lnTo>
                  <a:pt x="3696852" y="871612"/>
                </a:lnTo>
              </a:path>
            </a:pathLst>
          </a:custGeom>
          <a:ln w="81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268109" y="6424590"/>
            <a:ext cx="1270635" cy="632460"/>
          </a:xfrm>
          <a:custGeom>
            <a:avLst/>
            <a:gdLst/>
            <a:ahLst/>
            <a:cxnLst/>
            <a:rect l="l" t="t" r="r" b="b"/>
            <a:pathLst>
              <a:path w="1270635" h="632459">
                <a:moveTo>
                  <a:pt x="637427" y="0"/>
                </a:moveTo>
                <a:lnTo>
                  <a:pt x="538011" y="4262"/>
                </a:lnTo>
                <a:lnTo>
                  <a:pt x="438940" y="12375"/>
                </a:lnTo>
                <a:lnTo>
                  <a:pt x="347437" y="33276"/>
                </a:lnTo>
                <a:lnTo>
                  <a:pt x="264705" y="58027"/>
                </a:lnTo>
                <a:lnTo>
                  <a:pt x="186102" y="90891"/>
                </a:lnTo>
                <a:lnTo>
                  <a:pt x="124183" y="128430"/>
                </a:lnTo>
                <a:lnTo>
                  <a:pt x="70347" y="173669"/>
                </a:lnTo>
                <a:lnTo>
                  <a:pt x="32851" y="219321"/>
                </a:lnTo>
                <a:lnTo>
                  <a:pt x="8083" y="264543"/>
                </a:lnTo>
                <a:lnTo>
                  <a:pt x="0" y="314045"/>
                </a:lnTo>
                <a:lnTo>
                  <a:pt x="8083" y="363959"/>
                </a:lnTo>
                <a:lnTo>
                  <a:pt x="32851" y="413461"/>
                </a:lnTo>
                <a:lnTo>
                  <a:pt x="70347" y="458683"/>
                </a:lnTo>
                <a:lnTo>
                  <a:pt x="124183" y="500072"/>
                </a:lnTo>
                <a:lnTo>
                  <a:pt x="186102" y="541462"/>
                </a:lnTo>
                <a:lnTo>
                  <a:pt x="264705" y="570475"/>
                </a:lnTo>
                <a:lnTo>
                  <a:pt x="347437" y="599489"/>
                </a:lnTo>
                <a:lnTo>
                  <a:pt x="438940" y="616136"/>
                </a:lnTo>
                <a:lnTo>
                  <a:pt x="538011" y="628509"/>
                </a:lnTo>
                <a:lnTo>
                  <a:pt x="637427" y="632349"/>
                </a:lnTo>
                <a:lnTo>
                  <a:pt x="736842" y="628509"/>
                </a:lnTo>
                <a:lnTo>
                  <a:pt x="832129" y="616136"/>
                </a:lnTo>
                <a:lnTo>
                  <a:pt x="923116" y="599489"/>
                </a:lnTo>
                <a:lnTo>
                  <a:pt x="1010148" y="570475"/>
                </a:lnTo>
                <a:lnTo>
                  <a:pt x="1084451" y="541462"/>
                </a:lnTo>
                <a:lnTo>
                  <a:pt x="1150670" y="500072"/>
                </a:lnTo>
                <a:lnTo>
                  <a:pt x="1200550" y="458683"/>
                </a:lnTo>
                <a:lnTo>
                  <a:pt x="1242002" y="413461"/>
                </a:lnTo>
                <a:lnTo>
                  <a:pt x="1262470" y="363959"/>
                </a:lnTo>
                <a:lnTo>
                  <a:pt x="1270554" y="314045"/>
                </a:lnTo>
                <a:lnTo>
                  <a:pt x="1262470" y="264543"/>
                </a:lnTo>
                <a:lnTo>
                  <a:pt x="1242002" y="219321"/>
                </a:lnTo>
                <a:lnTo>
                  <a:pt x="1200550" y="173669"/>
                </a:lnTo>
                <a:lnTo>
                  <a:pt x="1150670" y="128430"/>
                </a:lnTo>
                <a:lnTo>
                  <a:pt x="1084451" y="90891"/>
                </a:lnTo>
                <a:lnTo>
                  <a:pt x="1010148" y="58027"/>
                </a:lnTo>
                <a:lnTo>
                  <a:pt x="923116" y="33276"/>
                </a:lnTo>
                <a:lnTo>
                  <a:pt x="832129" y="12375"/>
                </a:lnTo>
                <a:lnTo>
                  <a:pt x="736842" y="4262"/>
                </a:lnTo>
                <a:lnTo>
                  <a:pt x="63742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268109" y="6424590"/>
            <a:ext cx="1270635" cy="632460"/>
          </a:xfrm>
          <a:custGeom>
            <a:avLst/>
            <a:gdLst/>
            <a:ahLst/>
            <a:cxnLst/>
            <a:rect l="l" t="t" r="r" b="b"/>
            <a:pathLst>
              <a:path w="1270635" h="632459">
                <a:moveTo>
                  <a:pt x="0" y="314045"/>
                </a:moveTo>
                <a:lnTo>
                  <a:pt x="8083" y="264543"/>
                </a:lnTo>
                <a:lnTo>
                  <a:pt x="32851" y="219321"/>
                </a:lnTo>
                <a:lnTo>
                  <a:pt x="70347" y="173669"/>
                </a:lnTo>
                <a:lnTo>
                  <a:pt x="124183" y="128430"/>
                </a:lnTo>
                <a:lnTo>
                  <a:pt x="186102" y="90891"/>
                </a:lnTo>
                <a:lnTo>
                  <a:pt x="264705" y="58027"/>
                </a:lnTo>
                <a:lnTo>
                  <a:pt x="347437" y="33276"/>
                </a:lnTo>
                <a:lnTo>
                  <a:pt x="438940" y="12375"/>
                </a:lnTo>
                <a:lnTo>
                  <a:pt x="538011" y="4262"/>
                </a:lnTo>
                <a:lnTo>
                  <a:pt x="637426" y="0"/>
                </a:lnTo>
                <a:lnTo>
                  <a:pt x="736842" y="4262"/>
                </a:lnTo>
                <a:lnTo>
                  <a:pt x="832129" y="12375"/>
                </a:lnTo>
                <a:lnTo>
                  <a:pt x="923116" y="33276"/>
                </a:lnTo>
                <a:lnTo>
                  <a:pt x="1010148" y="58027"/>
                </a:lnTo>
                <a:lnTo>
                  <a:pt x="1084451" y="90891"/>
                </a:lnTo>
                <a:lnTo>
                  <a:pt x="1150670" y="128430"/>
                </a:lnTo>
                <a:lnTo>
                  <a:pt x="1200550" y="173669"/>
                </a:lnTo>
                <a:lnTo>
                  <a:pt x="1242002" y="219321"/>
                </a:lnTo>
                <a:lnTo>
                  <a:pt x="1262470" y="264543"/>
                </a:lnTo>
                <a:lnTo>
                  <a:pt x="1270553" y="314045"/>
                </a:lnTo>
                <a:lnTo>
                  <a:pt x="1262470" y="363959"/>
                </a:lnTo>
                <a:lnTo>
                  <a:pt x="1242002" y="413461"/>
                </a:lnTo>
                <a:lnTo>
                  <a:pt x="1200550" y="458683"/>
                </a:lnTo>
                <a:lnTo>
                  <a:pt x="1150670" y="500072"/>
                </a:lnTo>
                <a:lnTo>
                  <a:pt x="1084451" y="541462"/>
                </a:lnTo>
                <a:lnTo>
                  <a:pt x="1010148" y="570475"/>
                </a:lnTo>
                <a:lnTo>
                  <a:pt x="923116" y="599489"/>
                </a:lnTo>
                <a:lnTo>
                  <a:pt x="832129" y="616136"/>
                </a:lnTo>
                <a:lnTo>
                  <a:pt x="736842" y="628509"/>
                </a:lnTo>
                <a:lnTo>
                  <a:pt x="637426" y="632349"/>
                </a:lnTo>
                <a:lnTo>
                  <a:pt x="538011" y="628509"/>
                </a:lnTo>
                <a:lnTo>
                  <a:pt x="438940" y="616136"/>
                </a:lnTo>
                <a:lnTo>
                  <a:pt x="347437" y="599489"/>
                </a:lnTo>
                <a:lnTo>
                  <a:pt x="264705" y="570475"/>
                </a:lnTo>
                <a:lnTo>
                  <a:pt x="186102" y="541462"/>
                </a:lnTo>
                <a:lnTo>
                  <a:pt x="124183" y="500072"/>
                </a:lnTo>
                <a:lnTo>
                  <a:pt x="70347" y="458683"/>
                </a:lnTo>
                <a:lnTo>
                  <a:pt x="32851" y="413461"/>
                </a:lnTo>
                <a:lnTo>
                  <a:pt x="8083" y="363959"/>
                </a:lnTo>
                <a:lnTo>
                  <a:pt x="0" y="314045"/>
                </a:lnTo>
                <a:close/>
              </a:path>
            </a:pathLst>
          </a:custGeom>
          <a:ln w="81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4338140" y="6453359"/>
            <a:ext cx="1115695" cy="5213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2230" marR="5080" indent="-49530">
              <a:lnSpc>
                <a:spcPct val="112200"/>
              </a:lnSpc>
              <a:spcBef>
                <a:spcPts val="95"/>
              </a:spcBef>
            </a:pPr>
            <a:r>
              <a:rPr sz="1450" spc="105" dirty="0">
                <a:latin typeface="Arial"/>
                <a:cs typeface="Arial"/>
              </a:rPr>
              <a:t>S</a:t>
            </a:r>
            <a:r>
              <a:rPr sz="1450" spc="45" dirty="0">
                <a:latin typeface="Arial"/>
                <a:cs typeface="Arial"/>
              </a:rPr>
              <a:t>t</a:t>
            </a:r>
            <a:r>
              <a:rPr sz="1450" spc="100" dirty="0">
                <a:latin typeface="Arial"/>
                <a:cs typeface="Arial"/>
              </a:rPr>
              <a:t>ud</a:t>
            </a:r>
            <a:r>
              <a:rPr sz="1450" spc="60" dirty="0">
                <a:latin typeface="Arial"/>
                <a:cs typeface="Arial"/>
              </a:rPr>
              <a:t>i</a:t>
            </a:r>
            <a:r>
              <a:rPr sz="1450" spc="100" dirty="0">
                <a:latin typeface="Arial"/>
                <a:cs typeface="Arial"/>
              </a:rPr>
              <a:t>enp</a:t>
            </a:r>
            <a:r>
              <a:rPr sz="1450" spc="60" dirty="0">
                <a:latin typeface="Arial"/>
                <a:cs typeface="Arial"/>
              </a:rPr>
              <a:t>l</a:t>
            </a:r>
            <a:r>
              <a:rPr sz="1450" spc="100" dirty="0">
                <a:latin typeface="Arial"/>
                <a:cs typeface="Arial"/>
              </a:rPr>
              <a:t>a</a:t>
            </a:r>
            <a:r>
              <a:rPr sz="1450" spc="5" dirty="0">
                <a:latin typeface="Arial"/>
                <a:cs typeface="Arial"/>
              </a:rPr>
              <a:t>n  </a:t>
            </a:r>
            <a:r>
              <a:rPr sz="1450" spc="90" dirty="0">
                <a:latin typeface="Arial"/>
                <a:cs typeface="Arial"/>
              </a:rPr>
              <a:t>überprüfen</a:t>
            </a:r>
            <a:endParaRPr sz="1450">
              <a:latin typeface="Arial"/>
              <a:cs typeface="Arial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5696386" y="5420595"/>
            <a:ext cx="604520" cy="1318260"/>
          </a:xfrm>
          <a:custGeom>
            <a:avLst/>
            <a:gdLst/>
            <a:ahLst/>
            <a:cxnLst/>
            <a:rect l="l" t="t" r="r" b="b"/>
            <a:pathLst>
              <a:path w="604520" h="1318259">
                <a:moveTo>
                  <a:pt x="0" y="1318041"/>
                </a:moveTo>
                <a:lnTo>
                  <a:pt x="604059" y="1318041"/>
                </a:lnTo>
                <a:lnTo>
                  <a:pt x="604059" y="0"/>
                </a:lnTo>
              </a:path>
            </a:pathLst>
          </a:custGeom>
          <a:ln w="81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5532473" y="6637722"/>
            <a:ext cx="170101" cy="20651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5915368" y="6176362"/>
            <a:ext cx="768985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30" dirty="0">
                <a:latin typeface="Arial"/>
                <a:cs typeface="Arial"/>
              </a:rPr>
              <a:t>«verwendet»</a:t>
            </a:r>
            <a:endParaRPr sz="950">
              <a:latin typeface="Arial"/>
              <a:cs typeface="Arial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69900" y="6521450"/>
            <a:ext cx="2514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10"/>
              </a:rPr>
              <a:t>https://</a:t>
            </a:r>
            <a:r>
              <a:rPr lang="en-US" dirty="0" err="1">
                <a:hlinkClick r:id="rId10"/>
              </a:rPr>
              <a:t>www.youtube.com</a:t>
            </a:r>
            <a:r>
              <a:rPr lang="en-US" dirty="0">
                <a:hlinkClick r:id="rId10"/>
              </a:rPr>
              <a:t>/</a:t>
            </a:r>
            <a:r>
              <a:rPr lang="en-US" dirty="0" err="1">
                <a:hlinkClick r:id="rId10"/>
              </a:rPr>
              <a:t>watch?v</a:t>
            </a:r>
            <a:r>
              <a:rPr lang="en-US" dirty="0">
                <a:hlinkClick r:id="rId10"/>
              </a:rPr>
              <a:t>=zid-MVo7M-E</a:t>
            </a:r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304126" y="2470347"/>
            <a:ext cx="1056005" cy="394335"/>
          </a:xfrm>
          <a:prstGeom prst="rect">
            <a:avLst/>
          </a:prstGeom>
          <a:ln w="11251">
            <a:solidFill>
              <a:srgbClr val="000000"/>
            </a:solidFill>
          </a:ln>
        </p:spPr>
        <p:txBody>
          <a:bodyPr vert="horz" wrap="square" lIns="0" tIns="89535" rIns="0" bIns="0" rtlCol="0">
            <a:spAutoFit/>
          </a:bodyPr>
          <a:lstStyle/>
          <a:p>
            <a:pPr marL="45085">
              <a:lnSpc>
                <a:spcPct val="100000"/>
              </a:lnSpc>
              <a:spcBef>
                <a:spcPts val="705"/>
              </a:spcBef>
            </a:pPr>
            <a:r>
              <a:rPr sz="1300" u="sng" spc="7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ProfessorIn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30279" y="2864087"/>
            <a:ext cx="0" cy="3103880"/>
          </a:xfrm>
          <a:custGeom>
            <a:avLst/>
            <a:gdLst/>
            <a:ahLst/>
            <a:cxnLst/>
            <a:rect l="l" t="t" r="r" b="b"/>
            <a:pathLst>
              <a:path h="3103879">
                <a:moveTo>
                  <a:pt x="0" y="3103383"/>
                </a:moveTo>
                <a:lnTo>
                  <a:pt x="0" y="0"/>
                </a:lnTo>
              </a:path>
            </a:pathLst>
          </a:custGeom>
          <a:ln w="112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133463" y="2470347"/>
            <a:ext cx="916940" cy="394335"/>
          </a:xfrm>
          <a:prstGeom prst="rect">
            <a:avLst/>
          </a:prstGeom>
          <a:ln w="11251">
            <a:solidFill>
              <a:srgbClr val="000000"/>
            </a:solidFill>
          </a:ln>
        </p:spPr>
        <p:txBody>
          <a:bodyPr vert="horz" wrap="square" lIns="0" tIns="89535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705"/>
              </a:spcBef>
            </a:pPr>
            <a:r>
              <a:rPr sz="1300" u="sng" spc="7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Bibliothek</a:t>
            </a:r>
            <a:endParaRPr sz="13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591623" y="2864087"/>
            <a:ext cx="0" cy="600710"/>
          </a:xfrm>
          <a:custGeom>
            <a:avLst/>
            <a:gdLst/>
            <a:ahLst/>
            <a:cxnLst/>
            <a:rect l="l" t="t" r="r" b="b"/>
            <a:pathLst>
              <a:path h="600710">
                <a:moveTo>
                  <a:pt x="0" y="0"/>
                </a:moveTo>
                <a:lnTo>
                  <a:pt x="0" y="600592"/>
                </a:lnTo>
              </a:path>
            </a:pathLst>
          </a:custGeom>
          <a:ln w="112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591623" y="3674935"/>
            <a:ext cx="0" cy="915669"/>
          </a:xfrm>
          <a:custGeom>
            <a:avLst/>
            <a:gdLst/>
            <a:ahLst/>
            <a:cxnLst/>
            <a:rect l="l" t="t" r="r" b="b"/>
            <a:pathLst>
              <a:path h="915670">
                <a:moveTo>
                  <a:pt x="0" y="0"/>
                </a:moveTo>
                <a:lnTo>
                  <a:pt x="0" y="915422"/>
                </a:lnTo>
              </a:path>
            </a:pathLst>
          </a:custGeom>
          <a:ln w="112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591623" y="4800612"/>
            <a:ext cx="0" cy="1167130"/>
          </a:xfrm>
          <a:custGeom>
            <a:avLst/>
            <a:gdLst/>
            <a:ahLst/>
            <a:cxnLst/>
            <a:rect l="l" t="t" r="r" b="b"/>
            <a:pathLst>
              <a:path h="1167129">
                <a:moveTo>
                  <a:pt x="0" y="0"/>
                </a:moveTo>
                <a:lnTo>
                  <a:pt x="0" y="1166859"/>
                </a:lnTo>
              </a:path>
            </a:pathLst>
          </a:custGeom>
          <a:ln w="112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677349" y="2470347"/>
            <a:ext cx="1405255" cy="394335"/>
          </a:xfrm>
          <a:prstGeom prst="rect">
            <a:avLst/>
          </a:prstGeom>
          <a:ln w="11250">
            <a:solidFill>
              <a:srgbClr val="000000"/>
            </a:solidFill>
          </a:ln>
        </p:spPr>
        <p:txBody>
          <a:bodyPr vert="horz" wrap="square" lIns="0" tIns="89535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705"/>
              </a:spcBef>
            </a:pPr>
            <a:r>
              <a:rPr sz="1300" u="sng" spc="8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Terminkalender</a:t>
            </a:r>
            <a:endParaRPr sz="13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379840" y="2864087"/>
            <a:ext cx="0" cy="1163955"/>
          </a:xfrm>
          <a:custGeom>
            <a:avLst/>
            <a:gdLst/>
            <a:ahLst/>
            <a:cxnLst/>
            <a:rect l="l" t="t" r="r" b="b"/>
            <a:pathLst>
              <a:path h="1163954">
                <a:moveTo>
                  <a:pt x="0" y="0"/>
                </a:moveTo>
                <a:lnTo>
                  <a:pt x="0" y="1163469"/>
                </a:lnTo>
              </a:path>
            </a:pathLst>
          </a:custGeom>
          <a:ln w="112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379840" y="4237812"/>
            <a:ext cx="0" cy="915669"/>
          </a:xfrm>
          <a:custGeom>
            <a:avLst/>
            <a:gdLst/>
            <a:ahLst/>
            <a:cxnLst/>
            <a:rect l="l" t="t" r="r" b="b"/>
            <a:pathLst>
              <a:path h="915670">
                <a:moveTo>
                  <a:pt x="0" y="0"/>
                </a:moveTo>
                <a:lnTo>
                  <a:pt x="0" y="915409"/>
                </a:lnTo>
              </a:path>
            </a:pathLst>
          </a:custGeom>
          <a:ln w="112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379840" y="5363476"/>
            <a:ext cx="0" cy="604520"/>
          </a:xfrm>
          <a:custGeom>
            <a:avLst/>
            <a:gdLst/>
            <a:ahLst/>
            <a:cxnLst/>
            <a:rect l="l" t="t" r="r" b="b"/>
            <a:pathLst>
              <a:path h="604520">
                <a:moveTo>
                  <a:pt x="0" y="0"/>
                </a:moveTo>
                <a:lnTo>
                  <a:pt x="0" y="603995"/>
                </a:lnTo>
              </a:path>
            </a:pathLst>
          </a:custGeom>
          <a:ln w="112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994742" y="2470347"/>
            <a:ext cx="1270000" cy="394335"/>
          </a:xfrm>
          <a:prstGeom prst="rect">
            <a:avLst/>
          </a:prstGeom>
          <a:ln w="11250">
            <a:solidFill>
              <a:srgbClr val="000000"/>
            </a:solidFill>
          </a:ln>
        </p:spPr>
        <p:txBody>
          <a:bodyPr vert="horz" wrap="square" lIns="0" tIns="89535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705"/>
              </a:spcBef>
            </a:pPr>
            <a:r>
              <a:rPr sz="1300" u="sng" spc="9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Raumvergabe</a:t>
            </a:r>
            <a:endParaRPr sz="13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629659" y="2864087"/>
            <a:ext cx="0" cy="3103880"/>
          </a:xfrm>
          <a:custGeom>
            <a:avLst/>
            <a:gdLst/>
            <a:ahLst/>
            <a:cxnLst/>
            <a:rect l="l" t="t" r="r" b="b"/>
            <a:pathLst>
              <a:path h="3103879">
                <a:moveTo>
                  <a:pt x="0" y="3103383"/>
                </a:moveTo>
                <a:lnTo>
                  <a:pt x="0" y="0"/>
                </a:lnTo>
              </a:path>
            </a:pathLst>
          </a:custGeom>
          <a:ln w="112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929370" y="2470347"/>
            <a:ext cx="1446530" cy="394335"/>
          </a:xfrm>
          <a:prstGeom prst="rect">
            <a:avLst/>
          </a:prstGeom>
          <a:ln w="11250">
            <a:solidFill>
              <a:srgbClr val="000000"/>
            </a:solidFill>
          </a:ln>
        </p:spPr>
        <p:txBody>
          <a:bodyPr vert="horz" wrap="square" lIns="0" tIns="89535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705"/>
              </a:spcBef>
            </a:pPr>
            <a:r>
              <a:rPr sz="1300" u="sng" spc="8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Vorlesungsverz.</a:t>
            </a:r>
            <a:endParaRPr sz="13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650476" y="2864087"/>
            <a:ext cx="0" cy="3103880"/>
          </a:xfrm>
          <a:custGeom>
            <a:avLst/>
            <a:gdLst/>
            <a:ahLst/>
            <a:cxnLst/>
            <a:rect l="l" t="t" r="r" b="b"/>
            <a:pathLst>
              <a:path h="3103879">
                <a:moveTo>
                  <a:pt x="0" y="3103383"/>
                </a:moveTo>
                <a:lnTo>
                  <a:pt x="0" y="0"/>
                </a:lnTo>
              </a:path>
            </a:pathLst>
          </a:custGeom>
          <a:ln w="112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830279" y="3145676"/>
            <a:ext cx="1637664" cy="0"/>
          </a:xfrm>
          <a:custGeom>
            <a:avLst/>
            <a:gdLst/>
            <a:ahLst/>
            <a:cxnLst/>
            <a:rect l="l" t="t" r="r" b="b"/>
            <a:pathLst>
              <a:path w="1637664">
                <a:moveTo>
                  <a:pt x="0" y="0"/>
                </a:moveTo>
                <a:lnTo>
                  <a:pt x="1637457" y="0"/>
                </a:lnTo>
              </a:path>
            </a:pathLst>
          </a:custGeom>
          <a:ln w="73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433949" y="3106295"/>
            <a:ext cx="163301" cy="826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830279" y="3708541"/>
            <a:ext cx="3425825" cy="0"/>
          </a:xfrm>
          <a:custGeom>
            <a:avLst/>
            <a:gdLst/>
            <a:ahLst/>
            <a:cxnLst/>
            <a:rect l="l" t="t" r="r" b="b"/>
            <a:pathLst>
              <a:path w="3425825">
                <a:moveTo>
                  <a:pt x="0" y="0"/>
                </a:moveTo>
                <a:lnTo>
                  <a:pt x="3425675" y="0"/>
                </a:lnTo>
              </a:path>
            </a:pathLst>
          </a:custGeom>
          <a:ln w="73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221854" y="3669316"/>
            <a:ext cx="163614" cy="825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830279" y="4271563"/>
            <a:ext cx="5675630" cy="0"/>
          </a:xfrm>
          <a:custGeom>
            <a:avLst/>
            <a:gdLst/>
            <a:ahLst/>
            <a:cxnLst/>
            <a:rect l="l" t="t" r="r" b="b"/>
            <a:pathLst>
              <a:path w="5675630">
                <a:moveTo>
                  <a:pt x="0" y="0"/>
                </a:moveTo>
                <a:lnTo>
                  <a:pt x="5675494" y="0"/>
                </a:lnTo>
              </a:path>
            </a:pathLst>
          </a:custGeom>
          <a:ln w="73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471986" y="4232181"/>
            <a:ext cx="163301" cy="8251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830279" y="4834350"/>
            <a:ext cx="3425825" cy="0"/>
          </a:xfrm>
          <a:custGeom>
            <a:avLst/>
            <a:gdLst/>
            <a:ahLst/>
            <a:cxnLst/>
            <a:rect l="l" t="t" r="r" b="b"/>
            <a:pathLst>
              <a:path w="3425825">
                <a:moveTo>
                  <a:pt x="0" y="0"/>
                </a:moveTo>
                <a:lnTo>
                  <a:pt x="3425675" y="0"/>
                </a:lnTo>
              </a:path>
            </a:pathLst>
          </a:custGeom>
          <a:ln w="73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221854" y="4794984"/>
            <a:ext cx="163614" cy="8262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830279" y="5397231"/>
            <a:ext cx="7700645" cy="0"/>
          </a:xfrm>
          <a:custGeom>
            <a:avLst/>
            <a:gdLst/>
            <a:ahLst/>
            <a:cxnLst/>
            <a:rect l="l" t="t" r="r" b="b"/>
            <a:pathLst>
              <a:path w="7700645">
                <a:moveTo>
                  <a:pt x="0" y="0"/>
                </a:moveTo>
                <a:lnTo>
                  <a:pt x="7700221" y="0"/>
                </a:lnTo>
              </a:path>
            </a:pathLst>
          </a:custGeom>
          <a:ln w="73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9492803" y="5357849"/>
            <a:ext cx="163301" cy="8263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2148036" y="2900370"/>
            <a:ext cx="4401820" cy="24485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55" dirty="0">
                <a:latin typeface="Arial"/>
                <a:cs typeface="Arial"/>
              </a:rPr>
              <a:t>entleihe_Buch()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500">
              <a:latin typeface="Times New Roman"/>
              <a:cs typeface="Times New Roman"/>
            </a:endParaRPr>
          </a:p>
          <a:p>
            <a:pPr marL="974090">
              <a:lnSpc>
                <a:spcPct val="100000"/>
              </a:lnSpc>
            </a:pPr>
            <a:r>
              <a:rPr sz="1100" spc="60" dirty="0">
                <a:latin typeface="Arial"/>
                <a:cs typeface="Arial"/>
              </a:rPr>
              <a:t>freierTermin()</a:t>
            </a:r>
            <a:endParaRPr sz="1100">
              <a:latin typeface="Arial"/>
              <a:cs typeface="Arial"/>
            </a:endParaRPr>
          </a:p>
          <a:p>
            <a:pPr marL="831215" marR="1162685" indent="1099820">
              <a:lnSpc>
                <a:spcPct val="335700"/>
              </a:lnSpc>
            </a:pPr>
            <a:r>
              <a:rPr sz="1100" spc="60" dirty="0">
                <a:latin typeface="Arial"/>
                <a:cs typeface="Arial"/>
              </a:rPr>
              <a:t>reserviereTermin()  eintragenTermin()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500">
              <a:latin typeface="Times New Roman"/>
              <a:cs typeface="Times New Roman"/>
            </a:endParaRPr>
          </a:p>
          <a:p>
            <a:pPr marL="2784475">
              <a:lnSpc>
                <a:spcPct val="100000"/>
              </a:lnSpc>
              <a:spcBef>
                <a:spcPts val="5"/>
              </a:spcBef>
            </a:pPr>
            <a:r>
              <a:rPr sz="1100" spc="55" dirty="0">
                <a:latin typeface="Arial"/>
                <a:cs typeface="Arial"/>
              </a:rPr>
              <a:t>ankündigenVorlesung()</a:t>
            </a:r>
            <a:endParaRPr sz="1100">
              <a:latin typeface="Arial"/>
              <a:cs typeface="Arial"/>
            </a:endParaRPr>
          </a:p>
        </p:txBody>
      </p:sp>
      <p:sp>
        <p:nvSpPr>
          <p:cNvPr id="32" name="object 2">
            <a:extLst>
              <a:ext uri="{FF2B5EF4-FFF2-40B4-BE49-F238E27FC236}">
                <a16:creationId xmlns:a16="http://schemas.microsoft.com/office/drawing/2014/main" id="{6A070839-ACB0-37CA-4498-73C09F5DDA36}"/>
              </a:ext>
            </a:extLst>
          </p:cNvPr>
          <p:cNvSpPr txBox="1">
            <a:spLocks/>
          </p:cNvSpPr>
          <p:nvPr/>
        </p:nvSpPr>
        <p:spPr>
          <a:xfrm>
            <a:off x="894706" y="608468"/>
            <a:ext cx="6908479" cy="828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pc="-5" dirty="0" err="1"/>
              <a:t>Interaktions-Diagramm</a:t>
            </a:r>
            <a:r>
              <a:rPr lang="en-GB" spc="-5" dirty="0"/>
              <a:t>: </a:t>
            </a:r>
            <a:r>
              <a:rPr lang="en-GB" spc="-5" dirty="0" err="1"/>
              <a:t>Modellierung</a:t>
            </a:r>
            <a:r>
              <a:rPr lang="en-GB" spc="-5" dirty="0"/>
              <a:t> </a:t>
            </a:r>
            <a:r>
              <a:rPr lang="en-GB" spc="-5" dirty="0" err="1"/>
              <a:t>komplexer</a:t>
            </a:r>
            <a:r>
              <a:rPr lang="en-GB" spc="-5" dirty="0"/>
              <a:t> </a:t>
            </a:r>
            <a:r>
              <a:rPr lang="en-GB" spc="-5" dirty="0" err="1"/>
              <a:t>Anwendungen</a:t>
            </a:r>
            <a:endParaRPr lang="en-GB" spc="-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782684" y="2273608"/>
            <a:ext cx="0" cy="3498850"/>
          </a:xfrm>
          <a:custGeom>
            <a:avLst/>
            <a:gdLst/>
            <a:ahLst/>
            <a:cxnLst/>
            <a:rect l="l" t="t" r="r" b="b"/>
            <a:pathLst>
              <a:path h="3498850">
                <a:moveTo>
                  <a:pt x="0" y="3498728"/>
                </a:moveTo>
                <a:lnTo>
                  <a:pt x="0" y="0"/>
                </a:lnTo>
              </a:path>
            </a:pathLst>
          </a:custGeom>
          <a:ln w="1101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689274"/>
              </p:ext>
            </p:extLst>
          </p:nvPr>
        </p:nvGraphicFramePr>
        <p:xfrm>
          <a:off x="2685124" y="4087128"/>
          <a:ext cx="827405" cy="7454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2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2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6080">
                <a:tc gridSpan="2"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300" u="sng" spc="6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Prüfung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806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4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3102445" y="5044770"/>
            <a:ext cx="0" cy="702310"/>
          </a:xfrm>
          <a:custGeom>
            <a:avLst/>
            <a:gdLst/>
            <a:ahLst/>
            <a:cxnLst/>
            <a:rect l="l" t="t" r="r" b="b"/>
            <a:pathLst>
              <a:path h="702310">
                <a:moveTo>
                  <a:pt x="0" y="0"/>
                </a:moveTo>
                <a:lnTo>
                  <a:pt x="0" y="701772"/>
                </a:lnTo>
              </a:path>
            </a:pathLst>
          </a:custGeom>
          <a:ln w="1101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462421" y="1887444"/>
            <a:ext cx="1128395" cy="386715"/>
          </a:xfrm>
          <a:custGeom>
            <a:avLst/>
            <a:gdLst/>
            <a:ahLst/>
            <a:cxnLst/>
            <a:rect l="l" t="t" r="r" b="b"/>
            <a:pathLst>
              <a:path w="1128395" h="386714">
                <a:moveTo>
                  <a:pt x="0" y="386163"/>
                </a:moveTo>
                <a:lnTo>
                  <a:pt x="1128274" y="386163"/>
                </a:lnTo>
                <a:lnTo>
                  <a:pt x="1128274" y="0"/>
                </a:lnTo>
                <a:lnTo>
                  <a:pt x="0" y="0"/>
                </a:lnTo>
                <a:lnTo>
                  <a:pt x="0" y="386163"/>
                </a:lnTo>
                <a:close/>
              </a:path>
            </a:pathLst>
          </a:custGeom>
          <a:ln w="11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345439" y="1887444"/>
            <a:ext cx="4207510" cy="386715"/>
          </a:xfrm>
          <a:prstGeom prst="rect">
            <a:avLst/>
          </a:prstGeom>
          <a:ln w="11003">
            <a:solidFill>
              <a:srgbClr val="000000"/>
            </a:solidFill>
          </a:ln>
        </p:spPr>
        <p:txBody>
          <a:bodyPr vert="horz" wrap="square" lIns="0" tIns="80645" rIns="0" bIns="0" rtlCol="0">
            <a:spAutoFit/>
          </a:bodyPr>
          <a:lstStyle/>
          <a:p>
            <a:pPr marL="43815">
              <a:lnSpc>
                <a:spcPct val="100000"/>
              </a:lnSpc>
              <a:spcBef>
                <a:spcPts val="635"/>
              </a:spcBef>
              <a:tabLst>
                <a:tab pos="3160395" algn="l"/>
              </a:tabLst>
            </a:pPr>
            <a:r>
              <a:rPr sz="1300" u="sng" spc="5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StudentIn</a:t>
            </a:r>
            <a:r>
              <a:rPr sz="1300" spc="55" dirty="0">
                <a:latin typeface="Arial"/>
                <a:cs typeface="Arial"/>
              </a:rPr>
              <a:t>	</a:t>
            </a:r>
            <a:r>
              <a:rPr sz="1300" u="sng" spc="6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Prüfungsamt</a:t>
            </a:r>
            <a:endParaRPr sz="13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024653" y="2273608"/>
            <a:ext cx="0" cy="3473450"/>
          </a:xfrm>
          <a:custGeom>
            <a:avLst/>
            <a:gdLst/>
            <a:ahLst/>
            <a:cxnLst/>
            <a:rect l="l" t="t" r="r" b="b"/>
            <a:pathLst>
              <a:path h="3473450">
                <a:moveTo>
                  <a:pt x="0" y="3472934"/>
                </a:moveTo>
                <a:lnTo>
                  <a:pt x="0" y="0"/>
                </a:lnTo>
              </a:path>
            </a:pathLst>
          </a:custGeom>
          <a:ln w="1101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756187" y="1887444"/>
            <a:ext cx="922655" cy="386715"/>
          </a:xfrm>
          <a:prstGeom prst="rect">
            <a:avLst/>
          </a:prstGeom>
          <a:ln w="11003">
            <a:solidFill>
              <a:srgbClr val="000000"/>
            </a:solidFill>
          </a:ln>
        </p:spPr>
        <p:txBody>
          <a:bodyPr vert="horz" wrap="square" lIns="0" tIns="80645" rIns="0" bIns="0" rtlCol="0">
            <a:spAutoFit/>
          </a:bodyPr>
          <a:lstStyle/>
          <a:p>
            <a:pPr marL="43815">
              <a:lnSpc>
                <a:spcPct val="100000"/>
              </a:lnSpc>
              <a:spcBef>
                <a:spcPts val="635"/>
              </a:spcBef>
            </a:pPr>
            <a:r>
              <a:rPr sz="1300" u="sng" spc="6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Vorlesung</a:t>
            </a:r>
            <a:endParaRPr sz="13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215430" y="2273608"/>
            <a:ext cx="0" cy="1135380"/>
          </a:xfrm>
          <a:custGeom>
            <a:avLst/>
            <a:gdLst/>
            <a:ahLst/>
            <a:cxnLst/>
            <a:rect l="l" t="t" r="r" b="b"/>
            <a:pathLst>
              <a:path h="1135379">
                <a:moveTo>
                  <a:pt x="0" y="0"/>
                </a:moveTo>
                <a:lnTo>
                  <a:pt x="0" y="1135371"/>
                </a:lnTo>
              </a:path>
            </a:pathLst>
          </a:custGeom>
          <a:ln w="1101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215430" y="3614966"/>
            <a:ext cx="0" cy="70485"/>
          </a:xfrm>
          <a:custGeom>
            <a:avLst/>
            <a:gdLst/>
            <a:ahLst/>
            <a:cxnLst/>
            <a:rect l="l" t="t" r="r" b="b"/>
            <a:pathLst>
              <a:path h="70485">
                <a:moveTo>
                  <a:pt x="0" y="0"/>
                </a:moveTo>
                <a:lnTo>
                  <a:pt x="0" y="69942"/>
                </a:lnTo>
              </a:path>
            </a:pathLst>
          </a:custGeom>
          <a:ln w="1101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215430" y="3894302"/>
            <a:ext cx="0" cy="1852295"/>
          </a:xfrm>
          <a:custGeom>
            <a:avLst/>
            <a:gdLst/>
            <a:ahLst/>
            <a:cxnLst/>
            <a:rect l="l" t="t" r="r" b="b"/>
            <a:pathLst>
              <a:path h="1852295">
                <a:moveTo>
                  <a:pt x="0" y="0"/>
                </a:moveTo>
                <a:lnTo>
                  <a:pt x="0" y="1852240"/>
                </a:lnTo>
              </a:path>
            </a:pathLst>
          </a:custGeom>
          <a:ln w="1101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002156" y="1887444"/>
            <a:ext cx="1033144" cy="386715"/>
          </a:xfrm>
          <a:custGeom>
            <a:avLst/>
            <a:gdLst/>
            <a:ahLst/>
            <a:cxnLst/>
            <a:rect l="l" t="t" r="r" b="b"/>
            <a:pathLst>
              <a:path w="1033145" h="386714">
                <a:moveTo>
                  <a:pt x="0" y="386163"/>
                </a:moveTo>
                <a:lnTo>
                  <a:pt x="1032921" y="386163"/>
                </a:lnTo>
                <a:lnTo>
                  <a:pt x="1032921" y="0"/>
                </a:lnTo>
                <a:lnTo>
                  <a:pt x="0" y="0"/>
                </a:lnTo>
                <a:lnTo>
                  <a:pt x="0" y="386163"/>
                </a:lnTo>
                <a:close/>
              </a:path>
            </a:pathLst>
          </a:custGeom>
          <a:ln w="11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033529" y="1955550"/>
            <a:ext cx="95758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u="sng" spc="8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</a:t>
            </a:r>
            <a:r>
              <a:rPr sz="1300" u="sng" spc="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</a:t>
            </a:r>
            <a:r>
              <a:rPr sz="1300" u="sng" spc="8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</a:t>
            </a:r>
            <a:r>
              <a:rPr sz="1300" u="sng" spc="4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</a:t>
            </a:r>
            <a:r>
              <a:rPr sz="1300" u="sng" spc="8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</a:t>
            </a:r>
            <a:r>
              <a:rPr sz="1300" u="sng" spc="7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ss</a:t>
            </a:r>
            <a:r>
              <a:rPr sz="1300" u="sng" spc="8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</a:t>
            </a:r>
            <a:r>
              <a:rPr sz="1300" u="sng" spc="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</a:t>
            </a:r>
            <a:r>
              <a:rPr sz="1300" u="sng" spc="4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sz="13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</a:t>
            </a:r>
            <a:endParaRPr sz="13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520469" y="2273608"/>
            <a:ext cx="0" cy="3473450"/>
          </a:xfrm>
          <a:custGeom>
            <a:avLst/>
            <a:gdLst/>
            <a:ahLst/>
            <a:cxnLst/>
            <a:rect l="l" t="t" r="r" b="b"/>
            <a:pathLst>
              <a:path h="3473450">
                <a:moveTo>
                  <a:pt x="0" y="3472934"/>
                </a:moveTo>
                <a:lnTo>
                  <a:pt x="0" y="0"/>
                </a:lnTo>
              </a:path>
            </a:pathLst>
          </a:custGeom>
          <a:ln w="1101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782684" y="2545302"/>
            <a:ext cx="3164840" cy="4445"/>
          </a:xfrm>
          <a:custGeom>
            <a:avLst/>
            <a:gdLst/>
            <a:ahLst/>
            <a:cxnLst/>
            <a:rect l="l" t="t" r="r" b="b"/>
            <a:pathLst>
              <a:path w="3164840" h="4444">
                <a:moveTo>
                  <a:pt x="0" y="3820"/>
                </a:moveTo>
                <a:lnTo>
                  <a:pt x="3164842" y="0"/>
                </a:lnTo>
              </a:path>
            </a:pathLst>
          </a:custGeom>
          <a:ln w="72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910646" y="2503428"/>
            <a:ext cx="160218" cy="806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023636" y="2304987"/>
            <a:ext cx="79946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50" dirty="0">
                <a:latin typeface="Arial"/>
                <a:cs typeface="Arial"/>
              </a:rPr>
              <a:t>an</a:t>
            </a:r>
            <a:r>
              <a:rPr sz="1100" spc="120" dirty="0">
                <a:latin typeface="Arial"/>
                <a:cs typeface="Arial"/>
              </a:rPr>
              <a:t>m</a:t>
            </a:r>
            <a:r>
              <a:rPr sz="1100" spc="50" dirty="0">
                <a:latin typeface="Arial"/>
                <a:cs typeface="Arial"/>
              </a:rPr>
              <a:t>e</a:t>
            </a:r>
            <a:r>
              <a:rPr sz="1100" spc="45" dirty="0">
                <a:latin typeface="Arial"/>
                <a:cs typeface="Arial"/>
              </a:rPr>
              <a:t>l</a:t>
            </a:r>
            <a:r>
              <a:rPr sz="1100" spc="50" dirty="0">
                <a:latin typeface="Arial"/>
                <a:cs typeface="Arial"/>
              </a:rPr>
              <a:t>den</a:t>
            </a:r>
            <a:r>
              <a:rPr sz="1100" spc="35" dirty="0">
                <a:latin typeface="Arial"/>
                <a:cs typeface="Arial"/>
              </a:rPr>
              <a:t>(</a:t>
            </a:r>
            <a:r>
              <a:rPr sz="1100" dirty="0"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024653" y="2549122"/>
            <a:ext cx="551815" cy="261620"/>
          </a:xfrm>
          <a:custGeom>
            <a:avLst/>
            <a:gdLst/>
            <a:ahLst/>
            <a:cxnLst/>
            <a:rect l="l" t="t" r="r" b="b"/>
            <a:pathLst>
              <a:path w="551814" h="261619">
                <a:moveTo>
                  <a:pt x="0" y="0"/>
                </a:moveTo>
                <a:lnTo>
                  <a:pt x="114007" y="14822"/>
                </a:lnTo>
                <a:lnTo>
                  <a:pt x="216996" y="29492"/>
                </a:lnTo>
                <a:lnTo>
                  <a:pt x="304988" y="44008"/>
                </a:lnTo>
                <a:lnTo>
                  <a:pt x="378749" y="58831"/>
                </a:lnTo>
                <a:lnTo>
                  <a:pt x="441032" y="73501"/>
                </a:lnTo>
                <a:lnTo>
                  <a:pt x="488930" y="91838"/>
                </a:lnTo>
                <a:lnTo>
                  <a:pt x="544021" y="121330"/>
                </a:lnTo>
                <a:lnTo>
                  <a:pt x="551672" y="136152"/>
                </a:lnTo>
                <a:lnTo>
                  <a:pt x="544021" y="154337"/>
                </a:lnTo>
                <a:lnTo>
                  <a:pt x="492756" y="183981"/>
                </a:lnTo>
                <a:lnTo>
                  <a:pt x="444857" y="198346"/>
                </a:lnTo>
                <a:lnTo>
                  <a:pt x="382574" y="216988"/>
                </a:lnTo>
                <a:lnTo>
                  <a:pt x="308814" y="231811"/>
                </a:lnTo>
                <a:lnTo>
                  <a:pt x="220669" y="246175"/>
                </a:lnTo>
                <a:lnTo>
                  <a:pt x="121505" y="260997"/>
                </a:lnTo>
              </a:path>
            </a:pathLst>
          </a:custGeom>
          <a:ln w="72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019148" y="2778791"/>
            <a:ext cx="163668" cy="7732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024653" y="3100304"/>
            <a:ext cx="2073910" cy="0"/>
          </a:xfrm>
          <a:custGeom>
            <a:avLst/>
            <a:gdLst/>
            <a:ahLst/>
            <a:cxnLst/>
            <a:rect l="l" t="t" r="r" b="b"/>
            <a:pathLst>
              <a:path w="2073909">
                <a:moveTo>
                  <a:pt x="0" y="0"/>
                </a:moveTo>
                <a:lnTo>
                  <a:pt x="2073402" y="0"/>
                </a:lnTo>
              </a:path>
            </a:pathLst>
          </a:custGeom>
          <a:ln w="72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061176" y="3061792"/>
            <a:ext cx="159759" cy="7732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024653" y="3927153"/>
            <a:ext cx="3375025" cy="0"/>
          </a:xfrm>
          <a:custGeom>
            <a:avLst/>
            <a:gdLst/>
            <a:ahLst/>
            <a:cxnLst/>
            <a:rect l="l" t="t" r="r" b="b"/>
            <a:pathLst>
              <a:path w="3375025">
                <a:moveTo>
                  <a:pt x="0" y="0"/>
                </a:moveTo>
                <a:lnTo>
                  <a:pt x="3374615" y="0"/>
                </a:lnTo>
              </a:path>
            </a:pathLst>
          </a:custGeom>
          <a:ln w="72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366215" y="3888794"/>
            <a:ext cx="159759" cy="7687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024653" y="3651792"/>
            <a:ext cx="3375025" cy="0"/>
          </a:xfrm>
          <a:custGeom>
            <a:avLst/>
            <a:gdLst/>
            <a:ahLst/>
            <a:cxnLst/>
            <a:rect l="l" t="t" r="r" b="b"/>
            <a:pathLst>
              <a:path w="3375025">
                <a:moveTo>
                  <a:pt x="0" y="0"/>
                </a:moveTo>
                <a:lnTo>
                  <a:pt x="3374615" y="0"/>
                </a:lnTo>
              </a:path>
            </a:pathLst>
          </a:custGeom>
          <a:ln w="72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366215" y="3612974"/>
            <a:ext cx="159759" cy="7732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5625910" y="2513151"/>
            <a:ext cx="1625600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910" marR="672465" indent="-29845">
              <a:lnSpc>
                <a:spcPct val="153400"/>
              </a:lnSpc>
              <a:spcBef>
                <a:spcPts val="100"/>
              </a:spcBef>
            </a:pPr>
            <a:r>
              <a:rPr sz="1100" spc="40" dirty="0">
                <a:latin typeface="Arial"/>
                <a:cs typeface="Arial"/>
              </a:rPr>
              <a:t>berechtigt?()  </a:t>
            </a:r>
            <a:r>
              <a:rPr sz="1100" spc="50" dirty="0">
                <a:latin typeface="Arial"/>
                <a:cs typeface="Arial"/>
              </a:rPr>
              <a:t>ge</a:t>
            </a:r>
            <a:r>
              <a:rPr sz="1100" spc="45" dirty="0">
                <a:latin typeface="Arial"/>
                <a:cs typeface="Arial"/>
              </a:rPr>
              <a:t>l</a:t>
            </a:r>
            <a:r>
              <a:rPr sz="1100" spc="50" dirty="0">
                <a:latin typeface="Arial"/>
                <a:cs typeface="Arial"/>
              </a:rPr>
              <a:t>e</a:t>
            </a:r>
            <a:r>
              <a:rPr sz="1100" spc="25" dirty="0">
                <a:latin typeface="Arial"/>
                <a:cs typeface="Arial"/>
              </a:rPr>
              <a:t>s</a:t>
            </a:r>
            <a:r>
              <a:rPr sz="1100" spc="50" dirty="0">
                <a:latin typeface="Arial"/>
                <a:cs typeface="Arial"/>
              </a:rPr>
              <a:t>en</a:t>
            </a:r>
            <a:r>
              <a:rPr sz="1100" spc="70" dirty="0">
                <a:latin typeface="Arial"/>
                <a:cs typeface="Arial"/>
              </a:rPr>
              <a:t>V</a:t>
            </a:r>
            <a:r>
              <a:rPr sz="1100" spc="50" dirty="0">
                <a:latin typeface="Arial"/>
                <a:cs typeface="Arial"/>
              </a:rPr>
              <a:t>on</a:t>
            </a:r>
            <a:r>
              <a:rPr sz="1100" spc="35" dirty="0">
                <a:latin typeface="Arial"/>
                <a:cs typeface="Arial"/>
              </a:rPr>
              <a:t>(</a:t>
            </a:r>
            <a:r>
              <a:rPr sz="1100" dirty="0"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 marL="674370" marR="5080" indent="33020">
              <a:lnSpc>
                <a:spcPct val="164500"/>
              </a:lnSpc>
              <a:spcBef>
                <a:spcPts val="790"/>
              </a:spcBef>
            </a:pPr>
            <a:r>
              <a:rPr sz="1100" spc="45" dirty="0">
                <a:latin typeface="Arial"/>
                <a:cs typeface="Arial"/>
              </a:rPr>
              <a:t>informieren()  </a:t>
            </a:r>
            <a:r>
              <a:rPr sz="1100" spc="65" dirty="0">
                <a:latin typeface="Arial"/>
                <a:cs typeface="Arial"/>
              </a:rPr>
              <a:t>f</a:t>
            </a:r>
            <a:r>
              <a:rPr sz="1100" spc="35" dirty="0">
                <a:latin typeface="Arial"/>
                <a:cs typeface="Arial"/>
              </a:rPr>
              <a:t>r</a:t>
            </a:r>
            <a:r>
              <a:rPr sz="1100" spc="50" dirty="0">
                <a:latin typeface="Arial"/>
                <a:cs typeface="Arial"/>
              </a:rPr>
              <a:t>e</a:t>
            </a:r>
            <a:r>
              <a:rPr sz="1100" spc="40" dirty="0">
                <a:latin typeface="Arial"/>
                <a:cs typeface="Arial"/>
              </a:rPr>
              <a:t>i</a:t>
            </a:r>
            <a:r>
              <a:rPr sz="1100" spc="50" dirty="0">
                <a:latin typeface="Arial"/>
                <a:cs typeface="Arial"/>
              </a:rPr>
              <a:t>e</a:t>
            </a:r>
            <a:r>
              <a:rPr sz="1100" spc="35" dirty="0">
                <a:latin typeface="Arial"/>
                <a:cs typeface="Arial"/>
              </a:rPr>
              <a:t>r</a:t>
            </a:r>
            <a:r>
              <a:rPr sz="1100" spc="80" dirty="0">
                <a:latin typeface="Arial"/>
                <a:cs typeface="Arial"/>
              </a:rPr>
              <a:t>T</a:t>
            </a:r>
            <a:r>
              <a:rPr sz="1100" spc="50" dirty="0">
                <a:latin typeface="Arial"/>
                <a:cs typeface="Arial"/>
              </a:rPr>
              <a:t>e</a:t>
            </a:r>
            <a:r>
              <a:rPr sz="1100" spc="35" dirty="0">
                <a:latin typeface="Arial"/>
                <a:cs typeface="Arial"/>
              </a:rPr>
              <a:t>r</a:t>
            </a:r>
            <a:r>
              <a:rPr sz="1100" spc="120" dirty="0">
                <a:latin typeface="Arial"/>
                <a:cs typeface="Arial"/>
              </a:rPr>
              <a:t>m</a:t>
            </a:r>
            <a:r>
              <a:rPr sz="1100" spc="40" dirty="0">
                <a:latin typeface="Arial"/>
                <a:cs typeface="Arial"/>
              </a:rPr>
              <a:t>i</a:t>
            </a:r>
            <a:r>
              <a:rPr sz="1100" spc="50" dirty="0">
                <a:latin typeface="Arial"/>
                <a:cs typeface="Arial"/>
              </a:rPr>
              <a:t>n</a:t>
            </a:r>
            <a:r>
              <a:rPr sz="1100" spc="35" dirty="0">
                <a:latin typeface="Arial"/>
                <a:cs typeface="Arial"/>
              </a:rPr>
              <a:t>(</a:t>
            </a:r>
            <a:r>
              <a:rPr sz="1100" dirty="0"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638814" y="4202974"/>
            <a:ext cx="1386205" cy="4445"/>
          </a:xfrm>
          <a:custGeom>
            <a:avLst/>
            <a:gdLst/>
            <a:ahLst/>
            <a:cxnLst/>
            <a:rect l="l" t="t" r="r" b="b"/>
            <a:pathLst>
              <a:path w="1386204" h="4445">
                <a:moveTo>
                  <a:pt x="1385838" y="0"/>
                </a:moveTo>
                <a:lnTo>
                  <a:pt x="0" y="3820"/>
                </a:lnTo>
              </a:path>
            </a:pathLst>
          </a:custGeom>
          <a:ln w="72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512110" y="4164462"/>
            <a:ext cx="160218" cy="8084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3993845" y="3988178"/>
            <a:ext cx="5492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35" dirty="0">
                <a:latin typeface="Arial"/>
                <a:cs typeface="Arial"/>
              </a:rPr>
              <a:t>create()</a:t>
            </a:r>
            <a:endParaRPr sz="11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032454" y="5028073"/>
            <a:ext cx="1036955" cy="0"/>
          </a:xfrm>
          <a:custGeom>
            <a:avLst/>
            <a:gdLst/>
            <a:ahLst/>
            <a:cxnLst/>
            <a:rect l="l" t="t" r="r" b="b"/>
            <a:pathLst>
              <a:path w="1036954">
                <a:moveTo>
                  <a:pt x="0" y="0"/>
                </a:moveTo>
                <a:lnTo>
                  <a:pt x="1036509" y="0"/>
                </a:lnTo>
              </a:path>
            </a:pathLst>
          </a:custGeom>
          <a:ln w="110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777179" y="4991463"/>
            <a:ext cx="159743" cy="8081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1887564" y="4840882"/>
            <a:ext cx="213741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7735" algn="l"/>
              </a:tabLst>
            </a:pP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1100" spc="40" dirty="0">
                <a:latin typeface="Arial"/>
                <a:cs typeface="Arial"/>
              </a:rPr>
              <a:t>benachrichtigen()</a:t>
            </a:r>
            <a:endParaRPr sz="11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024653" y="4754186"/>
            <a:ext cx="3375025" cy="0"/>
          </a:xfrm>
          <a:custGeom>
            <a:avLst/>
            <a:gdLst/>
            <a:ahLst/>
            <a:cxnLst/>
            <a:rect l="l" t="t" r="r" b="b"/>
            <a:pathLst>
              <a:path w="3375025">
                <a:moveTo>
                  <a:pt x="0" y="0"/>
                </a:moveTo>
                <a:lnTo>
                  <a:pt x="3374615" y="0"/>
                </a:lnTo>
              </a:path>
            </a:pathLst>
          </a:custGeom>
          <a:ln w="72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366215" y="4715689"/>
            <a:ext cx="159759" cy="8079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6357545" y="4513886"/>
            <a:ext cx="8286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35" dirty="0">
                <a:latin typeface="Arial"/>
                <a:cs typeface="Arial"/>
              </a:rPr>
              <a:t>bestätigen()</a:t>
            </a:r>
            <a:endParaRPr sz="11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3223644" y="5305368"/>
            <a:ext cx="5297170" cy="0"/>
          </a:xfrm>
          <a:custGeom>
            <a:avLst/>
            <a:gdLst/>
            <a:ahLst/>
            <a:cxnLst/>
            <a:rect l="l" t="t" r="r" b="b"/>
            <a:pathLst>
              <a:path w="5297170">
                <a:moveTo>
                  <a:pt x="5296824" y="0"/>
                </a:moveTo>
                <a:lnTo>
                  <a:pt x="0" y="0"/>
                </a:lnTo>
              </a:path>
            </a:pathLst>
          </a:custGeom>
          <a:ln w="72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096939" y="5263448"/>
            <a:ext cx="159759" cy="8081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9307195" y="1887444"/>
            <a:ext cx="992505" cy="386715"/>
          </a:xfrm>
          <a:custGeom>
            <a:avLst/>
            <a:gdLst/>
            <a:ahLst/>
            <a:cxnLst/>
            <a:rect l="l" t="t" r="r" b="b"/>
            <a:pathLst>
              <a:path w="992504" h="386714">
                <a:moveTo>
                  <a:pt x="0" y="386163"/>
                </a:moveTo>
                <a:lnTo>
                  <a:pt x="992276" y="386163"/>
                </a:lnTo>
                <a:lnTo>
                  <a:pt x="992276" y="0"/>
                </a:lnTo>
                <a:lnTo>
                  <a:pt x="0" y="0"/>
                </a:lnTo>
                <a:lnTo>
                  <a:pt x="0" y="386163"/>
                </a:lnTo>
                <a:close/>
              </a:path>
            </a:pathLst>
          </a:custGeom>
          <a:ln w="11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9338569" y="1955550"/>
            <a:ext cx="91757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u="sng" spc="5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AssistentIn</a:t>
            </a:r>
            <a:endParaRPr sz="130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9803318" y="2273608"/>
            <a:ext cx="0" cy="3473450"/>
          </a:xfrm>
          <a:custGeom>
            <a:avLst/>
            <a:gdLst/>
            <a:ahLst/>
            <a:cxnLst/>
            <a:rect l="l" t="t" r="r" b="b"/>
            <a:pathLst>
              <a:path h="3473450">
                <a:moveTo>
                  <a:pt x="0" y="3472934"/>
                </a:moveTo>
                <a:lnTo>
                  <a:pt x="0" y="0"/>
                </a:lnTo>
              </a:path>
            </a:pathLst>
          </a:custGeom>
          <a:ln w="1101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8520469" y="5029975"/>
            <a:ext cx="1162050" cy="0"/>
          </a:xfrm>
          <a:custGeom>
            <a:avLst/>
            <a:gdLst/>
            <a:ahLst/>
            <a:cxnLst/>
            <a:rect l="l" t="t" r="r" b="b"/>
            <a:pathLst>
              <a:path w="1162050">
                <a:moveTo>
                  <a:pt x="0" y="0"/>
                </a:moveTo>
                <a:lnTo>
                  <a:pt x="1161650" y="0"/>
                </a:lnTo>
              </a:path>
            </a:pathLst>
          </a:custGeom>
          <a:ln w="72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9649064" y="4991463"/>
            <a:ext cx="159759" cy="8081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8867848" y="4760077"/>
            <a:ext cx="57848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35" dirty="0">
                <a:latin typeface="Arial"/>
                <a:cs typeface="Arial"/>
              </a:rPr>
              <a:t>Beisitz()</a:t>
            </a:r>
            <a:endParaRPr sz="110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3223644" y="5746543"/>
            <a:ext cx="6579870" cy="0"/>
          </a:xfrm>
          <a:custGeom>
            <a:avLst/>
            <a:gdLst/>
            <a:ahLst/>
            <a:cxnLst/>
            <a:rect l="l" t="t" r="r" b="b"/>
            <a:pathLst>
              <a:path w="6579870">
                <a:moveTo>
                  <a:pt x="6579674" y="0"/>
                </a:moveTo>
                <a:lnTo>
                  <a:pt x="0" y="0"/>
                </a:lnTo>
              </a:path>
            </a:pathLst>
          </a:custGeom>
          <a:ln w="72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096939" y="5708031"/>
            <a:ext cx="159759" cy="8081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5434775" y="5087072"/>
            <a:ext cx="1541780" cy="637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0" dirty="0">
                <a:latin typeface="Arial"/>
                <a:cs typeface="Arial"/>
              </a:rPr>
              <a:t>bewerten()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 marL="504825">
              <a:lnSpc>
                <a:spcPct val="100000"/>
              </a:lnSpc>
              <a:spcBef>
                <a:spcPts val="800"/>
              </a:spcBef>
            </a:pPr>
            <a:r>
              <a:rPr sz="1100" spc="40" dirty="0">
                <a:latin typeface="Arial"/>
                <a:cs typeface="Arial"/>
              </a:rPr>
              <a:t>protokollieren()</a:t>
            </a:r>
            <a:endParaRPr sz="1100">
              <a:latin typeface="Arial"/>
              <a:cs typeface="Arial"/>
            </a:endParaRPr>
          </a:p>
        </p:txBody>
      </p:sp>
      <p:sp>
        <p:nvSpPr>
          <p:cNvPr id="49" name="object 2">
            <a:extLst>
              <a:ext uri="{FF2B5EF4-FFF2-40B4-BE49-F238E27FC236}">
                <a16:creationId xmlns:a16="http://schemas.microsoft.com/office/drawing/2014/main" id="{50AD25FC-29AA-DD55-F839-004BE84AFBA0}"/>
              </a:ext>
            </a:extLst>
          </p:cNvPr>
          <p:cNvSpPr txBox="1">
            <a:spLocks/>
          </p:cNvSpPr>
          <p:nvPr/>
        </p:nvSpPr>
        <p:spPr>
          <a:xfrm>
            <a:off x="1008181" y="660031"/>
            <a:ext cx="6670661" cy="540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pc="-5" dirty="0" err="1"/>
              <a:t>Interaktions-Diagramm</a:t>
            </a:r>
            <a:r>
              <a:rPr lang="en-GB" spc="-5" dirty="0"/>
              <a:t>: </a:t>
            </a:r>
            <a:r>
              <a:rPr lang="en-GB" spc="-5" dirty="0" err="1"/>
              <a:t>Prüfungsdurchführung</a:t>
            </a:r>
            <a:endParaRPr lang="en-GB" spc="-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nutzerdefiniertes Design">
  <a:themeElements>
    <a:clrScheme name="AI - HS-Fulda">
      <a:dk1>
        <a:srgbClr val="000000"/>
      </a:dk1>
      <a:lt1>
        <a:sysClr val="window" lastClr="FFFFFF"/>
      </a:lt1>
      <a:dk2>
        <a:srgbClr val="889194"/>
      </a:dk2>
      <a:lt2>
        <a:srgbClr val="EDEFEF"/>
      </a:lt2>
      <a:accent1>
        <a:srgbClr val="66CC33"/>
      </a:accent1>
      <a:accent2>
        <a:srgbClr val="004C87"/>
      </a:accent2>
      <a:accent3>
        <a:srgbClr val="A5A5A5"/>
      </a:accent3>
      <a:accent4>
        <a:srgbClr val="94DB70"/>
      </a:accent4>
      <a:accent5>
        <a:srgbClr val="C2EBAD"/>
      </a:accent5>
      <a:accent6>
        <a:srgbClr val="E0F5D6"/>
      </a:accent6>
      <a:hlink>
        <a:srgbClr val="000000"/>
      </a:hlink>
      <a:folHlink>
        <a:srgbClr val="A0A7A9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Benutzerdefiniertes Design">
  <a:themeElements>
    <a:clrScheme name="AI - HS-Fulda">
      <a:dk1>
        <a:srgbClr val="000000"/>
      </a:dk1>
      <a:lt1>
        <a:sysClr val="window" lastClr="FFFFFF"/>
      </a:lt1>
      <a:dk2>
        <a:srgbClr val="889194"/>
      </a:dk2>
      <a:lt2>
        <a:srgbClr val="EDEFEF"/>
      </a:lt2>
      <a:accent1>
        <a:srgbClr val="66CC33"/>
      </a:accent1>
      <a:accent2>
        <a:srgbClr val="004C87"/>
      </a:accent2>
      <a:accent3>
        <a:srgbClr val="A5A5A5"/>
      </a:accent3>
      <a:accent4>
        <a:srgbClr val="94DB70"/>
      </a:accent4>
      <a:accent5>
        <a:srgbClr val="C2EBAD"/>
      </a:accent5>
      <a:accent6>
        <a:srgbClr val="E0F5D6"/>
      </a:accent6>
      <a:hlink>
        <a:srgbClr val="000000"/>
      </a:hlink>
      <a:folHlink>
        <a:srgbClr val="A0A7A9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FB_Ai_Blanko</Template>
  <TotalTime>802</TotalTime>
  <Words>1477</Words>
  <Application>Microsoft Macintosh PowerPoint</Application>
  <PresentationFormat>Custom</PresentationFormat>
  <Paragraphs>616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30</vt:i4>
      </vt:variant>
    </vt:vector>
  </HeadingPairs>
  <TitlesOfParts>
    <vt:vector size="40" baseType="lpstr">
      <vt:lpstr>Arial</vt:lpstr>
      <vt:lpstr>Calibri</vt:lpstr>
      <vt:lpstr>Calibri Light</vt:lpstr>
      <vt:lpstr>Symbol</vt:lpstr>
      <vt:lpstr>Tahoma</vt:lpstr>
      <vt:lpstr>TheSansOffice</vt:lpstr>
      <vt:lpstr>Times New Roman</vt:lpstr>
      <vt:lpstr>Wingdings</vt:lpstr>
      <vt:lpstr>Benutzerdefiniertes Design</vt:lpstr>
      <vt:lpstr>1_Benutzerdefiniertes Design</vt:lpstr>
      <vt:lpstr>PowerPoint Presentation</vt:lpstr>
      <vt:lpstr>PowerPoint Presentation</vt:lpstr>
      <vt:lpstr>(min,max)-Notation</vt:lpstr>
      <vt:lpstr>Begrenzungsflächendarstellung</vt:lpstr>
      <vt:lpstr>Begrenzungsflächendarstellung</vt:lpstr>
      <vt:lpstr>PowerPoint Presentation</vt:lpstr>
      <vt:lpstr>PowerPoint Presentation</vt:lpstr>
      <vt:lpstr>PowerPoint Presentation</vt:lpstr>
      <vt:lpstr>PowerPoint Presentation</vt:lpstr>
      <vt:lpstr>Prüfungen als schwacher Entitytyp</vt:lpstr>
      <vt:lpstr>Generalisierung</vt:lpstr>
      <vt:lpstr>Aggregation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Vorlesungen</vt:lpstr>
      <vt:lpstr>PowerPoint Presentation</vt:lpstr>
      <vt:lpstr>PowerPoint Presentation</vt:lpstr>
      <vt:lpstr>Datenmodellierung mit UML (Erinnerung)</vt:lpstr>
      <vt:lpstr>Multiplizität</vt:lpstr>
      <vt:lpstr>Klassen und Assoziationen</vt:lpstr>
      <vt:lpstr>Aggregation</vt:lpstr>
      <vt:lpstr>PowerPoint Presentation</vt:lpstr>
      <vt:lpstr>PowerPoint Presentation</vt:lpstr>
      <vt:lpstr>PowerPoint Presentation</vt:lpstr>
      <vt:lpstr>Anwendungsfälle (use cases)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Datenbankentwurf</dc:title>
  <cp:lastModifiedBy>Christoph Scheich</cp:lastModifiedBy>
  <cp:revision>126</cp:revision>
  <cp:lastPrinted>2018-10-12T09:38:06Z</cp:lastPrinted>
  <dcterms:created xsi:type="dcterms:W3CDTF">2018-10-08T07:19:21Z</dcterms:created>
  <dcterms:modified xsi:type="dcterms:W3CDTF">2023-04-28T15:46:12Z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2018-10-08T00:00:00Z</vt:filetime>
  </property>
</Properties>
</file>