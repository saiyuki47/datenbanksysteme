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87" r:id="rId2"/>
  </p:sldMasterIdLst>
  <p:handoutMasterIdLst>
    <p:handoutMasterId r:id="rId34"/>
  </p:handoutMasterIdLst>
  <p:sldIdLst>
    <p:sldId id="317" r:id="rId3"/>
    <p:sldId id="318" r:id="rId4"/>
    <p:sldId id="256" r:id="rId5"/>
    <p:sldId id="257" r:id="rId6"/>
    <p:sldId id="258" r:id="rId7"/>
    <p:sldId id="259" r:id="rId8"/>
    <p:sldId id="312" r:id="rId9"/>
    <p:sldId id="260" r:id="rId10"/>
    <p:sldId id="261" r:id="rId11"/>
    <p:sldId id="262" r:id="rId12"/>
    <p:sldId id="263" r:id="rId13"/>
    <p:sldId id="264" r:id="rId14"/>
    <p:sldId id="313" r:id="rId15"/>
    <p:sldId id="265" r:id="rId16"/>
    <p:sldId id="267" r:id="rId17"/>
    <p:sldId id="304" r:id="rId18"/>
    <p:sldId id="268" r:id="rId19"/>
    <p:sldId id="305" r:id="rId20"/>
    <p:sldId id="269" r:id="rId21"/>
    <p:sldId id="314" r:id="rId22"/>
    <p:sldId id="315" r:id="rId23"/>
    <p:sldId id="316" r:id="rId24"/>
    <p:sldId id="307" r:id="rId25"/>
    <p:sldId id="308" r:id="rId26"/>
    <p:sldId id="270" r:id="rId27"/>
    <p:sldId id="274" r:id="rId28"/>
    <p:sldId id="309" r:id="rId29"/>
    <p:sldId id="310" r:id="rId30"/>
    <p:sldId id="311" r:id="rId31"/>
    <p:sldId id="273" r:id="rId32"/>
    <p:sldId id="275" r:id="rId33"/>
  </p:sldIdLst>
  <p:sldSz cx="10693400" cy="7556500"/>
  <p:notesSz cx="9928225" cy="6797675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19"/>
  </p:normalViewPr>
  <p:slideViewPr>
    <p:cSldViewPr>
      <p:cViewPr varScale="1">
        <p:scale>
          <a:sx n="109" d="100"/>
          <a:sy n="109" d="100"/>
        </p:scale>
        <p:origin x="109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330" cy="341312"/>
          </a:xfrm>
          <a:prstGeom prst="rect">
            <a:avLst/>
          </a:prstGeom>
        </p:spPr>
        <p:txBody>
          <a:bodyPr vert="horz" lIns="83796" tIns="41898" rIns="83796" bIns="41898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4423" y="1"/>
            <a:ext cx="4300855" cy="341312"/>
          </a:xfrm>
          <a:prstGeom prst="rect">
            <a:avLst/>
          </a:prstGeom>
        </p:spPr>
        <p:txBody>
          <a:bodyPr vert="horz" lIns="83796" tIns="41898" rIns="83796" bIns="41898" rtlCol="0"/>
          <a:lstStyle>
            <a:lvl1pPr algn="r">
              <a:defRPr sz="1100"/>
            </a:lvl1pPr>
          </a:lstStyle>
          <a:p>
            <a:fld id="{16E23F5A-AF97-4FA8-BD08-37643E246CBD}" type="datetimeFigureOut">
              <a:rPr lang="de-DE" smtClean="0"/>
              <a:t>15.04.23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6364"/>
            <a:ext cx="4302330" cy="341311"/>
          </a:xfrm>
          <a:prstGeom prst="rect">
            <a:avLst/>
          </a:prstGeom>
        </p:spPr>
        <p:txBody>
          <a:bodyPr vert="horz" lIns="83796" tIns="41898" rIns="83796" bIns="41898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4423" y="6456364"/>
            <a:ext cx="4300855" cy="341311"/>
          </a:xfrm>
          <a:prstGeom prst="rect">
            <a:avLst/>
          </a:prstGeom>
        </p:spPr>
        <p:txBody>
          <a:bodyPr vert="horz" lIns="83796" tIns="41898" rIns="83796" bIns="41898" rtlCol="0" anchor="b"/>
          <a:lstStyle>
            <a:lvl1pPr algn="r">
              <a:defRPr sz="1100"/>
            </a:lvl1pPr>
          </a:lstStyle>
          <a:p>
            <a:fld id="{ECC26457-FDCE-42B6-BA39-CB3F87CC68F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574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2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1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8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6027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371259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8696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731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0013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2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45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5886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16677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15144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2450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1608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8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2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4/15/23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pPr marL="25400">
              <a:lnSpc>
                <a:spcPts val="1645"/>
              </a:lnSpc>
            </a:pPr>
            <a:fld id="{81D60167-4931-47E6-BA6A-407CBD079E47}" type="slidenum">
              <a:rPr lang="uk-UA" smtClean="0"/>
              <a:t>‹#›</a:t>
            </a:fld>
            <a:endParaRPr lang="uk-UA" dirty="0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0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2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2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Datenbanksysteme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0440" y="6821054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5E574E"/>
                </a:solidFill>
                <a:latin typeface="Arial"/>
                <a:cs typeface="Arial"/>
              </a:rPr>
              <a:t>1</a:t>
            </a:r>
            <a:endParaRPr lang="en-GB"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Datenbankentwurf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Teil 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0440" y="6821054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5E574E"/>
                </a:solidFill>
                <a:latin typeface="Arial"/>
                <a:cs typeface="Arial"/>
              </a:rPr>
              <a:t>1</a:t>
            </a:r>
            <a:endParaRPr lang="en-GB" sz="140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33955-BD0B-7B26-6E18-6188D9B65827}"/>
              </a:ext>
            </a:extLst>
          </p:cNvPr>
          <p:cNvSpPr txBox="1"/>
          <p:nvPr/>
        </p:nvSpPr>
        <p:spPr>
          <a:xfrm>
            <a:off x="4051300" y="2301935"/>
            <a:ext cx="62410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Datenbankentwurf</a:t>
            </a:r>
            <a:r>
              <a:rPr lang="en-US" sz="3600" dirty="0"/>
              <a:t> - </a:t>
            </a:r>
            <a:r>
              <a:rPr lang="en-US" sz="3600" dirty="0" err="1"/>
              <a:t>Ebenen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Phasen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ER-</a:t>
            </a:r>
            <a:r>
              <a:rPr lang="en-US" sz="3600" dirty="0" err="1"/>
              <a:t>Modellierung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Funktionalitäten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Relationales</a:t>
            </a:r>
            <a:r>
              <a:rPr lang="en-US" sz="3600" dirty="0"/>
              <a:t> Modell</a:t>
            </a:r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 err="1"/>
              <a:t>Andere</a:t>
            </a:r>
            <a:r>
              <a:rPr lang="en-US" sz="3600" dirty="0"/>
              <a:t> </a:t>
            </a:r>
            <a:r>
              <a:rPr lang="en-US" sz="3600" dirty="0" err="1"/>
              <a:t>Datenbanktypen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2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9500" y="629859"/>
            <a:ext cx="71628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err="1"/>
              <a:t>Datenbankentwu</a:t>
            </a:r>
            <a:r>
              <a:rPr lang="de-DE" spc="-5" dirty="0" err="1"/>
              <a:t>r</a:t>
            </a:r>
            <a:r>
              <a:rPr spc="-5" dirty="0"/>
              <a:t>f</a:t>
            </a:r>
            <a:r>
              <a:rPr lang="de-DE" spc="-5" dirty="0"/>
              <a:t> - Ebenen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4805" y="1600339"/>
            <a:ext cx="6932295" cy="335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Abstraktionsebenen des</a:t>
            </a:r>
            <a:r>
              <a:rPr sz="2800" spc="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Datenbankentwurfs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chemeClr val="tx1"/>
              </a:buClr>
              <a:buAutoNum type="arabicPeriod"/>
              <a:tabLst>
                <a:tab pos="469900" algn="l"/>
              </a:tabLst>
            </a:pPr>
            <a:r>
              <a:rPr sz="2800" spc="-5" dirty="0">
                <a:latin typeface="Tahoma"/>
                <a:cs typeface="Tahoma"/>
              </a:rPr>
              <a:t>Konzeptuelle Ebene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chemeClr val="tx1"/>
              </a:buClr>
              <a:buFont typeface="Tahoma"/>
              <a:buAutoNum type="arabicPeriod"/>
            </a:pPr>
            <a:endParaRPr sz="35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chemeClr val="tx1"/>
              </a:buClr>
              <a:buAutoNum type="arabicPeriod"/>
              <a:tabLst>
                <a:tab pos="469900" algn="l"/>
              </a:tabLst>
            </a:pPr>
            <a:r>
              <a:rPr sz="2800" spc="-5" dirty="0">
                <a:latin typeface="Tahoma"/>
                <a:cs typeface="Tahoma"/>
              </a:rPr>
              <a:t>Implementationsebene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chemeClr val="tx1"/>
              </a:buClr>
              <a:buFont typeface="Tahoma"/>
              <a:buAutoNum type="arabicPeriod"/>
            </a:pPr>
            <a:endParaRPr sz="35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chemeClr val="tx1"/>
              </a:buClr>
              <a:buAutoNum type="arabicPeriod"/>
              <a:tabLst>
                <a:tab pos="469900" algn="l"/>
              </a:tabLst>
            </a:pPr>
            <a:r>
              <a:rPr sz="2800" spc="-5" dirty="0">
                <a:latin typeface="Tahoma"/>
                <a:cs typeface="Tahoma"/>
              </a:rPr>
              <a:t>Physische Ebene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9726" y="539750"/>
            <a:ext cx="6882522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54065" algn="l"/>
              </a:tabLst>
            </a:pPr>
            <a:r>
              <a:rPr spc="-5" dirty="0"/>
              <a:t>Allgemeiner</a:t>
            </a:r>
            <a:r>
              <a:rPr spc="35" dirty="0"/>
              <a:t> </a:t>
            </a:r>
            <a:r>
              <a:rPr spc="-5" dirty="0"/>
              <a:t>„top-down</a:t>
            </a:r>
            <a:r>
              <a:rPr lang="en-GB" spc="-5" dirty="0"/>
              <a:t> </a:t>
            </a:r>
            <a:r>
              <a:rPr spc="-5" dirty="0" err="1"/>
              <a:t>Entwurf</a:t>
            </a:r>
            <a:r>
              <a:rPr spc="-5" dirty="0"/>
              <a:t>“</a:t>
            </a:r>
          </a:p>
        </p:txBody>
      </p:sp>
      <p:sp>
        <p:nvSpPr>
          <p:cNvPr id="3" name="object 3"/>
          <p:cNvSpPr/>
          <p:nvPr/>
        </p:nvSpPr>
        <p:spPr>
          <a:xfrm>
            <a:off x="3984599" y="6346709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1" y="1793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86000" y="6526097"/>
            <a:ext cx="1498600" cy="0"/>
          </a:xfrm>
          <a:custGeom>
            <a:avLst/>
            <a:gdLst/>
            <a:ahLst/>
            <a:cxnLst/>
            <a:rect l="l" t="t" r="r" b="b"/>
            <a:pathLst>
              <a:path w="1498600">
                <a:moveTo>
                  <a:pt x="149859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84561" y="5808548"/>
            <a:ext cx="3394075" cy="5384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Times New Roman"/>
                <a:cs typeface="Times New Roman"/>
              </a:rPr>
              <a:t>Einsatz des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4561" y="4643323"/>
            <a:ext cx="3394075" cy="5384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Times New Roman"/>
                <a:cs typeface="Times New Roman"/>
              </a:rPr>
              <a:t>Entwurfsschritt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4561" y="3566998"/>
            <a:ext cx="3394075" cy="5384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Times New Roman"/>
                <a:cs typeface="Times New Roman"/>
              </a:rPr>
              <a:t>Enwurfsschritt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4561" y="2581160"/>
            <a:ext cx="3394075" cy="5384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Times New Roman"/>
                <a:cs typeface="Times New Roman"/>
              </a:rPr>
              <a:t>Enwurfsschritt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4561" y="1415936"/>
            <a:ext cx="3394075" cy="6273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430"/>
              </a:lnSpc>
            </a:pPr>
            <a:r>
              <a:rPr sz="2400" b="1" spc="-5" dirty="0">
                <a:latin typeface="Times New Roman"/>
                <a:cs typeface="Times New Roman"/>
              </a:rPr>
              <a:t>Enwurfsschritt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2540" algn="ctr">
              <a:lnSpc>
                <a:spcPts val="2510"/>
              </a:lnSpc>
            </a:pPr>
            <a:r>
              <a:rPr sz="2400" b="1" spc="-5" dirty="0">
                <a:latin typeface="Times New Roman"/>
                <a:cs typeface="Times New Roman"/>
              </a:rPr>
              <a:t>Anforderungsanalyse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80199" y="6346709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3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80199" y="6526097"/>
            <a:ext cx="598805" cy="0"/>
          </a:xfrm>
          <a:custGeom>
            <a:avLst/>
            <a:gdLst/>
            <a:ahLst/>
            <a:cxnLst/>
            <a:rect l="l" t="t" r="r" b="b"/>
            <a:pathLst>
              <a:path w="598804">
                <a:moveTo>
                  <a:pt x="0" y="0"/>
                </a:moveTo>
                <a:lnTo>
                  <a:pt x="598486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78686" y="4913198"/>
            <a:ext cx="0" cy="1612900"/>
          </a:xfrm>
          <a:custGeom>
            <a:avLst/>
            <a:gdLst/>
            <a:ahLst/>
            <a:cxnLst/>
            <a:rect l="l" t="t" r="r" b="b"/>
            <a:pathLst>
              <a:path h="1612900">
                <a:moveTo>
                  <a:pt x="0" y="1612898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03841" y="4913198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>
                <a:moveTo>
                  <a:pt x="374845" y="0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78636" y="4854244"/>
            <a:ext cx="115900" cy="1179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87525" y="6526097"/>
            <a:ext cx="498475" cy="0"/>
          </a:xfrm>
          <a:custGeom>
            <a:avLst/>
            <a:gdLst/>
            <a:ahLst/>
            <a:cxnLst/>
            <a:rect l="l" t="t" r="r" b="b"/>
            <a:pathLst>
              <a:path w="498475">
                <a:moveTo>
                  <a:pt x="498474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87524" y="1684230"/>
            <a:ext cx="0" cy="4841875"/>
          </a:xfrm>
          <a:custGeom>
            <a:avLst/>
            <a:gdLst/>
            <a:ahLst/>
            <a:cxnLst/>
            <a:rect l="l" t="t" r="r" b="b"/>
            <a:pathLst>
              <a:path h="4841875">
                <a:moveTo>
                  <a:pt x="0" y="4841866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87524" y="1684223"/>
            <a:ext cx="1671955" cy="0"/>
          </a:xfrm>
          <a:custGeom>
            <a:avLst/>
            <a:gdLst/>
            <a:ahLst/>
            <a:cxnLst/>
            <a:rect l="l" t="t" r="r" b="b"/>
            <a:pathLst>
              <a:path w="1671954">
                <a:moveTo>
                  <a:pt x="0" y="0"/>
                </a:moveTo>
                <a:lnTo>
                  <a:pt x="1671828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68649" y="1625269"/>
            <a:ext cx="115912" cy="1179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85987" y="2851037"/>
            <a:ext cx="0" cy="3765550"/>
          </a:xfrm>
          <a:custGeom>
            <a:avLst/>
            <a:gdLst/>
            <a:ahLst/>
            <a:cxnLst/>
            <a:rect l="l" t="t" r="r" b="b"/>
            <a:pathLst>
              <a:path h="3765550">
                <a:moveTo>
                  <a:pt x="0" y="376554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85987" y="2851035"/>
            <a:ext cx="1173480" cy="0"/>
          </a:xfrm>
          <a:custGeom>
            <a:avLst/>
            <a:gdLst/>
            <a:ahLst/>
            <a:cxnLst/>
            <a:rect l="l" t="t" r="r" b="b"/>
            <a:pathLst>
              <a:path w="1173479">
                <a:moveTo>
                  <a:pt x="0" y="0"/>
                </a:moveTo>
                <a:lnTo>
                  <a:pt x="1173359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68636" y="2792082"/>
            <a:ext cx="115912" cy="1179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83061" y="6346709"/>
            <a:ext cx="0" cy="538480"/>
          </a:xfrm>
          <a:custGeom>
            <a:avLst/>
            <a:gdLst/>
            <a:ahLst/>
            <a:cxnLst/>
            <a:rect l="l" t="t" r="r" b="b"/>
            <a:pathLst>
              <a:path h="538479">
                <a:moveTo>
                  <a:pt x="0" y="0"/>
                </a:moveTo>
                <a:lnTo>
                  <a:pt x="1" y="538162"/>
                </a:lnTo>
              </a:path>
            </a:pathLst>
          </a:custGeom>
          <a:ln w="4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83036" y="6346709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0"/>
                </a:moveTo>
                <a:lnTo>
                  <a:pt x="1" y="3587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85988" y="6705484"/>
            <a:ext cx="1797050" cy="0"/>
          </a:xfrm>
          <a:custGeom>
            <a:avLst/>
            <a:gdLst/>
            <a:ahLst/>
            <a:cxnLst/>
            <a:rect l="l" t="t" r="r" b="b"/>
            <a:pathLst>
              <a:path w="1797050">
                <a:moveTo>
                  <a:pt x="179704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85987" y="6526097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179386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86063" y="6884873"/>
            <a:ext cx="1397000" cy="0"/>
          </a:xfrm>
          <a:custGeom>
            <a:avLst/>
            <a:gdLst/>
            <a:ahLst/>
            <a:cxnLst/>
            <a:rect l="l" t="t" r="r" b="b"/>
            <a:pathLst>
              <a:path w="1397000">
                <a:moveTo>
                  <a:pt x="13969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86062" y="3836875"/>
            <a:ext cx="0" cy="3048000"/>
          </a:xfrm>
          <a:custGeom>
            <a:avLst/>
            <a:gdLst/>
            <a:ahLst/>
            <a:cxnLst/>
            <a:rect l="l" t="t" r="r" b="b"/>
            <a:pathLst>
              <a:path h="3048000">
                <a:moveTo>
                  <a:pt x="0" y="304799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86062" y="3836873"/>
            <a:ext cx="673735" cy="0"/>
          </a:xfrm>
          <a:custGeom>
            <a:avLst/>
            <a:gdLst/>
            <a:ahLst/>
            <a:cxnLst/>
            <a:rect l="l" t="t" r="r" b="b"/>
            <a:pathLst>
              <a:path w="673735">
                <a:moveTo>
                  <a:pt x="0" y="0"/>
                </a:moveTo>
                <a:lnTo>
                  <a:pt x="673294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68649" y="3777919"/>
            <a:ext cx="115912" cy="1179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84611" y="3119323"/>
            <a:ext cx="0" cy="268605"/>
          </a:xfrm>
          <a:custGeom>
            <a:avLst/>
            <a:gdLst/>
            <a:ahLst/>
            <a:cxnLst/>
            <a:rect l="l" t="t" r="r" b="b"/>
            <a:pathLst>
              <a:path h="268604">
                <a:moveTo>
                  <a:pt x="0" y="0"/>
                </a:moveTo>
                <a:lnTo>
                  <a:pt x="1" y="2682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87523" y="3387610"/>
            <a:ext cx="2097405" cy="0"/>
          </a:xfrm>
          <a:custGeom>
            <a:avLst/>
            <a:gdLst/>
            <a:ahLst/>
            <a:cxnLst/>
            <a:rect l="l" t="t" r="r" b="b"/>
            <a:pathLst>
              <a:path w="2097404">
                <a:moveTo>
                  <a:pt x="209708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49583" y="2896755"/>
            <a:ext cx="152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084611" y="4105160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1" y="1793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87523" y="4284548"/>
            <a:ext cx="2097405" cy="0"/>
          </a:xfrm>
          <a:custGeom>
            <a:avLst/>
            <a:gdLst/>
            <a:ahLst/>
            <a:cxnLst/>
            <a:rect l="l" t="t" r="r" b="b"/>
            <a:pathLst>
              <a:path w="2097404">
                <a:moveTo>
                  <a:pt x="209708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83061" y="4105160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0"/>
                </a:moveTo>
                <a:lnTo>
                  <a:pt x="1" y="3587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85983" y="4463935"/>
            <a:ext cx="1997075" cy="0"/>
          </a:xfrm>
          <a:custGeom>
            <a:avLst/>
            <a:gdLst/>
            <a:ahLst/>
            <a:cxnLst/>
            <a:rect l="l" t="t" r="r" b="b"/>
            <a:pathLst>
              <a:path w="1997075">
                <a:moveTo>
                  <a:pt x="199707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987525" y="3387611"/>
            <a:ext cx="398780" cy="89725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436244" rIns="0" bIns="0" rtlCol="0">
            <a:spAutoFit/>
          </a:bodyPr>
          <a:lstStyle/>
          <a:p>
            <a:pPr>
              <a:lnSpc>
                <a:spcPts val="3629"/>
              </a:lnSpc>
              <a:spcBef>
                <a:spcPts val="3434"/>
              </a:spcBef>
            </a:pPr>
            <a:r>
              <a:rPr sz="4000" b="1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72478" y="4228668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183036" y="5181485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1" y="1793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87528" y="5360873"/>
            <a:ext cx="2195830" cy="0"/>
          </a:xfrm>
          <a:custGeom>
            <a:avLst/>
            <a:gdLst/>
            <a:ahLst/>
            <a:cxnLst/>
            <a:rect l="l" t="t" r="r" b="b"/>
            <a:pathLst>
              <a:path w="2195829">
                <a:moveTo>
                  <a:pt x="219550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83061" y="5181485"/>
            <a:ext cx="0" cy="358775"/>
          </a:xfrm>
          <a:custGeom>
            <a:avLst/>
            <a:gdLst/>
            <a:ahLst/>
            <a:cxnLst/>
            <a:rect l="l" t="t" r="r" b="b"/>
            <a:pathLst>
              <a:path h="358775">
                <a:moveTo>
                  <a:pt x="0" y="0"/>
                </a:moveTo>
                <a:lnTo>
                  <a:pt x="1" y="3587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85983" y="5540260"/>
            <a:ext cx="1997075" cy="0"/>
          </a:xfrm>
          <a:custGeom>
            <a:avLst/>
            <a:gdLst/>
            <a:ahLst/>
            <a:cxnLst/>
            <a:rect l="l" t="t" r="r" b="b"/>
            <a:pathLst>
              <a:path w="1997075">
                <a:moveTo>
                  <a:pt x="199707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83086" y="5181485"/>
            <a:ext cx="0" cy="538480"/>
          </a:xfrm>
          <a:custGeom>
            <a:avLst/>
            <a:gdLst/>
            <a:ahLst/>
            <a:cxnLst/>
            <a:rect l="l" t="t" r="r" b="b"/>
            <a:pathLst>
              <a:path h="538479">
                <a:moveTo>
                  <a:pt x="0" y="0"/>
                </a:moveTo>
                <a:lnTo>
                  <a:pt x="1" y="53816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86068" y="5719648"/>
            <a:ext cx="1597025" cy="0"/>
          </a:xfrm>
          <a:custGeom>
            <a:avLst/>
            <a:gdLst/>
            <a:ahLst/>
            <a:cxnLst/>
            <a:rect l="l" t="t" r="r" b="b"/>
            <a:pathLst>
              <a:path w="1597025">
                <a:moveTo>
                  <a:pt x="159701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987525" y="4284548"/>
            <a:ext cx="398780" cy="107632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150">
              <a:latin typeface="Times New Roman"/>
              <a:cs typeface="Times New Roman"/>
            </a:endParaRPr>
          </a:p>
          <a:p>
            <a:pPr>
              <a:lnSpc>
                <a:spcPts val="3704"/>
              </a:lnSpc>
            </a:pPr>
            <a:r>
              <a:rPr sz="4000" b="1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21058" y="5035118"/>
            <a:ext cx="152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11608" y="5214505"/>
            <a:ext cx="152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74189" y="6020955"/>
            <a:ext cx="4940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695" algn="l"/>
              </a:tabLst>
            </a:pPr>
            <a:r>
              <a:rPr sz="4000" b="1" dirty="0">
                <a:latin typeface="Times New Roman"/>
                <a:cs typeface="Times New Roman"/>
              </a:rPr>
              <a:t>.	</a:t>
            </a:r>
            <a:r>
              <a:rPr sz="6000" b="1" baseline="-21527" dirty="0">
                <a:latin typeface="Times New Roman"/>
                <a:cs typeface="Times New Roman"/>
              </a:rPr>
              <a:t>.</a:t>
            </a:r>
            <a:endParaRPr sz="6000" baseline="-21527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911608" y="6379729"/>
            <a:ext cx="152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281586" y="2042998"/>
            <a:ext cx="0" cy="513080"/>
          </a:xfrm>
          <a:custGeom>
            <a:avLst/>
            <a:gdLst/>
            <a:ahLst/>
            <a:cxnLst/>
            <a:rect l="l" t="t" r="r" b="b"/>
            <a:pathLst>
              <a:path h="513080">
                <a:moveTo>
                  <a:pt x="0" y="0"/>
                </a:moveTo>
                <a:lnTo>
                  <a:pt x="0" y="51295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22633" y="2465247"/>
            <a:ext cx="117906" cy="115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281586" y="3119323"/>
            <a:ext cx="0" cy="422909"/>
          </a:xfrm>
          <a:custGeom>
            <a:avLst/>
            <a:gdLst/>
            <a:ahLst/>
            <a:cxnLst/>
            <a:rect l="l" t="t" r="r" b="b"/>
            <a:pathLst>
              <a:path h="422910">
                <a:moveTo>
                  <a:pt x="0" y="0"/>
                </a:moveTo>
                <a:lnTo>
                  <a:pt x="0" y="42246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222633" y="3451085"/>
            <a:ext cx="117906" cy="115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281586" y="4105160"/>
            <a:ext cx="0" cy="513080"/>
          </a:xfrm>
          <a:custGeom>
            <a:avLst/>
            <a:gdLst/>
            <a:ahLst/>
            <a:cxnLst/>
            <a:rect l="l" t="t" r="r" b="b"/>
            <a:pathLst>
              <a:path h="513079">
                <a:moveTo>
                  <a:pt x="0" y="0"/>
                </a:moveTo>
                <a:lnTo>
                  <a:pt x="0" y="51295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222633" y="4527410"/>
            <a:ext cx="117906" cy="115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81586" y="5181485"/>
            <a:ext cx="0" cy="513080"/>
          </a:xfrm>
          <a:custGeom>
            <a:avLst/>
            <a:gdLst/>
            <a:ahLst/>
            <a:cxnLst/>
            <a:rect l="l" t="t" r="r" b="b"/>
            <a:pathLst>
              <a:path h="513079">
                <a:moveTo>
                  <a:pt x="0" y="0"/>
                </a:moveTo>
                <a:lnTo>
                  <a:pt x="0" y="51295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222633" y="5603735"/>
            <a:ext cx="117906" cy="115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4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12042" y="5881572"/>
            <a:ext cx="2127275" cy="1359369"/>
          </a:xfrm>
          <a:custGeom>
            <a:avLst/>
            <a:gdLst/>
            <a:ahLst/>
            <a:cxnLst/>
            <a:rect l="l" t="t" r="r" b="b"/>
            <a:pathLst>
              <a:path w="1984375" h="1219200">
                <a:moveTo>
                  <a:pt x="0" y="609599"/>
                </a:moveTo>
                <a:lnTo>
                  <a:pt x="6675" y="538507"/>
                </a:lnTo>
                <a:lnTo>
                  <a:pt x="26204" y="469823"/>
                </a:lnTo>
                <a:lnTo>
                  <a:pt x="57843" y="404006"/>
                </a:lnTo>
                <a:lnTo>
                  <a:pt x="100847" y="341512"/>
                </a:lnTo>
                <a:lnTo>
                  <a:pt x="126378" y="311655"/>
                </a:lnTo>
                <a:lnTo>
                  <a:pt x="154471" y="282800"/>
                </a:lnTo>
                <a:lnTo>
                  <a:pt x="185034" y="255004"/>
                </a:lnTo>
                <a:lnTo>
                  <a:pt x="217972" y="228325"/>
                </a:lnTo>
                <a:lnTo>
                  <a:pt x="253193" y="202821"/>
                </a:lnTo>
                <a:lnTo>
                  <a:pt x="290605" y="178547"/>
                </a:lnTo>
                <a:lnTo>
                  <a:pt x="330113" y="155562"/>
                </a:lnTo>
                <a:lnTo>
                  <a:pt x="371624" y="133922"/>
                </a:lnTo>
                <a:lnTo>
                  <a:pt x="415047" y="113684"/>
                </a:lnTo>
                <a:lnTo>
                  <a:pt x="460287" y="94907"/>
                </a:lnTo>
                <a:lnTo>
                  <a:pt x="507252" y="77646"/>
                </a:lnTo>
                <a:lnTo>
                  <a:pt x="555848" y="61960"/>
                </a:lnTo>
                <a:lnTo>
                  <a:pt x="605983" y="47905"/>
                </a:lnTo>
                <a:lnTo>
                  <a:pt x="657563" y="35538"/>
                </a:lnTo>
                <a:lnTo>
                  <a:pt x="710495" y="24917"/>
                </a:lnTo>
                <a:lnTo>
                  <a:pt x="764687" y="16099"/>
                </a:lnTo>
                <a:lnTo>
                  <a:pt x="820045" y="9141"/>
                </a:lnTo>
                <a:lnTo>
                  <a:pt x="876476" y="4101"/>
                </a:lnTo>
                <a:lnTo>
                  <a:pt x="933888" y="1034"/>
                </a:lnTo>
                <a:lnTo>
                  <a:pt x="992186" y="0"/>
                </a:lnTo>
                <a:lnTo>
                  <a:pt x="1050485" y="1034"/>
                </a:lnTo>
                <a:lnTo>
                  <a:pt x="1107897" y="4101"/>
                </a:lnTo>
                <a:lnTo>
                  <a:pt x="1164328" y="9141"/>
                </a:lnTo>
                <a:lnTo>
                  <a:pt x="1219687" y="16099"/>
                </a:lnTo>
                <a:lnTo>
                  <a:pt x="1273879" y="24917"/>
                </a:lnTo>
                <a:lnTo>
                  <a:pt x="1326812" y="35538"/>
                </a:lnTo>
                <a:lnTo>
                  <a:pt x="1378392" y="47905"/>
                </a:lnTo>
                <a:lnTo>
                  <a:pt x="1428527" y="61960"/>
                </a:lnTo>
                <a:lnTo>
                  <a:pt x="1477124" y="77646"/>
                </a:lnTo>
                <a:lnTo>
                  <a:pt x="1524089" y="94907"/>
                </a:lnTo>
                <a:lnTo>
                  <a:pt x="1569329" y="113684"/>
                </a:lnTo>
                <a:lnTo>
                  <a:pt x="1612752" y="133922"/>
                </a:lnTo>
                <a:lnTo>
                  <a:pt x="1654264" y="155562"/>
                </a:lnTo>
                <a:lnTo>
                  <a:pt x="1693772" y="178547"/>
                </a:lnTo>
                <a:lnTo>
                  <a:pt x="1731183" y="202821"/>
                </a:lnTo>
                <a:lnTo>
                  <a:pt x="1766405" y="228325"/>
                </a:lnTo>
                <a:lnTo>
                  <a:pt x="1799343" y="255004"/>
                </a:lnTo>
                <a:lnTo>
                  <a:pt x="1829906" y="282800"/>
                </a:lnTo>
                <a:lnTo>
                  <a:pt x="1857999" y="311655"/>
                </a:lnTo>
                <a:lnTo>
                  <a:pt x="1883531" y="341512"/>
                </a:lnTo>
                <a:lnTo>
                  <a:pt x="1906407" y="372315"/>
                </a:lnTo>
                <a:lnTo>
                  <a:pt x="1943821" y="436528"/>
                </a:lnTo>
                <a:lnTo>
                  <a:pt x="1969499" y="503835"/>
                </a:lnTo>
                <a:lnTo>
                  <a:pt x="1982694" y="573780"/>
                </a:lnTo>
                <a:lnTo>
                  <a:pt x="1984378" y="609599"/>
                </a:lnTo>
                <a:lnTo>
                  <a:pt x="1982694" y="645418"/>
                </a:lnTo>
                <a:lnTo>
                  <a:pt x="1969499" y="715363"/>
                </a:lnTo>
                <a:lnTo>
                  <a:pt x="1943821" y="782670"/>
                </a:lnTo>
                <a:lnTo>
                  <a:pt x="1906407" y="846883"/>
                </a:lnTo>
                <a:lnTo>
                  <a:pt x="1883531" y="877686"/>
                </a:lnTo>
                <a:lnTo>
                  <a:pt x="1857999" y="907543"/>
                </a:lnTo>
                <a:lnTo>
                  <a:pt x="1829906" y="936398"/>
                </a:lnTo>
                <a:lnTo>
                  <a:pt x="1799343" y="964194"/>
                </a:lnTo>
                <a:lnTo>
                  <a:pt x="1766405" y="990873"/>
                </a:lnTo>
                <a:lnTo>
                  <a:pt x="1731183" y="1016377"/>
                </a:lnTo>
                <a:lnTo>
                  <a:pt x="1693772" y="1040651"/>
                </a:lnTo>
                <a:lnTo>
                  <a:pt x="1654264" y="1063636"/>
                </a:lnTo>
                <a:lnTo>
                  <a:pt x="1612752" y="1085276"/>
                </a:lnTo>
                <a:lnTo>
                  <a:pt x="1569329" y="1105514"/>
                </a:lnTo>
                <a:lnTo>
                  <a:pt x="1524089" y="1124291"/>
                </a:lnTo>
                <a:lnTo>
                  <a:pt x="1477124" y="1141552"/>
                </a:lnTo>
                <a:lnTo>
                  <a:pt x="1428527" y="1157238"/>
                </a:lnTo>
                <a:lnTo>
                  <a:pt x="1378392" y="1171293"/>
                </a:lnTo>
                <a:lnTo>
                  <a:pt x="1326812" y="1183660"/>
                </a:lnTo>
                <a:lnTo>
                  <a:pt x="1273879" y="1194281"/>
                </a:lnTo>
                <a:lnTo>
                  <a:pt x="1219687" y="1203099"/>
                </a:lnTo>
                <a:lnTo>
                  <a:pt x="1164328" y="1210057"/>
                </a:lnTo>
                <a:lnTo>
                  <a:pt x="1107897" y="1215097"/>
                </a:lnTo>
                <a:lnTo>
                  <a:pt x="1050485" y="1218164"/>
                </a:lnTo>
                <a:lnTo>
                  <a:pt x="992186" y="1219199"/>
                </a:lnTo>
                <a:lnTo>
                  <a:pt x="933888" y="1218164"/>
                </a:lnTo>
                <a:lnTo>
                  <a:pt x="876476" y="1215097"/>
                </a:lnTo>
                <a:lnTo>
                  <a:pt x="820045" y="1210057"/>
                </a:lnTo>
                <a:lnTo>
                  <a:pt x="764687" y="1203099"/>
                </a:lnTo>
                <a:lnTo>
                  <a:pt x="710495" y="1194281"/>
                </a:lnTo>
                <a:lnTo>
                  <a:pt x="657563" y="1183660"/>
                </a:lnTo>
                <a:lnTo>
                  <a:pt x="605983" y="1171293"/>
                </a:lnTo>
                <a:lnTo>
                  <a:pt x="555848" y="1157238"/>
                </a:lnTo>
                <a:lnTo>
                  <a:pt x="507252" y="1141552"/>
                </a:lnTo>
                <a:lnTo>
                  <a:pt x="460287" y="1124291"/>
                </a:lnTo>
                <a:lnTo>
                  <a:pt x="415047" y="1105514"/>
                </a:lnTo>
                <a:lnTo>
                  <a:pt x="371624" y="1085276"/>
                </a:lnTo>
                <a:lnTo>
                  <a:pt x="330113" y="1063636"/>
                </a:lnTo>
                <a:lnTo>
                  <a:pt x="290605" y="1040651"/>
                </a:lnTo>
                <a:lnTo>
                  <a:pt x="253193" y="1016377"/>
                </a:lnTo>
                <a:lnTo>
                  <a:pt x="217972" y="990873"/>
                </a:lnTo>
                <a:lnTo>
                  <a:pt x="185034" y="964194"/>
                </a:lnTo>
                <a:lnTo>
                  <a:pt x="154471" y="936398"/>
                </a:lnTo>
                <a:lnTo>
                  <a:pt x="126378" y="907543"/>
                </a:lnTo>
                <a:lnTo>
                  <a:pt x="100847" y="877686"/>
                </a:lnTo>
                <a:lnTo>
                  <a:pt x="77971" y="846883"/>
                </a:lnTo>
                <a:lnTo>
                  <a:pt x="40556" y="782670"/>
                </a:lnTo>
                <a:lnTo>
                  <a:pt x="14879" y="715363"/>
                </a:lnTo>
                <a:lnTo>
                  <a:pt x="1684" y="645418"/>
                </a:lnTo>
                <a:lnTo>
                  <a:pt x="0" y="609599"/>
                </a:lnTo>
                <a:close/>
              </a:path>
            </a:pathLst>
          </a:custGeom>
          <a:ln w="3809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99697" y="6112713"/>
            <a:ext cx="1887220" cy="106172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63500" algn="r">
              <a:lnSpc>
                <a:spcPts val="2800"/>
              </a:lnSpc>
              <a:spcBef>
                <a:spcPts val="259"/>
              </a:spcBef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rdw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e/</a:t>
            </a:r>
            <a:r>
              <a:rPr sz="2400" dirty="0">
                <a:latin typeface="Times New Roman"/>
                <a:cs typeface="Times New Roman"/>
              </a:rPr>
              <a:t>BS-  Ch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te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ka</a:t>
            </a:r>
          </a:p>
          <a:p>
            <a:pPr marR="20320" algn="r">
              <a:lnSpc>
                <a:spcPct val="100000"/>
              </a:lnSpc>
              <a:spcBef>
                <a:spcPts val="715"/>
              </a:spcBef>
            </a:pPr>
            <a:r>
              <a:rPr sz="1400" dirty="0">
                <a:solidFill>
                  <a:srgbClr val="CC66FF"/>
                </a:solidFill>
                <a:latin typeface="Arial"/>
                <a:cs typeface="Arial"/>
              </a:rPr>
              <a:t>3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9591" y="852373"/>
            <a:ext cx="3110230" cy="1071880"/>
          </a:xfrm>
          <a:custGeom>
            <a:avLst/>
            <a:gdLst/>
            <a:ahLst/>
            <a:cxnLst/>
            <a:rect l="l" t="t" r="r" b="b"/>
            <a:pathLst>
              <a:path w="3110229" h="1071880">
                <a:moveTo>
                  <a:pt x="0" y="535780"/>
                </a:moveTo>
                <a:lnTo>
                  <a:pt x="6018" y="488316"/>
                </a:lnTo>
                <a:lnTo>
                  <a:pt x="23735" y="442008"/>
                </a:lnTo>
                <a:lnTo>
                  <a:pt x="52645" y="397031"/>
                </a:lnTo>
                <a:lnTo>
                  <a:pt x="92244" y="353559"/>
                </a:lnTo>
                <a:lnTo>
                  <a:pt x="142025" y="311765"/>
                </a:lnTo>
                <a:lnTo>
                  <a:pt x="201482" y="271825"/>
                </a:lnTo>
                <a:lnTo>
                  <a:pt x="234681" y="252605"/>
                </a:lnTo>
                <a:lnTo>
                  <a:pt x="270110" y="233913"/>
                </a:lnTo>
                <a:lnTo>
                  <a:pt x="307705" y="215772"/>
                </a:lnTo>
                <a:lnTo>
                  <a:pt x="347404" y="198202"/>
                </a:lnTo>
                <a:lnTo>
                  <a:pt x="389142" y="181227"/>
                </a:lnTo>
                <a:lnTo>
                  <a:pt x="432857" y="164868"/>
                </a:lnTo>
                <a:lnTo>
                  <a:pt x="478485" y="149146"/>
                </a:lnTo>
                <a:lnTo>
                  <a:pt x="525964" y="134083"/>
                </a:lnTo>
                <a:lnTo>
                  <a:pt x="575230" y="119702"/>
                </a:lnTo>
                <a:lnTo>
                  <a:pt x="626220" y="106023"/>
                </a:lnTo>
                <a:lnTo>
                  <a:pt x="678871" y="93070"/>
                </a:lnTo>
                <a:lnTo>
                  <a:pt x="733119" y="80862"/>
                </a:lnTo>
                <a:lnTo>
                  <a:pt x="788901" y="69423"/>
                </a:lnTo>
                <a:lnTo>
                  <a:pt x="846155" y="58774"/>
                </a:lnTo>
                <a:lnTo>
                  <a:pt x="904816" y="48936"/>
                </a:lnTo>
                <a:lnTo>
                  <a:pt x="964822" y="39932"/>
                </a:lnTo>
                <a:lnTo>
                  <a:pt x="1026109" y="31783"/>
                </a:lnTo>
                <a:lnTo>
                  <a:pt x="1088615" y="24512"/>
                </a:lnTo>
                <a:lnTo>
                  <a:pt x="1152276" y="18139"/>
                </a:lnTo>
                <a:lnTo>
                  <a:pt x="1217029" y="12687"/>
                </a:lnTo>
                <a:lnTo>
                  <a:pt x="1282810" y="8178"/>
                </a:lnTo>
                <a:lnTo>
                  <a:pt x="1349557" y="4632"/>
                </a:lnTo>
                <a:lnTo>
                  <a:pt x="1417206" y="2073"/>
                </a:lnTo>
                <a:lnTo>
                  <a:pt x="1485694" y="522"/>
                </a:lnTo>
                <a:lnTo>
                  <a:pt x="1554959" y="0"/>
                </a:lnTo>
                <a:lnTo>
                  <a:pt x="1624222" y="522"/>
                </a:lnTo>
                <a:lnTo>
                  <a:pt x="1692710" y="2073"/>
                </a:lnTo>
                <a:lnTo>
                  <a:pt x="1760359" y="4632"/>
                </a:lnTo>
                <a:lnTo>
                  <a:pt x="1827106" y="8178"/>
                </a:lnTo>
                <a:lnTo>
                  <a:pt x="1892887" y="12687"/>
                </a:lnTo>
                <a:lnTo>
                  <a:pt x="1957640" y="18139"/>
                </a:lnTo>
                <a:lnTo>
                  <a:pt x="2021300" y="24512"/>
                </a:lnTo>
                <a:lnTo>
                  <a:pt x="2083806" y="31783"/>
                </a:lnTo>
                <a:lnTo>
                  <a:pt x="2145093" y="39932"/>
                </a:lnTo>
                <a:lnTo>
                  <a:pt x="2205098" y="48936"/>
                </a:lnTo>
                <a:lnTo>
                  <a:pt x="2263759" y="58774"/>
                </a:lnTo>
                <a:lnTo>
                  <a:pt x="2321013" y="69423"/>
                </a:lnTo>
                <a:lnTo>
                  <a:pt x="2376795" y="80862"/>
                </a:lnTo>
                <a:lnTo>
                  <a:pt x="2431042" y="93070"/>
                </a:lnTo>
                <a:lnTo>
                  <a:pt x="2483692" y="106023"/>
                </a:lnTo>
                <a:lnTo>
                  <a:pt x="2534682" y="119702"/>
                </a:lnTo>
                <a:lnTo>
                  <a:pt x="2583947" y="134083"/>
                </a:lnTo>
                <a:lnTo>
                  <a:pt x="2631426" y="149146"/>
                </a:lnTo>
                <a:lnTo>
                  <a:pt x="2677054" y="164868"/>
                </a:lnTo>
                <a:lnTo>
                  <a:pt x="2720769" y="181227"/>
                </a:lnTo>
                <a:lnTo>
                  <a:pt x="2762507" y="198202"/>
                </a:lnTo>
                <a:lnTo>
                  <a:pt x="2802205" y="215772"/>
                </a:lnTo>
                <a:lnTo>
                  <a:pt x="2839799" y="233913"/>
                </a:lnTo>
                <a:lnTo>
                  <a:pt x="2875228" y="252605"/>
                </a:lnTo>
                <a:lnTo>
                  <a:pt x="2908427" y="271825"/>
                </a:lnTo>
                <a:lnTo>
                  <a:pt x="2967884" y="311765"/>
                </a:lnTo>
                <a:lnTo>
                  <a:pt x="3017664" y="353559"/>
                </a:lnTo>
                <a:lnTo>
                  <a:pt x="3057262" y="397031"/>
                </a:lnTo>
                <a:lnTo>
                  <a:pt x="3086172" y="442008"/>
                </a:lnTo>
                <a:lnTo>
                  <a:pt x="3103889" y="488316"/>
                </a:lnTo>
                <a:lnTo>
                  <a:pt x="3109907" y="535780"/>
                </a:lnTo>
                <a:lnTo>
                  <a:pt x="3108392" y="559646"/>
                </a:lnTo>
                <a:lnTo>
                  <a:pt x="3096462" y="606554"/>
                </a:lnTo>
                <a:lnTo>
                  <a:pt x="3073085" y="652218"/>
                </a:lnTo>
                <a:lnTo>
                  <a:pt x="3038767" y="696464"/>
                </a:lnTo>
                <a:lnTo>
                  <a:pt x="2994015" y="739119"/>
                </a:lnTo>
                <a:lnTo>
                  <a:pt x="2939333" y="780007"/>
                </a:lnTo>
                <a:lnTo>
                  <a:pt x="2875228" y="818955"/>
                </a:lnTo>
                <a:lnTo>
                  <a:pt x="2839799" y="837646"/>
                </a:lnTo>
                <a:lnTo>
                  <a:pt x="2802205" y="855788"/>
                </a:lnTo>
                <a:lnTo>
                  <a:pt x="2762507" y="873357"/>
                </a:lnTo>
                <a:lnTo>
                  <a:pt x="2720769" y="890332"/>
                </a:lnTo>
                <a:lnTo>
                  <a:pt x="2677054" y="906691"/>
                </a:lnTo>
                <a:lnTo>
                  <a:pt x="2631426" y="922413"/>
                </a:lnTo>
                <a:lnTo>
                  <a:pt x="2583947" y="937476"/>
                </a:lnTo>
                <a:lnTo>
                  <a:pt x="2534682" y="951857"/>
                </a:lnTo>
                <a:lnTo>
                  <a:pt x="2483692" y="965535"/>
                </a:lnTo>
                <a:lnTo>
                  <a:pt x="2431042" y="978489"/>
                </a:lnTo>
                <a:lnTo>
                  <a:pt x="2376795" y="990697"/>
                </a:lnTo>
                <a:lnTo>
                  <a:pt x="2321013" y="1002136"/>
                </a:lnTo>
                <a:lnTo>
                  <a:pt x="2263759" y="1012785"/>
                </a:lnTo>
                <a:lnTo>
                  <a:pt x="2205098" y="1022623"/>
                </a:lnTo>
                <a:lnTo>
                  <a:pt x="2145093" y="1031626"/>
                </a:lnTo>
                <a:lnTo>
                  <a:pt x="2083806" y="1039775"/>
                </a:lnTo>
                <a:lnTo>
                  <a:pt x="2021300" y="1047046"/>
                </a:lnTo>
                <a:lnTo>
                  <a:pt x="1957640" y="1053419"/>
                </a:lnTo>
                <a:lnTo>
                  <a:pt x="1892887" y="1058871"/>
                </a:lnTo>
                <a:lnTo>
                  <a:pt x="1827106" y="1063380"/>
                </a:lnTo>
                <a:lnTo>
                  <a:pt x="1760359" y="1066926"/>
                </a:lnTo>
                <a:lnTo>
                  <a:pt x="1692710" y="1069485"/>
                </a:lnTo>
                <a:lnTo>
                  <a:pt x="1624222" y="1071037"/>
                </a:lnTo>
                <a:lnTo>
                  <a:pt x="1554959" y="1071559"/>
                </a:lnTo>
                <a:lnTo>
                  <a:pt x="1485694" y="1071037"/>
                </a:lnTo>
                <a:lnTo>
                  <a:pt x="1417206" y="1069485"/>
                </a:lnTo>
                <a:lnTo>
                  <a:pt x="1349557" y="1066926"/>
                </a:lnTo>
                <a:lnTo>
                  <a:pt x="1282810" y="1063380"/>
                </a:lnTo>
                <a:lnTo>
                  <a:pt x="1217029" y="1058871"/>
                </a:lnTo>
                <a:lnTo>
                  <a:pt x="1152276" y="1053419"/>
                </a:lnTo>
                <a:lnTo>
                  <a:pt x="1088615" y="1047046"/>
                </a:lnTo>
                <a:lnTo>
                  <a:pt x="1026109" y="1039775"/>
                </a:lnTo>
                <a:lnTo>
                  <a:pt x="964822" y="1031626"/>
                </a:lnTo>
                <a:lnTo>
                  <a:pt x="904816" y="1022623"/>
                </a:lnTo>
                <a:lnTo>
                  <a:pt x="846155" y="1012785"/>
                </a:lnTo>
                <a:lnTo>
                  <a:pt x="788901" y="1002136"/>
                </a:lnTo>
                <a:lnTo>
                  <a:pt x="733119" y="990697"/>
                </a:lnTo>
                <a:lnTo>
                  <a:pt x="678871" y="978489"/>
                </a:lnTo>
                <a:lnTo>
                  <a:pt x="626220" y="965535"/>
                </a:lnTo>
                <a:lnTo>
                  <a:pt x="575230" y="951857"/>
                </a:lnTo>
                <a:lnTo>
                  <a:pt x="525964" y="937476"/>
                </a:lnTo>
                <a:lnTo>
                  <a:pt x="478485" y="922413"/>
                </a:lnTo>
                <a:lnTo>
                  <a:pt x="432857" y="906691"/>
                </a:lnTo>
                <a:lnTo>
                  <a:pt x="389142" y="890332"/>
                </a:lnTo>
                <a:lnTo>
                  <a:pt x="347404" y="873357"/>
                </a:lnTo>
                <a:lnTo>
                  <a:pt x="307705" y="855788"/>
                </a:lnTo>
                <a:lnTo>
                  <a:pt x="270110" y="837646"/>
                </a:lnTo>
                <a:lnTo>
                  <a:pt x="234681" y="818955"/>
                </a:lnTo>
                <a:lnTo>
                  <a:pt x="201482" y="799734"/>
                </a:lnTo>
                <a:lnTo>
                  <a:pt x="142025" y="759794"/>
                </a:lnTo>
                <a:lnTo>
                  <a:pt x="92244" y="718001"/>
                </a:lnTo>
                <a:lnTo>
                  <a:pt x="52645" y="674529"/>
                </a:lnTo>
                <a:lnTo>
                  <a:pt x="23735" y="629552"/>
                </a:lnTo>
                <a:lnTo>
                  <a:pt x="6018" y="583244"/>
                </a:lnTo>
                <a:lnTo>
                  <a:pt x="0" y="535780"/>
                </a:lnTo>
                <a:close/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82466" y="1009700"/>
            <a:ext cx="2513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Datenverarbeitungs-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8066" y="1365300"/>
            <a:ext cx="18027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anforderungen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1300" y="1157173"/>
            <a:ext cx="2895600" cy="840105"/>
          </a:xfrm>
          <a:custGeom>
            <a:avLst/>
            <a:gdLst/>
            <a:ahLst/>
            <a:cxnLst/>
            <a:rect l="l" t="t" r="r" b="b"/>
            <a:pathLst>
              <a:path w="2895600" h="840105">
                <a:moveTo>
                  <a:pt x="0" y="419893"/>
                </a:moveTo>
                <a:lnTo>
                  <a:pt x="6627" y="379454"/>
                </a:lnTo>
                <a:lnTo>
                  <a:pt x="26105" y="340103"/>
                </a:lnTo>
                <a:lnTo>
                  <a:pt x="57828" y="302016"/>
                </a:lnTo>
                <a:lnTo>
                  <a:pt x="101188" y="265368"/>
                </a:lnTo>
                <a:lnTo>
                  <a:pt x="155578" y="230335"/>
                </a:lnTo>
                <a:lnTo>
                  <a:pt x="220392" y="197094"/>
                </a:lnTo>
                <a:lnTo>
                  <a:pt x="256518" y="181200"/>
                </a:lnTo>
                <a:lnTo>
                  <a:pt x="295023" y="165820"/>
                </a:lnTo>
                <a:lnTo>
                  <a:pt x="335831" y="150976"/>
                </a:lnTo>
                <a:lnTo>
                  <a:pt x="378865" y="136690"/>
                </a:lnTo>
                <a:lnTo>
                  <a:pt x="424050" y="122983"/>
                </a:lnTo>
                <a:lnTo>
                  <a:pt x="471310" y="109879"/>
                </a:lnTo>
                <a:lnTo>
                  <a:pt x="520570" y="97398"/>
                </a:lnTo>
                <a:lnTo>
                  <a:pt x="571752" y="85563"/>
                </a:lnTo>
                <a:lnTo>
                  <a:pt x="624783" y="74396"/>
                </a:lnTo>
                <a:lnTo>
                  <a:pt x="679585" y="63918"/>
                </a:lnTo>
                <a:lnTo>
                  <a:pt x="736083" y="54152"/>
                </a:lnTo>
                <a:lnTo>
                  <a:pt x="794201" y="45121"/>
                </a:lnTo>
                <a:lnTo>
                  <a:pt x="853863" y="36845"/>
                </a:lnTo>
                <a:lnTo>
                  <a:pt x="914994" y="29346"/>
                </a:lnTo>
                <a:lnTo>
                  <a:pt x="977517" y="22648"/>
                </a:lnTo>
                <a:lnTo>
                  <a:pt x="1041357" y="16771"/>
                </a:lnTo>
                <a:lnTo>
                  <a:pt x="1106437" y="11738"/>
                </a:lnTo>
                <a:lnTo>
                  <a:pt x="1172683" y="7571"/>
                </a:lnTo>
                <a:lnTo>
                  <a:pt x="1240018" y="4291"/>
                </a:lnTo>
                <a:lnTo>
                  <a:pt x="1308366" y="1922"/>
                </a:lnTo>
                <a:lnTo>
                  <a:pt x="1377651" y="484"/>
                </a:lnTo>
                <a:lnTo>
                  <a:pt x="1447798" y="0"/>
                </a:lnTo>
                <a:lnTo>
                  <a:pt x="1517946" y="484"/>
                </a:lnTo>
                <a:lnTo>
                  <a:pt x="1587231" y="1922"/>
                </a:lnTo>
                <a:lnTo>
                  <a:pt x="1655580" y="4291"/>
                </a:lnTo>
                <a:lnTo>
                  <a:pt x="1722915" y="7571"/>
                </a:lnTo>
                <a:lnTo>
                  <a:pt x="1789160" y="11738"/>
                </a:lnTo>
                <a:lnTo>
                  <a:pt x="1854241" y="16771"/>
                </a:lnTo>
                <a:lnTo>
                  <a:pt x="1918081" y="22648"/>
                </a:lnTo>
                <a:lnTo>
                  <a:pt x="1980604" y="29346"/>
                </a:lnTo>
                <a:lnTo>
                  <a:pt x="2041735" y="36845"/>
                </a:lnTo>
                <a:lnTo>
                  <a:pt x="2101397" y="45121"/>
                </a:lnTo>
                <a:lnTo>
                  <a:pt x="2159515" y="54152"/>
                </a:lnTo>
                <a:lnTo>
                  <a:pt x="2216013" y="63918"/>
                </a:lnTo>
                <a:lnTo>
                  <a:pt x="2270815" y="74396"/>
                </a:lnTo>
                <a:lnTo>
                  <a:pt x="2323845" y="85563"/>
                </a:lnTo>
                <a:lnTo>
                  <a:pt x="2375028" y="97398"/>
                </a:lnTo>
                <a:lnTo>
                  <a:pt x="2424288" y="109879"/>
                </a:lnTo>
                <a:lnTo>
                  <a:pt x="2471548" y="122983"/>
                </a:lnTo>
                <a:lnTo>
                  <a:pt x="2516733" y="136690"/>
                </a:lnTo>
                <a:lnTo>
                  <a:pt x="2559767" y="150976"/>
                </a:lnTo>
                <a:lnTo>
                  <a:pt x="2600574" y="165820"/>
                </a:lnTo>
                <a:lnTo>
                  <a:pt x="2639079" y="181200"/>
                </a:lnTo>
                <a:lnTo>
                  <a:pt x="2675205" y="197094"/>
                </a:lnTo>
                <a:lnTo>
                  <a:pt x="2740019" y="230335"/>
                </a:lnTo>
                <a:lnTo>
                  <a:pt x="2794410" y="265368"/>
                </a:lnTo>
                <a:lnTo>
                  <a:pt x="2837769" y="302016"/>
                </a:lnTo>
                <a:lnTo>
                  <a:pt x="2869492" y="340103"/>
                </a:lnTo>
                <a:lnTo>
                  <a:pt x="2888970" y="379454"/>
                </a:lnTo>
                <a:lnTo>
                  <a:pt x="2895597" y="419893"/>
                </a:lnTo>
                <a:lnTo>
                  <a:pt x="2893928" y="440237"/>
                </a:lnTo>
                <a:lnTo>
                  <a:pt x="2880799" y="480154"/>
                </a:lnTo>
                <a:lnTo>
                  <a:pt x="2855123" y="518895"/>
                </a:lnTo>
                <a:lnTo>
                  <a:pt x="2817506" y="556285"/>
                </a:lnTo>
                <a:lnTo>
                  <a:pt x="2768555" y="592147"/>
                </a:lnTo>
                <a:lnTo>
                  <a:pt x="2708878" y="626306"/>
                </a:lnTo>
                <a:lnTo>
                  <a:pt x="2639079" y="658586"/>
                </a:lnTo>
                <a:lnTo>
                  <a:pt x="2600574" y="673966"/>
                </a:lnTo>
                <a:lnTo>
                  <a:pt x="2559767" y="688810"/>
                </a:lnTo>
                <a:lnTo>
                  <a:pt x="2516733" y="703096"/>
                </a:lnTo>
                <a:lnTo>
                  <a:pt x="2471548" y="716803"/>
                </a:lnTo>
                <a:lnTo>
                  <a:pt x="2424288" y="729907"/>
                </a:lnTo>
                <a:lnTo>
                  <a:pt x="2375028" y="742388"/>
                </a:lnTo>
                <a:lnTo>
                  <a:pt x="2323845" y="754223"/>
                </a:lnTo>
                <a:lnTo>
                  <a:pt x="2270815" y="765391"/>
                </a:lnTo>
                <a:lnTo>
                  <a:pt x="2216013" y="775868"/>
                </a:lnTo>
                <a:lnTo>
                  <a:pt x="2159515" y="785634"/>
                </a:lnTo>
                <a:lnTo>
                  <a:pt x="2101397" y="794666"/>
                </a:lnTo>
                <a:lnTo>
                  <a:pt x="2041735" y="802942"/>
                </a:lnTo>
                <a:lnTo>
                  <a:pt x="1980604" y="810440"/>
                </a:lnTo>
                <a:lnTo>
                  <a:pt x="1918081" y="817138"/>
                </a:lnTo>
                <a:lnTo>
                  <a:pt x="1854241" y="823015"/>
                </a:lnTo>
                <a:lnTo>
                  <a:pt x="1789160" y="828048"/>
                </a:lnTo>
                <a:lnTo>
                  <a:pt x="1722915" y="832215"/>
                </a:lnTo>
                <a:lnTo>
                  <a:pt x="1655580" y="835495"/>
                </a:lnTo>
                <a:lnTo>
                  <a:pt x="1587231" y="837865"/>
                </a:lnTo>
                <a:lnTo>
                  <a:pt x="1517946" y="839303"/>
                </a:lnTo>
                <a:lnTo>
                  <a:pt x="1447798" y="839787"/>
                </a:lnTo>
                <a:lnTo>
                  <a:pt x="1377651" y="839303"/>
                </a:lnTo>
                <a:lnTo>
                  <a:pt x="1308366" y="837865"/>
                </a:lnTo>
                <a:lnTo>
                  <a:pt x="1240018" y="835495"/>
                </a:lnTo>
                <a:lnTo>
                  <a:pt x="1172683" y="832215"/>
                </a:lnTo>
                <a:lnTo>
                  <a:pt x="1106437" y="828048"/>
                </a:lnTo>
                <a:lnTo>
                  <a:pt x="1041357" y="823015"/>
                </a:lnTo>
                <a:lnTo>
                  <a:pt x="977517" y="817138"/>
                </a:lnTo>
                <a:lnTo>
                  <a:pt x="914994" y="810440"/>
                </a:lnTo>
                <a:lnTo>
                  <a:pt x="853863" y="802942"/>
                </a:lnTo>
                <a:lnTo>
                  <a:pt x="794201" y="794666"/>
                </a:lnTo>
                <a:lnTo>
                  <a:pt x="736083" y="785634"/>
                </a:lnTo>
                <a:lnTo>
                  <a:pt x="679585" y="775868"/>
                </a:lnTo>
                <a:lnTo>
                  <a:pt x="624783" y="765391"/>
                </a:lnTo>
                <a:lnTo>
                  <a:pt x="571752" y="754223"/>
                </a:lnTo>
                <a:lnTo>
                  <a:pt x="520570" y="742388"/>
                </a:lnTo>
                <a:lnTo>
                  <a:pt x="471310" y="729907"/>
                </a:lnTo>
                <a:lnTo>
                  <a:pt x="424050" y="716803"/>
                </a:lnTo>
                <a:lnTo>
                  <a:pt x="378865" y="703096"/>
                </a:lnTo>
                <a:lnTo>
                  <a:pt x="335831" y="688810"/>
                </a:lnTo>
                <a:lnTo>
                  <a:pt x="295023" y="673966"/>
                </a:lnTo>
                <a:lnTo>
                  <a:pt x="256518" y="658586"/>
                </a:lnTo>
                <a:lnTo>
                  <a:pt x="220392" y="642692"/>
                </a:lnTo>
                <a:lnTo>
                  <a:pt x="155578" y="609451"/>
                </a:lnTo>
                <a:lnTo>
                  <a:pt x="101188" y="574418"/>
                </a:lnTo>
                <a:lnTo>
                  <a:pt x="57828" y="537770"/>
                </a:lnTo>
                <a:lnTo>
                  <a:pt x="26105" y="499683"/>
                </a:lnTo>
                <a:lnTo>
                  <a:pt x="6627" y="460332"/>
                </a:lnTo>
                <a:lnTo>
                  <a:pt x="0" y="419893"/>
                </a:lnTo>
                <a:close/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2197" y="1198613"/>
            <a:ext cx="1802764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5080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imes New Roman"/>
                <a:cs typeface="Times New Roman"/>
              </a:rPr>
              <a:t>Informations-  a</a:t>
            </a:r>
            <a:r>
              <a:rPr sz="2400" dirty="0">
                <a:latin typeface="Times New Roman"/>
                <a:cs typeface="Times New Roman"/>
              </a:rPr>
              <a:t>nford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rung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7556" y="6502919"/>
            <a:ext cx="2294255" cy="6832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675"/>
              </a:spcBef>
            </a:pPr>
            <a:r>
              <a:rPr sz="2400" spc="-5" dirty="0">
                <a:latin typeface="Times New Roman"/>
                <a:cs typeface="Times New Roman"/>
              </a:rPr>
              <a:t>physische 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ate</a:t>
            </a:r>
            <a:r>
              <a:rPr sz="2400" dirty="0">
                <a:latin typeface="Times New Roman"/>
                <a:cs typeface="Times New Roman"/>
              </a:rPr>
              <a:t>nb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nks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ruk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70703" y="3366973"/>
            <a:ext cx="2428875" cy="925830"/>
          </a:xfrm>
          <a:custGeom>
            <a:avLst/>
            <a:gdLst/>
            <a:ahLst/>
            <a:cxnLst/>
            <a:rect l="l" t="t" r="r" b="b"/>
            <a:pathLst>
              <a:path w="2428875" h="925829">
                <a:moveTo>
                  <a:pt x="0" y="462755"/>
                </a:moveTo>
                <a:lnTo>
                  <a:pt x="7126" y="412333"/>
                </a:lnTo>
                <a:lnTo>
                  <a:pt x="28010" y="363483"/>
                </a:lnTo>
                <a:lnTo>
                  <a:pt x="61912" y="316489"/>
                </a:lnTo>
                <a:lnTo>
                  <a:pt x="108091" y="271631"/>
                </a:lnTo>
                <a:lnTo>
                  <a:pt x="165806" y="229194"/>
                </a:lnTo>
                <a:lnTo>
                  <a:pt x="198758" y="208970"/>
                </a:lnTo>
                <a:lnTo>
                  <a:pt x="234316" y="189458"/>
                </a:lnTo>
                <a:lnTo>
                  <a:pt x="272387" y="170691"/>
                </a:lnTo>
                <a:lnTo>
                  <a:pt x="312879" y="152706"/>
                </a:lnTo>
                <a:lnTo>
                  <a:pt x="355700" y="135538"/>
                </a:lnTo>
                <a:lnTo>
                  <a:pt x="400757" y="119221"/>
                </a:lnTo>
                <a:lnTo>
                  <a:pt x="447956" y="103791"/>
                </a:lnTo>
                <a:lnTo>
                  <a:pt x="497206" y="89285"/>
                </a:lnTo>
                <a:lnTo>
                  <a:pt x="548414" y="75735"/>
                </a:lnTo>
                <a:lnTo>
                  <a:pt x="601488" y="63179"/>
                </a:lnTo>
                <a:lnTo>
                  <a:pt x="656334" y="51651"/>
                </a:lnTo>
                <a:lnTo>
                  <a:pt x="712860" y="41187"/>
                </a:lnTo>
                <a:lnTo>
                  <a:pt x="770973" y="31822"/>
                </a:lnTo>
                <a:lnTo>
                  <a:pt x="830582" y="23591"/>
                </a:lnTo>
                <a:lnTo>
                  <a:pt x="891592" y="16530"/>
                </a:lnTo>
                <a:lnTo>
                  <a:pt x="953913" y="10673"/>
                </a:lnTo>
                <a:lnTo>
                  <a:pt x="1017450" y="6056"/>
                </a:lnTo>
                <a:lnTo>
                  <a:pt x="1082112" y="2715"/>
                </a:lnTo>
                <a:lnTo>
                  <a:pt x="1147806" y="684"/>
                </a:lnTo>
                <a:lnTo>
                  <a:pt x="1214439" y="0"/>
                </a:lnTo>
                <a:lnTo>
                  <a:pt x="1281071" y="684"/>
                </a:lnTo>
                <a:lnTo>
                  <a:pt x="1346764" y="2715"/>
                </a:lnTo>
                <a:lnTo>
                  <a:pt x="1411426" y="6056"/>
                </a:lnTo>
                <a:lnTo>
                  <a:pt x="1474963" y="10673"/>
                </a:lnTo>
                <a:lnTo>
                  <a:pt x="1537283" y="16530"/>
                </a:lnTo>
                <a:lnTo>
                  <a:pt x="1598293" y="23591"/>
                </a:lnTo>
                <a:lnTo>
                  <a:pt x="1657901" y="31822"/>
                </a:lnTo>
                <a:lnTo>
                  <a:pt x="1716015" y="41187"/>
                </a:lnTo>
                <a:lnTo>
                  <a:pt x="1772541" y="51651"/>
                </a:lnTo>
                <a:lnTo>
                  <a:pt x="1827387" y="63179"/>
                </a:lnTo>
                <a:lnTo>
                  <a:pt x="1880460" y="75735"/>
                </a:lnTo>
                <a:lnTo>
                  <a:pt x="1931668" y="89285"/>
                </a:lnTo>
                <a:lnTo>
                  <a:pt x="1980918" y="103791"/>
                </a:lnTo>
                <a:lnTo>
                  <a:pt x="2028118" y="119221"/>
                </a:lnTo>
                <a:lnTo>
                  <a:pt x="2073175" y="135538"/>
                </a:lnTo>
                <a:lnTo>
                  <a:pt x="2115995" y="152706"/>
                </a:lnTo>
                <a:lnTo>
                  <a:pt x="2156488" y="170691"/>
                </a:lnTo>
                <a:lnTo>
                  <a:pt x="2194560" y="189458"/>
                </a:lnTo>
                <a:lnTo>
                  <a:pt x="2230118" y="208970"/>
                </a:lnTo>
                <a:lnTo>
                  <a:pt x="2263070" y="229194"/>
                </a:lnTo>
                <a:lnTo>
                  <a:pt x="2320785" y="271631"/>
                </a:lnTo>
                <a:lnTo>
                  <a:pt x="2366965" y="316489"/>
                </a:lnTo>
                <a:lnTo>
                  <a:pt x="2400867" y="363483"/>
                </a:lnTo>
                <a:lnTo>
                  <a:pt x="2421752" y="412333"/>
                </a:lnTo>
                <a:lnTo>
                  <a:pt x="2428878" y="462755"/>
                </a:lnTo>
                <a:lnTo>
                  <a:pt x="2427081" y="488145"/>
                </a:lnTo>
                <a:lnTo>
                  <a:pt x="2412983" y="537816"/>
                </a:lnTo>
                <a:lnTo>
                  <a:pt x="2385497" y="585774"/>
                </a:lnTo>
                <a:lnTo>
                  <a:pt x="2345363" y="631735"/>
                </a:lnTo>
                <a:lnTo>
                  <a:pt x="2293323" y="675418"/>
                </a:lnTo>
                <a:lnTo>
                  <a:pt x="2230118" y="716540"/>
                </a:lnTo>
                <a:lnTo>
                  <a:pt x="2194560" y="736053"/>
                </a:lnTo>
                <a:lnTo>
                  <a:pt x="2156488" y="754819"/>
                </a:lnTo>
                <a:lnTo>
                  <a:pt x="2115995" y="772804"/>
                </a:lnTo>
                <a:lnTo>
                  <a:pt x="2073175" y="789973"/>
                </a:lnTo>
                <a:lnTo>
                  <a:pt x="2028118" y="806289"/>
                </a:lnTo>
                <a:lnTo>
                  <a:pt x="1980918" y="821719"/>
                </a:lnTo>
                <a:lnTo>
                  <a:pt x="1931668" y="836226"/>
                </a:lnTo>
                <a:lnTo>
                  <a:pt x="1880460" y="849775"/>
                </a:lnTo>
                <a:lnTo>
                  <a:pt x="1827387" y="862331"/>
                </a:lnTo>
                <a:lnTo>
                  <a:pt x="1772541" y="873859"/>
                </a:lnTo>
                <a:lnTo>
                  <a:pt x="1716015" y="884323"/>
                </a:lnTo>
                <a:lnTo>
                  <a:pt x="1657901" y="893688"/>
                </a:lnTo>
                <a:lnTo>
                  <a:pt x="1598293" y="901919"/>
                </a:lnTo>
                <a:lnTo>
                  <a:pt x="1537283" y="908981"/>
                </a:lnTo>
                <a:lnTo>
                  <a:pt x="1474963" y="914837"/>
                </a:lnTo>
                <a:lnTo>
                  <a:pt x="1411426" y="919454"/>
                </a:lnTo>
                <a:lnTo>
                  <a:pt x="1346764" y="922795"/>
                </a:lnTo>
                <a:lnTo>
                  <a:pt x="1281071" y="924826"/>
                </a:lnTo>
                <a:lnTo>
                  <a:pt x="1214439" y="925511"/>
                </a:lnTo>
                <a:lnTo>
                  <a:pt x="1147806" y="924826"/>
                </a:lnTo>
                <a:lnTo>
                  <a:pt x="1082112" y="922795"/>
                </a:lnTo>
                <a:lnTo>
                  <a:pt x="1017450" y="919454"/>
                </a:lnTo>
                <a:lnTo>
                  <a:pt x="953913" y="914837"/>
                </a:lnTo>
                <a:lnTo>
                  <a:pt x="891592" y="908981"/>
                </a:lnTo>
                <a:lnTo>
                  <a:pt x="830582" y="901919"/>
                </a:lnTo>
                <a:lnTo>
                  <a:pt x="770973" y="893688"/>
                </a:lnTo>
                <a:lnTo>
                  <a:pt x="712860" y="884323"/>
                </a:lnTo>
                <a:lnTo>
                  <a:pt x="656334" y="873859"/>
                </a:lnTo>
                <a:lnTo>
                  <a:pt x="601488" y="862331"/>
                </a:lnTo>
                <a:lnTo>
                  <a:pt x="548414" y="849775"/>
                </a:lnTo>
                <a:lnTo>
                  <a:pt x="497206" y="836226"/>
                </a:lnTo>
                <a:lnTo>
                  <a:pt x="447956" y="821719"/>
                </a:lnTo>
                <a:lnTo>
                  <a:pt x="400757" y="806289"/>
                </a:lnTo>
                <a:lnTo>
                  <a:pt x="355700" y="789973"/>
                </a:lnTo>
                <a:lnTo>
                  <a:pt x="312879" y="772804"/>
                </a:lnTo>
                <a:lnTo>
                  <a:pt x="272387" y="754819"/>
                </a:lnTo>
                <a:lnTo>
                  <a:pt x="234316" y="736053"/>
                </a:lnTo>
                <a:lnTo>
                  <a:pt x="198758" y="716540"/>
                </a:lnTo>
                <a:lnTo>
                  <a:pt x="165806" y="696317"/>
                </a:lnTo>
                <a:lnTo>
                  <a:pt x="108091" y="653879"/>
                </a:lnTo>
                <a:lnTo>
                  <a:pt x="61912" y="609022"/>
                </a:lnTo>
                <a:lnTo>
                  <a:pt x="28010" y="562027"/>
                </a:lnTo>
                <a:lnTo>
                  <a:pt x="7126" y="513177"/>
                </a:lnTo>
                <a:lnTo>
                  <a:pt x="0" y="462755"/>
                </a:lnTo>
                <a:close/>
              </a:path>
            </a:pathLst>
          </a:custGeom>
          <a:ln w="5714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40045" y="3451262"/>
            <a:ext cx="188722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DBMS-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840"/>
              </a:lnSpc>
            </a:pPr>
            <a:r>
              <a:rPr sz="2400" spc="-5" dirty="0">
                <a:latin typeface="Times New Roman"/>
                <a:cs typeface="Times New Roman"/>
              </a:rPr>
              <a:t>Charakteristika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7566" y="5824423"/>
            <a:ext cx="215773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 algn="ctr">
              <a:lnSpc>
                <a:spcPts val="2570"/>
              </a:lnSpc>
            </a:pPr>
            <a:r>
              <a:rPr sz="2400" spc="-5" dirty="0">
                <a:latin typeface="Times New Roman"/>
                <a:cs typeface="Times New Roman"/>
              </a:rPr>
              <a:t>Physischer</a:t>
            </a:r>
            <a:endParaRPr sz="2400">
              <a:latin typeface="Times New Roman"/>
              <a:cs typeface="Times New Roman"/>
            </a:endParaRPr>
          </a:p>
          <a:p>
            <a:pPr marR="27940" algn="ctr">
              <a:lnSpc>
                <a:spcPts val="2650"/>
              </a:lnSpc>
            </a:pPr>
            <a:r>
              <a:rPr sz="2400" spc="-5" dirty="0">
                <a:latin typeface="Times New Roman"/>
                <a:cs typeface="Times New Roman"/>
              </a:rPr>
              <a:t>Entwurf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7566" y="4495686"/>
            <a:ext cx="215773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70"/>
              </a:lnSpc>
            </a:pP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leme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tati</a:t>
            </a:r>
            <a:r>
              <a:rPr sz="2400" dirty="0">
                <a:latin typeface="Times New Roman"/>
                <a:cs typeface="Times New Roman"/>
              </a:rPr>
              <a:t>ons-</a:t>
            </a:r>
            <a:endParaRPr sz="2400">
              <a:latin typeface="Times New Roman"/>
              <a:cs typeface="Times New Roman"/>
            </a:endParaRPr>
          </a:p>
          <a:p>
            <a:pPr marR="27940" algn="ctr">
              <a:lnSpc>
                <a:spcPts val="2650"/>
              </a:lnSpc>
            </a:pPr>
            <a:r>
              <a:rPr sz="2400" spc="-5" dirty="0">
                <a:latin typeface="Times New Roman"/>
                <a:cs typeface="Times New Roman"/>
              </a:rPr>
              <a:t>entwurf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7566" y="3251085"/>
            <a:ext cx="215773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" algn="ctr">
              <a:lnSpc>
                <a:spcPts val="2570"/>
              </a:lnSpc>
            </a:pPr>
            <a:r>
              <a:rPr sz="2400" spc="-5" dirty="0">
                <a:latin typeface="Times New Roman"/>
                <a:cs typeface="Times New Roman"/>
              </a:rPr>
              <a:t>Konzeptueller</a:t>
            </a:r>
            <a:endParaRPr sz="2400">
              <a:latin typeface="Times New Roman"/>
              <a:cs typeface="Times New Roman"/>
            </a:endParaRPr>
          </a:p>
          <a:p>
            <a:pPr marR="36195" algn="ctr">
              <a:lnSpc>
                <a:spcPts val="2650"/>
              </a:lnSpc>
            </a:pPr>
            <a:r>
              <a:rPr sz="2400" spc="-5" dirty="0">
                <a:latin typeface="Times New Roman"/>
                <a:cs typeface="Times New Roman"/>
              </a:rPr>
              <a:t>Enwurf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7566" y="1922348"/>
            <a:ext cx="2157730" cy="66548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" algn="ctr">
              <a:lnSpc>
                <a:spcPts val="2580"/>
              </a:lnSpc>
            </a:pPr>
            <a:r>
              <a:rPr sz="2400" spc="-5" dirty="0">
                <a:latin typeface="Times New Roman"/>
                <a:cs typeface="Times New Roman"/>
              </a:rPr>
              <a:t>Anforderungs-</a:t>
            </a:r>
            <a:endParaRPr sz="2400">
              <a:latin typeface="Times New Roman"/>
              <a:cs typeface="Times New Roman"/>
            </a:endParaRPr>
          </a:p>
          <a:p>
            <a:pPr marL="5715" algn="ctr">
              <a:lnSpc>
                <a:spcPts val="2660"/>
              </a:lnSpc>
            </a:pPr>
            <a:r>
              <a:rPr sz="2400" spc="-5" dirty="0">
                <a:latin typeface="Times New Roman"/>
                <a:cs typeface="Times New Roman"/>
              </a:rPr>
              <a:t>analyse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92616" y="2587510"/>
            <a:ext cx="0" cy="638810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0"/>
                </a:moveTo>
                <a:lnTo>
                  <a:pt x="0" y="63836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33663" y="3135172"/>
            <a:ext cx="117906" cy="1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92616" y="3914660"/>
            <a:ext cx="0" cy="556260"/>
          </a:xfrm>
          <a:custGeom>
            <a:avLst/>
            <a:gdLst/>
            <a:ahLst/>
            <a:cxnLst/>
            <a:rect l="l" t="t" r="r" b="b"/>
            <a:pathLst>
              <a:path h="556260">
                <a:moveTo>
                  <a:pt x="0" y="0"/>
                </a:moveTo>
                <a:lnTo>
                  <a:pt x="0" y="55581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33663" y="4379772"/>
            <a:ext cx="117906" cy="1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92616" y="5159260"/>
            <a:ext cx="0" cy="640080"/>
          </a:xfrm>
          <a:custGeom>
            <a:avLst/>
            <a:gdLst/>
            <a:ahLst/>
            <a:cxnLst/>
            <a:rect l="l" t="t" r="r" b="b"/>
            <a:pathLst>
              <a:path h="640079">
                <a:moveTo>
                  <a:pt x="0" y="0"/>
                </a:moveTo>
                <a:lnTo>
                  <a:pt x="0" y="63995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33663" y="5708510"/>
            <a:ext cx="117906" cy="1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34844" y="5091633"/>
            <a:ext cx="2294255" cy="6832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675"/>
              </a:spcBef>
            </a:pPr>
            <a:r>
              <a:rPr sz="2400" spc="-5" dirty="0">
                <a:latin typeface="Times New Roman"/>
                <a:cs typeface="Times New Roman"/>
              </a:rPr>
              <a:t>logische 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ate</a:t>
            </a:r>
            <a:r>
              <a:rPr sz="2400" dirty="0">
                <a:latin typeface="Times New Roman"/>
                <a:cs typeface="Times New Roman"/>
              </a:rPr>
              <a:t>nb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nks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ruk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1044" y="3841953"/>
            <a:ext cx="1701800" cy="64516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ct val="69400"/>
              </a:lnSpc>
              <a:spcBef>
                <a:spcPts val="980"/>
              </a:spcBef>
            </a:pP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5" dirty="0">
                <a:latin typeface="Times New Roman"/>
                <a:cs typeface="Times New Roman"/>
              </a:rPr>
              <a:t>mati</a:t>
            </a:r>
            <a:r>
              <a:rPr sz="2400" dirty="0">
                <a:latin typeface="Times New Roman"/>
                <a:cs typeface="Times New Roman"/>
              </a:rPr>
              <a:t>ons-  </a:t>
            </a:r>
            <a:r>
              <a:rPr sz="2400" spc="-5" dirty="0">
                <a:latin typeface="Times New Roman"/>
                <a:cs typeface="Times New Roman"/>
              </a:rPr>
              <a:t>struktur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0117" y="2599690"/>
            <a:ext cx="1718310" cy="64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4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Anforderungs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440"/>
              </a:lnSpc>
            </a:pPr>
            <a:r>
              <a:rPr sz="2400" spc="-5" dirty="0">
                <a:latin typeface="Times New Roman"/>
                <a:cs typeface="Times New Roman"/>
              </a:rPr>
              <a:t>-spezifikation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721478" y="1922348"/>
            <a:ext cx="0" cy="3946525"/>
          </a:xfrm>
          <a:custGeom>
            <a:avLst/>
            <a:gdLst/>
            <a:ahLst/>
            <a:cxnLst/>
            <a:rect l="l" t="t" r="r" b="b"/>
            <a:pathLst>
              <a:path h="3946525">
                <a:moveTo>
                  <a:pt x="0" y="0"/>
                </a:moveTo>
                <a:lnTo>
                  <a:pt x="0" y="3946516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37839" y="5868873"/>
            <a:ext cx="1183640" cy="0"/>
          </a:xfrm>
          <a:custGeom>
            <a:avLst/>
            <a:gdLst/>
            <a:ahLst/>
            <a:cxnLst/>
            <a:rect l="l" t="t" r="r" b="b"/>
            <a:pathLst>
              <a:path w="1183640">
                <a:moveTo>
                  <a:pt x="118363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14978" y="5773623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D826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37839" y="4763973"/>
            <a:ext cx="1183640" cy="0"/>
          </a:xfrm>
          <a:custGeom>
            <a:avLst/>
            <a:gdLst/>
            <a:ahLst/>
            <a:cxnLst/>
            <a:rect l="l" t="t" r="r" b="b"/>
            <a:pathLst>
              <a:path w="1183640">
                <a:moveTo>
                  <a:pt x="118363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14978" y="4668723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D826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37839" y="2238260"/>
            <a:ext cx="1183640" cy="0"/>
          </a:xfrm>
          <a:custGeom>
            <a:avLst/>
            <a:gdLst/>
            <a:ahLst/>
            <a:cxnLst/>
            <a:rect l="l" t="t" r="r" b="b"/>
            <a:pathLst>
              <a:path w="1183640">
                <a:moveTo>
                  <a:pt x="1183639" y="0"/>
                </a:moveTo>
                <a:lnTo>
                  <a:pt x="0" y="1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14978" y="2143010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D826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08795" y="4290898"/>
            <a:ext cx="1294130" cy="1735455"/>
          </a:xfrm>
          <a:custGeom>
            <a:avLst/>
            <a:gdLst/>
            <a:ahLst/>
            <a:cxnLst/>
            <a:rect l="l" t="t" r="r" b="b"/>
            <a:pathLst>
              <a:path w="1294129" h="1735454">
                <a:moveTo>
                  <a:pt x="1293809" y="0"/>
                </a:moveTo>
                <a:lnTo>
                  <a:pt x="0" y="1735138"/>
                </a:lnTo>
              </a:path>
            </a:pathLst>
          </a:custGeom>
          <a:ln w="3809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53082" y="6026035"/>
            <a:ext cx="1256030" cy="0"/>
          </a:xfrm>
          <a:custGeom>
            <a:avLst/>
            <a:gdLst/>
            <a:ahLst/>
            <a:cxnLst/>
            <a:rect l="l" t="t" r="r" b="b"/>
            <a:pathLst>
              <a:path w="1256029">
                <a:moveTo>
                  <a:pt x="125570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14978" y="596888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D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08792" y="6184783"/>
            <a:ext cx="603250" cy="316230"/>
          </a:xfrm>
          <a:custGeom>
            <a:avLst/>
            <a:gdLst/>
            <a:ahLst/>
            <a:cxnLst/>
            <a:rect l="l" t="t" r="r" b="b"/>
            <a:pathLst>
              <a:path w="603250" h="316229">
                <a:moveTo>
                  <a:pt x="603249" y="315911"/>
                </a:moveTo>
                <a:lnTo>
                  <a:pt x="0" y="0"/>
                </a:lnTo>
              </a:path>
            </a:pathLst>
          </a:custGeom>
          <a:ln w="3809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521967" y="6186373"/>
            <a:ext cx="1271270" cy="0"/>
          </a:xfrm>
          <a:custGeom>
            <a:avLst/>
            <a:gdLst/>
            <a:ahLst/>
            <a:cxnLst/>
            <a:rect l="l" t="t" r="r" b="b"/>
            <a:pathLst>
              <a:path w="1271270">
                <a:moveTo>
                  <a:pt x="127094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99103" y="6091123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60504" y="27113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1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845558" y="4009593"/>
            <a:ext cx="145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689103" y="2016011"/>
            <a:ext cx="1630680" cy="1567180"/>
          </a:xfrm>
          <a:custGeom>
            <a:avLst/>
            <a:gdLst/>
            <a:ahLst/>
            <a:cxnLst/>
            <a:rect l="l" t="t" r="r" b="b"/>
            <a:pathLst>
              <a:path w="1630679" h="1567179">
                <a:moveTo>
                  <a:pt x="0" y="0"/>
                </a:moveTo>
                <a:lnTo>
                  <a:pt x="0" y="1566858"/>
                </a:lnTo>
                <a:lnTo>
                  <a:pt x="1630358" y="1566858"/>
                </a:lnTo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243266" y="352572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89103" y="2016011"/>
            <a:ext cx="1630680" cy="240029"/>
          </a:xfrm>
          <a:custGeom>
            <a:avLst/>
            <a:gdLst/>
            <a:ahLst/>
            <a:cxnLst/>
            <a:rect l="l" t="t" r="r" b="b"/>
            <a:pathLst>
              <a:path w="1630679" h="240030">
                <a:moveTo>
                  <a:pt x="0" y="0"/>
                </a:moveTo>
                <a:lnTo>
                  <a:pt x="0" y="239711"/>
                </a:lnTo>
                <a:lnTo>
                  <a:pt x="1630358" y="239711"/>
                </a:lnTo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243266" y="219857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37205" y="4967173"/>
            <a:ext cx="2019300" cy="0"/>
          </a:xfrm>
          <a:custGeom>
            <a:avLst/>
            <a:gdLst/>
            <a:ahLst/>
            <a:cxnLst/>
            <a:rect l="l" t="t" r="r" b="b"/>
            <a:pathLst>
              <a:path w="2019300">
                <a:moveTo>
                  <a:pt x="201929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99103" y="491002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D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432303" y="6491172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3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394203" y="71007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851823" y="82250"/>
            <a:ext cx="6977702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3900" algn="l"/>
              </a:tabLst>
            </a:pPr>
            <a:r>
              <a:rPr spc="-5" dirty="0" err="1"/>
              <a:t>Phasen</a:t>
            </a:r>
            <a:r>
              <a:rPr lang="en-GB" spc="-5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spc="-15" dirty="0"/>
              <a:t>Datenbankentwurfs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615949"/>
            <a:ext cx="6096000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Anforderungsanalyse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6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1760" y="1540395"/>
            <a:ext cx="8474544" cy="3399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AutoNum type="arabicPeriod"/>
              <a:tabLst>
                <a:tab pos="393700" algn="l"/>
              </a:tabLst>
            </a:pPr>
            <a:r>
              <a:rPr lang="de-DE" sz="2400" spc="-5" dirty="0">
                <a:solidFill>
                  <a:srgbClr val="FF0000"/>
                </a:solidFill>
                <a:latin typeface="Tahoma"/>
                <a:cs typeface="Tahoma"/>
              </a:rPr>
              <a:t>Welche Schritte würden Sie hier durchführen?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chemeClr val="accent1"/>
              </a:buClr>
              <a:buFont typeface="Tahoma"/>
              <a:buAutoNum type="arabicPeriod"/>
            </a:pP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88950" indent="-476250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488315" algn="l"/>
                <a:tab pos="488950" algn="l"/>
              </a:tabLst>
            </a:pPr>
            <a:r>
              <a:rPr lang="de-DE" sz="2400" spc="-5" dirty="0">
                <a:solidFill>
                  <a:srgbClr val="FF0000"/>
                </a:solidFill>
                <a:latin typeface="Tahoma"/>
                <a:cs typeface="Tahoma"/>
              </a:rPr>
              <a:t>Input </a:t>
            </a:r>
            <a:r>
              <a:rPr lang="mr-IN" sz="2400" spc="-5" dirty="0">
                <a:solidFill>
                  <a:srgbClr val="FF0000"/>
                </a:solidFill>
                <a:latin typeface="Tahoma"/>
                <a:cs typeface="Tahoma"/>
              </a:rPr>
              <a:t>–</a:t>
            </a:r>
            <a:r>
              <a:rPr lang="de-DE" sz="2400" spc="-5" dirty="0">
                <a:solidFill>
                  <a:srgbClr val="FF0000"/>
                </a:solidFill>
                <a:latin typeface="Tahoma"/>
                <a:cs typeface="Tahoma"/>
              </a:rPr>
              <a:t> Output ...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Font typeface="Tahoma"/>
              <a:buAutoNum type="arabicPeriod"/>
            </a:pPr>
            <a:endParaRPr sz="25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393700" algn="l"/>
              </a:tabLst>
            </a:pPr>
            <a:r>
              <a:rPr lang="de-DE" sz="2400" spc="-5" dirty="0" err="1">
                <a:solidFill>
                  <a:srgbClr val="FF0000"/>
                </a:solidFill>
                <a:latin typeface="Tahoma"/>
                <a:cs typeface="Tahoma"/>
              </a:rPr>
              <a:t>Artifacts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Font typeface="Tahoma"/>
              <a:buAutoNum type="arabicPeriod"/>
            </a:pPr>
            <a:endParaRPr sz="25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96240" indent="-383540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396875" algn="l"/>
              </a:tabLst>
            </a:pPr>
            <a:r>
              <a:rPr lang="de-DE" sz="2400" dirty="0">
                <a:solidFill>
                  <a:srgbClr val="FF0000"/>
                </a:solidFill>
                <a:latin typeface="Tahoma"/>
                <a:cs typeface="Tahoma"/>
              </a:rPr>
              <a:t>Zeitrahmen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FFCC00"/>
              </a:buClr>
            </a:pPr>
            <a:endParaRPr lang="de-DE" sz="24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FFCC00"/>
              </a:buClr>
            </a:pPr>
            <a:r>
              <a:rPr lang="de-DE" sz="2450" dirty="0">
                <a:solidFill>
                  <a:srgbClr val="FF0000"/>
                </a:solidFill>
                <a:latin typeface="Times New Roman"/>
                <a:cs typeface="Times New Roman"/>
              </a:rPr>
              <a:t>Diskutieren Sie in Zweiergruppen (10 Minuten).</a:t>
            </a:r>
            <a:endParaRPr sz="245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899" y="577850"/>
            <a:ext cx="6248401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Anforderungsanalyse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1760" y="1339850"/>
            <a:ext cx="8474544" cy="5614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AutoNum type="arabicPeriod"/>
              <a:tabLst>
                <a:tab pos="393700" algn="l"/>
              </a:tabLst>
            </a:pPr>
            <a:r>
              <a:rPr sz="2400" spc="-5" dirty="0">
                <a:latin typeface="Tahoma"/>
                <a:cs typeface="Tahoma"/>
              </a:rPr>
              <a:t>Identifikation von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Organisationseinheiten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chemeClr val="accent1"/>
              </a:buClr>
              <a:buFont typeface="Tahoma"/>
              <a:buAutoNum type="arabicPeriod"/>
            </a:pPr>
            <a:endParaRPr sz="2400" dirty="0">
              <a:latin typeface="Times New Roman"/>
              <a:cs typeface="Times New Roman"/>
            </a:endParaRPr>
          </a:p>
          <a:p>
            <a:pPr marL="488950" indent="-476250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488315" algn="l"/>
                <a:tab pos="488950" algn="l"/>
              </a:tabLst>
            </a:pPr>
            <a:r>
              <a:rPr sz="2400" spc="-5" dirty="0">
                <a:latin typeface="Tahoma"/>
                <a:cs typeface="Tahoma"/>
              </a:rPr>
              <a:t>Identifikation der zu unterstützenden</a:t>
            </a:r>
            <a:r>
              <a:rPr sz="2400" spc="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Aufgaben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Font typeface="Tahoma"/>
              <a:buAutoNum type="arabicPeriod"/>
            </a:pPr>
            <a:endParaRPr sz="2500" dirty="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393700" algn="l"/>
              </a:tabLst>
            </a:pPr>
            <a:r>
              <a:rPr sz="2400" spc="-5" dirty="0" err="1">
                <a:latin typeface="Tahoma"/>
                <a:cs typeface="Tahoma"/>
              </a:rPr>
              <a:t>Anforderungs-Sammelplan</a:t>
            </a:r>
            <a:r>
              <a:rPr lang="de-DE" sz="2400" spc="-5" dirty="0">
                <a:latin typeface="Tahoma"/>
                <a:cs typeface="Tahoma"/>
              </a:rPr>
              <a:t>: Ermittlung rel. Personen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chemeClr val="accent1"/>
              </a:buClr>
              <a:buFont typeface="Tahoma"/>
              <a:buAutoNum type="arabicPeriod"/>
            </a:pPr>
            <a:endParaRPr sz="2500" dirty="0">
              <a:latin typeface="Times New Roman"/>
              <a:cs typeface="Times New Roman"/>
            </a:endParaRPr>
          </a:p>
          <a:p>
            <a:pPr marL="396240" indent="-383540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396875" algn="l"/>
              </a:tabLst>
            </a:pPr>
            <a:r>
              <a:rPr sz="2400" spc="-5" dirty="0">
                <a:latin typeface="Tahoma"/>
                <a:cs typeface="Tahoma"/>
              </a:rPr>
              <a:t>Anforderungs-Sammlung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Font typeface="Tahoma"/>
              <a:buAutoNum type="arabicPeriod"/>
            </a:pPr>
            <a:endParaRPr sz="2450" dirty="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AutoNum type="arabicPeriod"/>
              <a:tabLst>
                <a:tab pos="393700" algn="l"/>
              </a:tabLst>
            </a:pPr>
            <a:r>
              <a:rPr sz="2400" spc="-5" dirty="0" err="1">
                <a:latin typeface="Tahoma"/>
                <a:cs typeface="Tahoma"/>
              </a:rPr>
              <a:t>Filterung</a:t>
            </a:r>
            <a:r>
              <a:rPr lang="de-DE" sz="2400" spc="-5" dirty="0">
                <a:latin typeface="Tahoma"/>
                <a:cs typeface="Tahoma"/>
              </a:rPr>
              <a:t> – Überprüfung - Konsistenz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chemeClr val="accent1"/>
              </a:buClr>
              <a:buFont typeface="Tahoma"/>
              <a:buAutoNum type="arabicPeriod"/>
            </a:pPr>
            <a:endParaRPr sz="2500" dirty="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AutoNum type="arabicPeriod"/>
              <a:tabLst>
                <a:tab pos="393700" algn="l"/>
              </a:tabLst>
            </a:pPr>
            <a:r>
              <a:rPr sz="2400" spc="-5" dirty="0" err="1">
                <a:latin typeface="Tahoma"/>
                <a:cs typeface="Tahoma"/>
              </a:rPr>
              <a:t>Satzklassifikationen</a:t>
            </a:r>
            <a:r>
              <a:rPr lang="de-DE" sz="2400" spc="-5" dirty="0">
                <a:latin typeface="Tahoma"/>
                <a:cs typeface="Tahoma"/>
              </a:rPr>
              <a:t>: Information wird Objekten, Beziehungen zwischen Objekten, Operationen und Ergebnissen zugeordnet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Font typeface="Tahoma"/>
              <a:buAutoNum type="arabicPeriod"/>
            </a:pPr>
            <a:endParaRPr sz="2450" dirty="0">
              <a:latin typeface="Times New Roman"/>
              <a:cs typeface="Times New Roman"/>
            </a:endParaRPr>
          </a:p>
          <a:p>
            <a:pPr marL="415925" indent="-403225">
              <a:lnSpc>
                <a:spcPct val="100000"/>
              </a:lnSpc>
              <a:buClr>
                <a:schemeClr val="accent1"/>
              </a:buClr>
              <a:buAutoNum type="arabicPeriod"/>
              <a:tabLst>
                <a:tab pos="415925" algn="l"/>
                <a:tab pos="416559" algn="l"/>
              </a:tabLst>
            </a:pPr>
            <a:r>
              <a:rPr sz="2400" spc="-5" dirty="0" err="1">
                <a:latin typeface="Tahoma"/>
                <a:cs typeface="Tahoma"/>
              </a:rPr>
              <a:t>Formalisierung</a:t>
            </a:r>
            <a:r>
              <a:rPr lang="de-DE" sz="2400" spc="-5" dirty="0">
                <a:latin typeface="Tahoma"/>
                <a:cs typeface="Tahoma"/>
              </a:rPr>
              <a:t> – Systematisierung (Pflichtenheft)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1484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462285"/>
            <a:ext cx="6400800" cy="350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err="1"/>
              <a:t>Objektbeschreibung</a:t>
            </a:r>
            <a:r>
              <a:rPr lang="de-DE" spc="-5" dirty="0"/>
              <a:t>: </a:t>
            </a:r>
            <a:r>
              <a:rPr lang="de-DE" i="1" spc="-5" dirty="0"/>
              <a:t>Uni-Angestellte</a:t>
            </a:r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1"/>
          </p:nvPr>
        </p:nvSpPr>
        <p:spPr>
          <a:xfrm>
            <a:off x="1231900" y="1035050"/>
            <a:ext cx="4277360" cy="4379404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55600" indent="-342900">
              <a:spcBef>
                <a:spcPts val="980"/>
              </a:spcBef>
              <a:buClr>
                <a:schemeClr val="accent1"/>
              </a:buClr>
              <a:buSzPct val="250000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000" dirty="0"/>
              <a:t>Uni-Angestellte</a:t>
            </a:r>
          </a:p>
          <a:p>
            <a:pPr marL="812800" lvl="1" indent="-342900">
              <a:spcBef>
                <a:spcPts val="88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Anzahl: 1000</a:t>
            </a:r>
            <a:endParaRPr sz="2000" dirty="0">
              <a:latin typeface="Tahoma"/>
              <a:cs typeface="Tahoma"/>
            </a:endParaRPr>
          </a:p>
          <a:p>
            <a:pPr marL="812800" lvl="1" indent="-342900">
              <a:spcBef>
                <a:spcPts val="100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dirty="0">
                <a:latin typeface="Tahoma"/>
                <a:cs typeface="Tahoma"/>
              </a:rPr>
              <a:t>Attribute</a:t>
            </a:r>
            <a:endParaRPr lang="de-DE" sz="2000" dirty="0">
              <a:latin typeface="Tahoma"/>
              <a:cs typeface="Tahoma"/>
            </a:endParaRPr>
          </a:p>
          <a:p>
            <a:pPr marL="1065380" lvl="2" indent="-342900">
              <a:spcBef>
                <a:spcPts val="100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114" dirty="0" err="1"/>
              <a:t>PersonalNummer</a:t>
            </a:r>
            <a:endParaRPr sz="2000" spc="-114" dirty="0"/>
          </a:p>
          <a:p>
            <a:pPr marL="1385978" lvl="1" indent="-342900">
              <a:spcBef>
                <a:spcPts val="90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612900" algn="l"/>
              </a:tabLst>
            </a:pPr>
            <a:r>
              <a:rPr sz="1825" spc="-5" dirty="0">
                <a:latin typeface="Tahoma"/>
                <a:cs typeface="Tahoma"/>
              </a:rPr>
              <a:t>Typ:</a:t>
            </a:r>
            <a:r>
              <a:rPr sz="1825" spc="-10" dirty="0">
                <a:latin typeface="Tahoma"/>
                <a:cs typeface="Tahoma"/>
              </a:rPr>
              <a:t> </a:t>
            </a:r>
            <a:r>
              <a:rPr sz="1825" spc="-5" dirty="0">
                <a:latin typeface="Tahoma"/>
                <a:cs typeface="Tahoma"/>
              </a:rPr>
              <a:t>char</a:t>
            </a:r>
            <a:endParaRPr sz="1825" dirty="0">
              <a:latin typeface="Tahoma"/>
              <a:cs typeface="Tahoma"/>
            </a:endParaRPr>
          </a:p>
          <a:p>
            <a:pPr marL="1385978" lvl="1" indent="-342900">
              <a:spcBef>
                <a:spcPts val="100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612900" algn="l"/>
              </a:tabLst>
            </a:pPr>
            <a:r>
              <a:rPr sz="1825" spc="-5" dirty="0">
                <a:latin typeface="Tahoma"/>
                <a:cs typeface="Tahoma"/>
              </a:rPr>
              <a:t>Länge: </a:t>
            </a:r>
            <a:r>
              <a:rPr sz="1825" dirty="0">
                <a:latin typeface="Tahoma"/>
                <a:cs typeface="Tahoma"/>
              </a:rPr>
              <a:t>9</a:t>
            </a:r>
          </a:p>
          <a:p>
            <a:pPr marL="1385978" marR="438150" lvl="1" indent="-342900">
              <a:lnSpc>
                <a:spcPct val="121700"/>
              </a:lnSpc>
              <a:spcBef>
                <a:spcPts val="38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612900" algn="l"/>
              </a:tabLst>
            </a:pPr>
            <a:r>
              <a:rPr sz="1825" dirty="0">
                <a:latin typeface="Tahoma"/>
                <a:cs typeface="Tahoma"/>
              </a:rPr>
              <a:t>Wertebereich:  </a:t>
            </a:r>
            <a:r>
              <a:rPr sz="1825" spc="-5" dirty="0">
                <a:latin typeface="Tahoma"/>
                <a:cs typeface="Tahoma"/>
              </a:rPr>
              <a:t>0...999.999.999</a:t>
            </a:r>
            <a:endParaRPr sz="1825" dirty="0">
              <a:latin typeface="Tahoma"/>
              <a:cs typeface="Tahoma"/>
            </a:endParaRPr>
          </a:p>
          <a:p>
            <a:pPr marL="1385978" marR="78740" lvl="1" indent="-342900">
              <a:lnSpc>
                <a:spcPct val="117500"/>
              </a:lnSpc>
              <a:spcBef>
                <a:spcPts val="56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612900" algn="l"/>
              </a:tabLst>
            </a:pPr>
            <a:r>
              <a:rPr sz="1825" spc="-5" dirty="0">
                <a:latin typeface="Tahoma"/>
                <a:cs typeface="Tahoma"/>
              </a:rPr>
              <a:t>Anzahl  Wiederholungen:</a:t>
            </a:r>
            <a:r>
              <a:rPr sz="1825" spc="-45" dirty="0">
                <a:latin typeface="Tahoma"/>
                <a:cs typeface="Tahoma"/>
              </a:rPr>
              <a:t> </a:t>
            </a:r>
            <a:r>
              <a:rPr sz="1825" dirty="0">
                <a:latin typeface="Tahoma"/>
                <a:cs typeface="Tahoma"/>
              </a:rPr>
              <a:t>0</a:t>
            </a:r>
          </a:p>
          <a:p>
            <a:pPr marL="1385978" lvl="1" indent="-342900">
              <a:spcBef>
                <a:spcPts val="98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612900" algn="l"/>
              </a:tabLst>
            </a:pPr>
            <a:r>
              <a:rPr sz="1825" spc="-5" dirty="0">
                <a:latin typeface="Tahoma"/>
                <a:cs typeface="Tahoma"/>
              </a:rPr>
              <a:t>Definiertheit:</a:t>
            </a:r>
            <a:r>
              <a:rPr sz="1825" spc="-55" dirty="0">
                <a:latin typeface="Tahoma"/>
                <a:cs typeface="Tahoma"/>
              </a:rPr>
              <a:t> </a:t>
            </a:r>
            <a:r>
              <a:rPr sz="1825" spc="-5" dirty="0">
                <a:latin typeface="Tahoma"/>
                <a:cs typeface="Tahoma"/>
              </a:rPr>
              <a:t>100%</a:t>
            </a:r>
            <a:endParaRPr sz="1825" dirty="0">
              <a:latin typeface="Tahoma"/>
              <a:cs typeface="Tahoma"/>
            </a:endParaRPr>
          </a:p>
          <a:p>
            <a:pPr marL="1385978" lvl="1" indent="-342900">
              <a:spcBef>
                <a:spcPts val="100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612900" algn="l"/>
              </a:tabLst>
            </a:pPr>
            <a:r>
              <a:rPr sz="1825" spc="-5" dirty="0">
                <a:latin typeface="Tahoma"/>
                <a:cs typeface="Tahoma"/>
              </a:rPr>
              <a:t>Identifizierend:</a:t>
            </a:r>
            <a:r>
              <a:rPr sz="1825" spc="-10" dirty="0">
                <a:latin typeface="Tahoma"/>
                <a:cs typeface="Tahoma"/>
              </a:rPr>
              <a:t> </a:t>
            </a:r>
            <a:r>
              <a:rPr sz="1825" spc="-5" dirty="0">
                <a:latin typeface="Tahoma"/>
                <a:cs typeface="Tahoma"/>
              </a:rPr>
              <a:t>ja</a:t>
            </a:r>
            <a:endParaRPr sz="1825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5659120" y="1127333"/>
            <a:ext cx="4869180" cy="514138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lvl="1">
              <a:spcBef>
                <a:spcPts val="98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1825" spc="-225" dirty="0" err="1"/>
              <a:t>Gehalt</a:t>
            </a:r>
            <a:endParaRPr sz="1825" spc="-225" dirty="0"/>
          </a:p>
          <a:p>
            <a:pPr marL="812800" indent="-342900">
              <a:spcBef>
                <a:spcPts val="88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 err="1">
                <a:solidFill>
                  <a:srgbClr val="000000"/>
                </a:solidFill>
              </a:rPr>
              <a:t>Typ</a:t>
            </a:r>
            <a:r>
              <a:rPr sz="2000" spc="-5" dirty="0">
                <a:solidFill>
                  <a:srgbClr val="000000"/>
                </a:solidFill>
              </a:rPr>
              <a:t>: dezimal</a:t>
            </a:r>
          </a:p>
          <a:p>
            <a:pPr marL="812800" indent="-342900"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Länge: </a:t>
            </a:r>
            <a:r>
              <a:rPr sz="2000" spc="-10" dirty="0">
                <a:solidFill>
                  <a:srgbClr val="000000"/>
                </a:solidFill>
              </a:rPr>
              <a:t>(8,2)</a:t>
            </a:r>
          </a:p>
          <a:p>
            <a:pPr marL="812800" indent="-342900"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Anzahl Wiederholung: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0</a:t>
            </a:r>
          </a:p>
          <a:p>
            <a:pPr marL="812800" indent="-342900">
              <a:spcBef>
                <a:spcPts val="9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Definiertheit: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10%</a:t>
            </a:r>
          </a:p>
          <a:p>
            <a:pPr marL="812800" indent="-342900"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Identifizierend: nein</a:t>
            </a:r>
          </a:p>
          <a:p>
            <a:pPr lvl="1">
              <a:spcBef>
                <a:spcPts val="90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1825" spc="-295" dirty="0"/>
              <a:t>Rang</a:t>
            </a:r>
          </a:p>
          <a:p>
            <a:pPr marL="812800" indent="-34290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Typ: String</a:t>
            </a:r>
          </a:p>
          <a:p>
            <a:pPr marL="812800" indent="-34290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Länge: </a:t>
            </a:r>
            <a:r>
              <a:rPr sz="2000" dirty="0">
                <a:solidFill>
                  <a:srgbClr val="000000"/>
                </a:solidFill>
              </a:rPr>
              <a:t>4</a:t>
            </a:r>
          </a:p>
          <a:p>
            <a:pPr marL="812800" indent="-342900">
              <a:lnSpc>
                <a:spcPct val="100000"/>
              </a:lnSpc>
              <a:spcBef>
                <a:spcPts val="9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Anzahl Wiederholung: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0</a:t>
            </a:r>
          </a:p>
          <a:p>
            <a:pPr marL="812800" indent="-34290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Definiertheit: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100%</a:t>
            </a:r>
          </a:p>
          <a:p>
            <a:pPr marL="812800" indent="-342900">
              <a:lnSpc>
                <a:spcPct val="100000"/>
              </a:lnSpc>
              <a:spcBef>
                <a:spcPts val="9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698500" algn="l"/>
              </a:tabLst>
            </a:pPr>
            <a:r>
              <a:rPr sz="2000" spc="-5" dirty="0">
                <a:solidFill>
                  <a:srgbClr val="000000"/>
                </a:solidFill>
              </a:rPr>
              <a:t>Identifizierend: nein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8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5700" y="842464"/>
            <a:ext cx="6705600" cy="3515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 err="1"/>
              <a:t>Beziehungsbeschreibung</a:t>
            </a:r>
            <a:r>
              <a:rPr spc="-5" dirty="0"/>
              <a:t>:</a:t>
            </a:r>
            <a:r>
              <a:rPr lang="de-DE" spc="-5" dirty="0"/>
              <a:t> </a:t>
            </a:r>
            <a:r>
              <a:rPr lang="de-DE" i="1" spc="-5" dirty="0"/>
              <a:t>prüfen</a:t>
            </a:r>
            <a:endParaRPr sz="2000" dirty="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6370" y="1437675"/>
            <a:ext cx="4443730" cy="485517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000" spc="-5" dirty="0" err="1">
                <a:latin typeface="Tahoma"/>
                <a:cs typeface="Tahoma"/>
              </a:rPr>
              <a:t>Beteiligte</a:t>
            </a:r>
            <a:r>
              <a:rPr sz="2000" spc="-30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Objekte: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spcBef>
                <a:spcPts val="146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dirty="0">
                <a:latin typeface="Tahoma"/>
                <a:cs typeface="Tahoma"/>
              </a:rPr>
              <a:t>Professor als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Prüfer</a:t>
            </a:r>
          </a:p>
          <a:p>
            <a:pPr marL="812800" indent="-342900">
              <a:spcBef>
                <a:spcPts val="17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Student als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Prüfling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spcBef>
                <a:spcPts val="17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Vorlesung </a:t>
            </a:r>
            <a:r>
              <a:rPr sz="2000" dirty="0">
                <a:latin typeface="Tahoma"/>
                <a:cs typeface="Tahoma"/>
              </a:rPr>
              <a:t>als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Prüfungsstoff</a:t>
            </a:r>
          </a:p>
          <a:p>
            <a:pPr marL="342900" indent="-342900">
              <a:lnSpc>
                <a:spcPct val="100000"/>
              </a:lnSpc>
              <a:spcBef>
                <a:spcPts val="1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000" dirty="0">
                <a:latin typeface="Tahoma"/>
                <a:cs typeface="Tahoma"/>
              </a:rPr>
              <a:t>Attribute </a:t>
            </a:r>
            <a:r>
              <a:rPr sz="2000" spc="-5" dirty="0">
                <a:latin typeface="Tahoma"/>
                <a:cs typeface="Tahoma"/>
              </a:rPr>
              <a:t>der</a:t>
            </a:r>
            <a:r>
              <a:rPr sz="2000" spc="-3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Beziehung: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36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Datum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7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dirty="0">
                <a:latin typeface="Tahoma"/>
                <a:cs typeface="Tahoma"/>
              </a:rPr>
              <a:t>Uhrzeit</a:t>
            </a:r>
          </a:p>
          <a:p>
            <a:pPr marL="812800" indent="-342900">
              <a:lnSpc>
                <a:spcPct val="100000"/>
              </a:lnSpc>
              <a:spcBef>
                <a:spcPts val="18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dirty="0">
                <a:latin typeface="Tahoma"/>
                <a:cs typeface="Tahoma"/>
              </a:rPr>
              <a:t>Note</a:t>
            </a:r>
          </a:p>
          <a:p>
            <a:pPr marL="342900" indent="-342900">
              <a:lnSpc>
                <a:spcPct val="100000"/>
              </a:lnSpc>
              <a:spcBef>
                <a:spcPts val="5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000" spc="-5" dirty="0" err="1">
                <a:latin typeface="Tahoma"/>
                <a:cs typeface="Tahoma"/>
              </a:rPr>
              <a:t>Anzahl</a:t>
            </a:r>
            <a:r>
              <a:rPr sz="2000" spc="-5" dirty="0">
                <a:latin typeface="Tahoma"/>
                <a:cs typeface="Tahoma"/>
              </a:rPr>
              <a:t>: </a:t>
            </a:r>
            <a:r>
              <a:rPr sz="2000" dirty="0">
                <a:latin typeface="Tahoma"/>
                <a:cs typeface="Tahoma"/>
              </a:rPr>
              <a:t>100 000 </a:t>
            </a:r>
            <a:r>
              <a:rPr sz="2000" spc="-5" dirty="0">
                <a:latin typeface="Tahoma"/>
                <a:cs typeface="Tahoma"/>
              </a:rPr>
              <a:t>pro</a:t>
            </a:r>
            <a:r>
              <a:rPr sz="2000" spc="-3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Jahr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5701" y="611450"/>
            <a:ext cx="6476999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Prozeßbeschreibungen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06444" y="6952196"/>
            <a:ext cx="1498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sz="1400" dirty="0">
                <a:solidFill>
                  <a:srgbClr val="CC66FF"/>
                </a:solidFill>
                <a:latin typeface="Arial"/>
                <a:cs typeface="Arial"/>
              </a:rPr>
              <a:t>10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8100" y="1384376"/>
            <a:ext cx="6248400" cy="5441874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000" b="1" dirty="0" err="1">
                <a:latin typeface="Tahoma"/>
                <a:cs typeface="Tahoma"/>
              </a:rPr>
              <a:t>Prozeßbeschreibung</a:t>
            </a:r>
            <a:r>
              <a:rPr sz="2000" b="1" dirty="0">
                <a:latin typeface="Tahoma"/>
                <a:cs typeface="Tahoma"/>
              </a:rPr>
              <a:t>:</a:t>
            </a:r>
            <a:r>
              <a:rPr sz="2000" b="1" spc="-340" dirty="0">
                <a:latin typeface="Tahoma"/>
                <a:cs typeface="Tahoma"/>
              </a:rPr>
              <a:t> </a:t>
            </a:r>
            <a:r>
              <a:rPr sz="2000" i="1" spc="-30" dirty="0">
                <a:latin typeface="Tahoma"/>
                <a:cs typeface="Tahoma"/>
              </a:rPr>
              <a:t>Zeugnisausstellung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09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Häufigkeit: halbjährlich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benötigte Daten</a:t>
            </a:r>
            <a:endParaRPr sz="2000" dirty="0">
              <a:latin typeface="Tahoma"/>
              <a:cs typeface="Tahoma"/>
            </a:endParaRPr>
          </a:p>
          <a:p>
            <a:pPr marL="1270001" lvl="1" indent="-342900">
              <a:lnSpc>
                <a:spcPct val="100000"/>
              </a:lnSpc>
              <a:spcBef>
                <a:spcPts val="12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161415" algn="l"/>
              </a:tabLst>
            </a:pPr>
            <a:r>
              <a:rPr sz="2000" spc="-5" dirty="0">
                <a:latin typeface="Tahoma"/>
                <a:cs typeface="Tahoma"/>
              </a:rPr>
              <a:t>Prüfungen</a:t>
            </a:r>
            <a:endParaRPr sz="2000" dirty="0">
              <a:latin typeface="Tahoma"/>
              <a:cs typeface="Tahoma"/>
            </a:endParaRPr>
          </a:p>
          <a:p>
            <a:pPr marL="1270001" lvl="1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161415" algn="l"/>
              </a:tabLst>
            </a:pPr>
            <a:r>
              <a:rPr sz="2000" spc="-5" dirty="0">
                <a:latin typeface="Tahoma"/>
                <a:cs typeface="Tahoma"/>
              </a:rPr>
              <a:t>Studienordnungen</a:t>
            </a:r>
            <a:endParaRPr sz="2000" dirty="0">
              <a:latin typeface="Tahoma"/>
              <a:cs typeface="Tahoma"/>
            </a:endParaRPr>
          </a:p>
          <a:p>
            <a:pPr marL="1270001" lvl="1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161415" algn="l"/>
              </a:tabLst>
            </a:pPr>
            <a:r>
              <a:rPr sz="2000" spc="-5" dirty="0">
                <a:latin typeface="Tahoma"/>
                <a:cs typeface="Tahoma"/>
              </a:rPr>
              <a:t>Studenteninformation</a:t>
            </a:r>
            <a:endParaRPr sz="2000" dirty="0">
              <a:latin typeface="Tahoma"/>
              <a:cs typeface="Tahoma"/>
            </a:endParaRPr>
          </a:p>
          <a:p>
            <a:pPr marL="1270000" indent="-342900">
              <a:lnSpc>
                <a:spcPct val="100000"/>
              </a:lnSpc>
              <a:spcBef>
                <a:spcPts val="12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256030" algn="l"/>
              </a:tabLst>
            </a:pPr>
            <a:r>
              <a:rPr sz="2000" dirty="0">
                <a:solidFill>
                  <a:srgbClr val="FFCC00"/>
                </a:solidFill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Tahoma"/>
                <a:cs typeface="Tahoma"/>
              </a:rPr>
              <a:t>...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dirty="0">
                <a:latin typeface="Tahoma"/>
                <a:cs typeface="Tahoma"/>
              </a:rPr>
              <a:t>Priorität:</a:t>
            </a:r>
            <a:r>
              <a:rPr sz="2000" spc="-5" dirty="0">
                <a:latin typeface="Tahoma"/>
                <a:cs typeface="Tahoma"/>
              </a:rPr>
              <a:t> hoch</a:t>
            </a:r>
            <a:endParaRPr sz="20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Zu verarbeitende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Datenmenge</a:t>
            </a:r>
            <a:endParaRPr sz="2000" dirty="0">
              <a:latin typeface="Tahoma"/>
              <a:cs typeface="Tahoma"/>
            </a:endParaRPr>
          </a:p>
          <a:p>
            <a:pPr marL="1270000" lvl="1" indent="-342900">
              <a:lnSpc>
                <a:spcPct val="100000"/>
              </a:lnSpc>
              <a:spcBef>
                <a:spcPts val="12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256030" algn="l"/>
                <a:tab pos="1256665" algn="l"/>
              </a:tabLst>
            </a:pPr>
            <a:r>
              <a:rPr sz="2000" dirty="0">
                <a:latin typeface="Tahoma"/>
                <a:cs typeface="Tahoma"/>
              </a:rPr>
              <a:t>5</a:t>
            </a:r>
            <a:r>
              <a:rPr sz="2000" spc="-5" dirty="0">
                <a:latin typeface="Tahoma"/>
                <a:cs typeface="Tahoma"/>
              </a:rPr>
              <a:t>00 Studenten</a:t>
            </a:r>
            <a:endParaRPr sz="2000" dirty="0">
              <a:latin typeface="Tahoma"/>
              <a:cs typeface="Tahoma"/>
            </a:endParaRPr>
          </a:p>
          <a:p>
            <a:pPr marL="1270001" lvl="1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161415" algn="l"/>
              </a:tabLst>
            </a:pPr>
            <a:r>
              <a:rPr lang="de-DE" sz="2000" dirty="0">
                <a:latin typeface="Tahoma"/>
                <a:cs typeface="Tahoma"/>
              </a:rPr>
              <a:t>3</a:t>
            </a:r>
            <a:r>
              <a:rPr sz="2000" dirty="0">
                <a:latin typeface="Tahoma"/>
                <a:cs typeface="Tahoma"/>
              </a:rPr>
              <a:t>000</a:t>
            </a:r>
            <a:r>
              <a:rPr sz="2000" spc="-5" dirty="0">
                <a:latin typeface="Tahoma"/>
                <a:cs typeface="Tahoma"/>
              </a:rPr>
              <a:t> Prüfungen</a:t>
            </a:r>
            <a:endParaRPr sz="2000" dirty="0">
              <a:latin typeface="Tahoma"/>
              <a:cs typeface="Tahoma"/>
            </a:endParaRPr>
          </a:p>
          <a:p>
            <a:pPr marL="1270001" lvl="1" indent="-342900">
              <a:lnSpc>
                <a:spcPct val="100000"/>
              </a:lnSpc>
              <a:spcBef>
                <a:spcPts val="11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1161415" algn="l"/>
              </a:tabLst>
            </a:pPr>
            <a:r>
              <a:rPr sz="2000" dirty="0">
                <a:latin typeface="Tahoma"/>
                <a:cs typeface="Tahoma"/>
              </a:rPr>
              <a:t>10</a:t>
            </a:r>
            <a:r>
              <a:rPr sz="2000" spc="-5" dirty="0">
                <a:latin typeface="Tahoma"/>
                <a:cs typeface="Tahoma"/>
              </a:rPr>
              <a:t> Studienordnungen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3328" y="5881573"/>
            <a:ext cx="1984375" cy="1219200"/>
          </a:xfrm>
          <a:custGeom>
            <a:avLst/>
            <a:gdLst/>
            <a:ahLst/>
            <a:cxnLst/>
            <a:rect l="l" t="t" r="r" b="b"/>
            <a:pathLst>
              <a:path w="1984375" h="1219200">
                <a:moveTo>
                  <a:pt x="0" y="609599"/>
                </a:moveTo>
                <a:lnTo>
                  <a:pt x="6675" y="538507"/>
                </a:lnTo>
                <a:lnTo>
                  <a:pt x="26204" y="469823"/>
                </a:lnTo>
                <a:lnTo>
                  <a:pt x="57843" y="404006"/>
                </a:lnTo>
                <a:lnTo>
                  <a:pt x="100847" y="341512"/>
                </a:lnTo>
                <a:lnTo>
                  <a:pt x="126378" y="311655"/>
                </a:lnTo>
                <a:lnTo>
                  <a:pt x="154471" y="282800"/>
                </a:lnTo>
                <a:lnTo>
                  <a:pt x="185034" y="255004"/>
                </a:lnTo>
                <a:lnTo>
                  <a:pt x="217972" y="228325"/>
                </a:lnTo>
                <a:lnTo>
                  <a:pt x="253193" y="202821"/>
                </a:lnTo>
                <a:lnTo>
                  <a:pt x="290605" y="178547"/>
                </a:lnTo>
                <a:lnTo>
                  <a:pt x="330113" y="155562"/>
                </a:lnTo>
                <a:lnTo>
                  <a:pt x="371624" y="133922"/>
                </a:lnTo>
                <a:lnTo>
                  <a:pt x="415047" y="113684"/>
                </a:lnTo>
                <a:lnTo>
                  <a:pt x="460287" y="94907"/>
                </a:lnTo>
                <a:lnTo>
                  <a:pt x="507252" y="77646"/>
                </a:lnTo>
                <a:lnTo>
                  <a:pt x="555848" y="61960"/>
                </a:lnTo>
                <a:lnTo>
                  <a:pt x="605983" y="47905"/>
                </a:lnTo>
                <a:lnTo>
                  <a:pt x="657563" y="35538"/>
                </a:lnTo>
                <a:lnTo>
                  <a:pt x="710495" y="24917"/>
                </a:lnTo>
                <a:lnTo>
                  <a:pt x="764687" y="16099"/>
                </a:lnTo>
                <a:lnTo>
                  <a:pt x="820045" y="9141"/>
                </a:lnTo>
                <a:lnTo>
                  <a:pt x="876476" y="4101"/>
                </a:lnTo>
                <a:lnTo>
                  <a:pt x="933888" y="1034"/>
                </a:lnTo>
                <a:lnTo>
                  <a:pt x="992186" y="0"/>
                </a:lnTo>
                <a:lnTo>
                  <a:pt x="1050485" y="1034"/>
                </a:lnTo>
                <a:lnTo>
                  <a:pt x="1107897" y="4101"/>
                </a:lnTo>
                <a:lnTo>
                  <a:pt x="1164328" y="9141"/>
                </a:lnTo>
                <a:lnTo>
                  <a:pt x="1219687" y="16099"/>
                </a:lnTo>
                <a:lnTo>
                  <a:pt x="1273879" y="24917"/>
                </a:lnTo>
                <a:lnTo>
                  <a:pt x="1326812" y="35538"/>
                </a:lnTo>
                <a:lnTo>
                  <a:pt x="1378392" y="47905"/>
                </a:lnTo>
                <a:lnTo>
                  <a:pt x="1428527" y="61960"/>
                </a:lnTo>
                <a:lnTo>
                  <a:pt x="1477124" y="77646"/>
                </a:lnTo>
                <a:lnTo>
                  <a:pt x="1524089" y="94907"/>
                </a:lnTo>
                <a:lnTo>
                  <a:pt x="1569329" y="113684"/>
                </a:lnTo>
                <a:lnTo>
                  <a:pt x="1612752" y="133922"/>
                </a:lnTo>
                <a:lnTo>
                  <a:pt x="1654264" y="155562"/>
                </a:lnTo>
                <a:lnTo>
                  <a:pt x="1693772" y="178547"/>
                </a:lnTo>
                <a:lnTo>
                  <a:pt x="1731183" y="202821"/>
                </a:lnTo>
                <a:lnTo>
                  <a:pt x="1766405" y="228325"/>
                </a:lnTo>
                <a:lnTo>
                  <a:pt x="1799343" y="255004"/>
                </a:lnTo>
                <a:lnTo>
                  <a:pt x="1829906" y="282800"/>
                </a:lnTo>
                <a:lnTo>
                  <a:pt x="1857999" y="311655"/>
                </a:lnTo>
                <a:lnTo>
                  <a:pt x="1883531" y="341512"/>
                </a:lnTo>
                <a:lnTo>
                  <a:pt x="1906407" y="372315"/>
                </a:lnTo>
                <a:lnTo>
                  <a:pt x="1943821" y="436528"/>
                </a:lnTo>
                <a:lnTo>
                  <a:pt x="1969499" y="503835"/>
                </a:lnTo>
                <a:lnTo>
                  <a:pt x="1982694" y="573780"/>
                </a:lnTo>
                <a:lnTo>
                  <a:pt x="1984378" y="609599"/>
                </a:lnTo>
                <a:lnTo>
                  <a:pt x="1982694" y="645418"/>
                </a:lnTo>
                <a:lnTo>
                  <a:pt x="1969499" y="715363"/>
                </a:lnTo>
                <a:lnTo>
                  <a:pt x="1943821" y="782670"/>
                </a:lnTo>
                <a:lnTo>
                  <a:pt x="1906407" y="846883"/>
                </a:lnTo>
                <a:lnTo>
                  <a:pt x="1883531" y="877686"/>
                </a:lnTo>
                <a:lnTo>
                  <a:pt x="1857999" y="907543"/>
                </a:lnTo>
                <a:lnTo>
                  <a:pt x="1829906" y="936398"/>
                </a:lnTo>
                <a:lnTo>
                  <a:pt x="1799343" y="964194"/>
                </a:lnTo>
                <a:lnTo>
                  <a:pt x="1766405" y="990873"/>
                </a:lnTo>
                <a:lnTo>
                  <a:pt x="1731183" y="1016377"/>
                </a:lnTo>
                <a:lnTo>
                  <a:pt x="1693772" y="1040651"/>
                </a:lnTo>
                <a:lnTo>
                  <a:pt x="1654264" y="1063636"/>
                </a:lnTo>
                <a:lnTo>
                  <a:pt x="1612752" y="1085276"/>
                </a:lnTo>
                <a:lnTo>
                  <a:pt x="1569329" y="1105514"/>
                </a:lnTo>
                <a:lnTo>
                  <a:pt x="1524089" y="1124291"/>
                </a:lnTo>
                <a:lnTo>
                  <a:pt x="1477124" y="1141552"/>
                </a:lnTo>
                <a:lnTo>
                  <a:pt x="1428527" y="1157238"/>
                </a:lnTo>
                <a:lnTo>
                  <a:pt x="1378392" y="1171293"/>
                </a:lnTo>
                <a:lnTo>
                  <a:pt x="1326812" y="1183660"/>
                </a:lnTo>
                <a:lnTo>
                  <a:pt x="1273879" y="1194281"/>
                </a:lnTo>
                <a:lnTo>
                  <a:pt x="1219687" y="1203099"/>
                </a:lnTo>
                <a:lnTo>
                  <a:pt x="1164328" y="1210057"/>
                </a:lnTo>
                <a:lnTo>
                  <a:pt x="1107897" y="1215097"/>
                </a:lnTo>
                <a:lnTo>
                  <a:pt x="1050485" y="1218164"/>
                </a:lnTo>
                <a:lnTo>
                  <a:pt x="992186" y="1219199"/>
                </a:lnTo>
                <a:lnTo>
                  <a:pt x="933888" y="1218164"/>
                </a:lnTo>
                <a:lnTo>
                  <a:pt x="876476" y="1215097"/>
                </a:lnTo>
                <a:lnTo>
                  <a:pt x="820045" y="1210057"/>
                </a:lnTo>
                <a:lnTo>
                  <a:pt x="764687" y="1203099"/>
                </a:lnTo>
                <a:lnTo>
                  <a:pt x="710495" y="1194281"/>
                </a:lnTo>
                <a:lnTo>
                  <a:pt x="657563" y="1183660"/>
                </a:lnTo>
                <a:lnTo>
                  <a:pt x="605983" y="1171293"/>
                </a:lnTo>
                <a:lnTo>
                  <a:pt x="555848" y="1157238"/>
                </a:lnTo>
                <a:lnTo>
                  <a:pt x="507252" y="1141552"/>
                </a:lnTo>
                <a:lnTo>
                  <a:pt x="460287" y="1124291"/>
                </a:lnTo>
                <a:lnTo>
                  <a:pt x="415047" y="1105514"/>
                </a:lnTo>
                <a:lnTo>
                  <a:pt x="371624" y="1085276"/>
                </a:lnTo>
                <a:lnTo>
                  <a:pt x="330113" y="1063636"/>
                </a:lnTo>
                <a:lnTo>
                  <a:pt x="290605" y="1040651"/>
                </a:lnTo>
                <a:lnTo>
                  <a:pt x="253193" y="1016377"/>
                </a:lnTo>
                <a:lnTo>
                  <a:pt x="217972" y="990873"/>
                </a:lnTo>
                <a:lnTo>
                  <a:pt x="185034" y="964194"/>
                </a:lnTo>
                <a:lnTo>
                  <a:pt x="154471" y="936398"/>
                </a:lnTo>
                <a:lnTo>
                  <a:pt x="126378" y="907543"/>
                </a:lnTo>
                <a:lnTo>
                  <a:pt x="100847" y="877686"/>
                </a:lnTo>
                <a:lnTo>
                  <a:pt x="77971" y="846883"/>
                </a:lnTo>
                <a:lnTo>
                  <a:pt x="40556" y="782670"/>
                </a:lnTo>
                <a:lnTo>
                  <a:pt x="14879" y="715363"/>
                </a:lnTo>
                <a:lnTo>
                  <a:pt x="1684" y="645418"/>
                </a:lnTo>
                <a:lnTo>
                  <a:pt x="0" y="609599"/>
                </a:lnTo>
                <a:close/>
              </a:path>
            </a:pathLst>
          </a:custGeom>
          <a:ln w="3809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92470" y="6112713"/>
            <a:ext cx="1887220" cy="106172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63500" algn="r">
              <a:lnSpc>
                <a:spcPts val="2800"/>
              </a:lnSpc>
              <a:spcBef>
                <a:spcPts val="259"/>
              </a:spcBef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rdw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e/</a:t>
            </a:r>
            <a:r>
              <a:rPr sz="2400" dirty="0">
                <a:latin typeface="Times New Roman"/>
                <a:cs typeface="Times New Roman"/>
              </a:rPr>
              <a:t>BS-  Ch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te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ka</a:t>
            </a:r>
            <a:endParaRPr sz="2400">
              <a:latin typeface="Times New Roman"/>
              <a:cs typeface="Times New Roman"/>
            </a:endParaRPr>
          </a:p>
          <a:p>
            <a:pPr marR="20320" algn="r">
              <a:lnSpc>
                <a:spcPct val="100000"/>
              </a:lnSpc>
              <a:spcBef>
                <a:spcPts val="715"/>
              </a:spcBef>
            </a:pPr>
            <a:r>
              <a:rPr sz="1400" dirty="0">
                <a:solidFill>
                  <a:srgbClr val="CC66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41991" y="852373"/>
            <a:ext cx="3110230" cy="1071880"/>
          </a:xfrm>
          <a:custGeom>
            <a:avLst/>
            <a:gdLst/>
            <a:ahLst/>
            <a:cxnLst/>
            <a:rect l="l" t="t" r="r" b="b"/>
            <a:pathLst>
              <a:path w="3110229" h="1071880">
                <a:moveTo>
                  <a:pt x="0" y="535780"/>
                </a:moveTo>
                <a:lnTo>
                  <a:pt x="6018" y="488316"/>
                </a:lnTo>
                <a:lnTo>
                  <a:pt x="23735" y="442008"/>
                </a:lnTo>
                <a:lnTo>
                  <a:pt x="52645" y="397031"/>
                </a:lnTo>
                <a:lnTo>
                  <a:pt x="92244" y="353559"/>
                </a:lnTo>
                <a:lnTo>
                  <a:pt x="142025" y="311765"/>
                </a:lnTo>
                <a:lnTo>
                  <a:pt x="201482" y="271825"/>
                </a:lnTo>
                <a:lnTo>
                  <a:pt x="234681" y="252605"/>
                </a:lnTo>
                <a:lnTo>
                  <a:pt x="270110" y="233913"/>
                </a:lnTo>
                <a:lnTo>
                  <a:pt x="307705" y="215772"/>
                </a:lnTo>
                <a:lnTo>
                  <a:pt x="347404" y="198202"/>
                </a:lnTo>
                <a:lnTo>
                  <a:pt x="389142" y="181227"/>
                </a:lnTo>
                <a:lnTo>
                  <a:pt x="432857" y="164868"/>
                </a:lnTo>
                <a:lnTo>
                  <a:pt x="478485" y="149146"/>
                </a:lnTo>
                <a:lnTo>
                  <a:pt x="525964" y="134083"/>
                </a:lnTo>
                <a:lnTo>
                  <a:pt x="575230" y="119702"/>
                </a:lnTo>
                <a:lnTo>
                  <a:pt x="626220" y="106023"/>
                </a:lnTo>
                <a:lnTo>
                  <a:pt x="678871" y="93070"/>
                </a:lnTo>
                <a:lnTo>
                  <a:pt x="733119" y="80862"/>
                </a:lnTo>
                <a:lnTo>
                  <a:pt x="788901" y="69423"/>
                </a:lnTo>
                <a:lnTo>
                  <a:pt x="846155" y="58774"/>
                </a:lnTo>
                <a:lnTo>
                  <a:pt x="904816" y="48936"/>
                </a:lnTo>
                <a:lnTo>
                  <a:pt x="964822" y="39932"/>
                </a:lnTo>
                <a:lnTo>
                  <a:pt x="1026109" y="31783"/>
                </a:lnTo>
                <a:lnTo>
                  <a:pt x="1088615" y="24512"/>
                </a:lnTo>
                <a:lnTo>
                  <a:pt x="1152276" y="18139"/>
                </a:lnTo>
                <a:lnTo>
                  <a:pt x="1217029" y="12687"/>
                </a:lnTo>
                <a:lnTo>
                  <a:pt x="1282810" y="8178"/>
                </a:lnTo>
                <a:lnTo>
                  <a:pt x="1349557" y="4632"/>
                </a:lnTo>
                <a:lnTo>
                  <a:pt x="1417206" y="2073"/>
                </a:lnTo>
                <a:lnTo>
                  <a:pt x="1485694" y="522"/>
                </a:lnTo>
                <a:lnTo>
                  <a:pt x="1554959" y="0"/>
                </a:lnTo>
                <a:lnTo>
                  <a:pt x="1624222" y="522"/>
                </a:lnTo>
                <a:lnTo>
                  <a:pt x="1692710" y="2073"/>
                </a:lnTo>
                <a:lnTo>
                  <a:pt x="1760359" y="4632"/>
                </a:lnTo>
                <a:lnTo>
                  <a:pt x="1827106" y="8178"/>
                </a:lnTo>
                <a:lnTo>
                  <a:pt x="1892887" y="12687"/>
                </a:lnTo>
                <a:lnTo>
                  <a:pt x="1957640" y="18139"/>
                </a:lnTo>
                <a:lnTo>
                  <a:pt x="2021300" y="24512"/>
                </a:lnTo>
                <a:lnTo>
                  <a:pt x="2083806" y="31783"/>
                </a:lnTo>
                <a:lnTo>
                  <a:pt x="2145093" y="39932"/>
                </a:lnTo>
                <a:lnTo>
                  <a:pt x="2205098" y="48936"/>
                </a:lnTo>
                <a:lnTo>
                  <a:pt x="2263759" y="58774"/>
                </a:lnTo>
                <a:lnTo>
                  <a:pt x="2321013" y="69423"/>
                </a:lnTo>
                <a:lnTo>
                  <a:pt x="2376795" y="80862"/>
                </a:lnTo>
                <a:lnTo>
                  <a:pt x="2431042" y="93070"/>
                </a:lnTo>
                <a:lnTo>
                  <a:pt x="2483692" y="106023"/>
                </a:lnTo>
                <a:lnTo>
                  <a:pt x="2534682" y="119702"/>
                </a:lnTo>
                <a:lnTo>
                  <a:pt x="2583947" y="134083"/>
                </a:lnTo>
                <a:lnTo>
                  <a:pt x="2631426" y="149146"/>
                </a:lnTo>
                <a:lnTo>
                  <a:pt x="2677054" y="164868"/>
                </a:lnTo>
                <a:lnTo>
                  <a:pt x="2720769" y="181227"/>
                </a:lnTo>
                <a:lnTo>
                  <a:pt x="2762507" y="198202"/>
                </a:lnTo>
                <a:lnTo>
                  <a:pt x="2802205" y="215772"/>
                </a:lnTo>
                <a:lnTo>
                  <a:pt x="2839799" y="233913"/>
                </a:lnTo>
                <a:lnTo>
                  <a:pt x="2875228" y="252605"/>
                </a:lnTo>
                <a:lnTo>
                  <a:pt x="2908427" y="271825"/>
                </a:lnTo>
                <a:lnTo>
                  <a:pt x="2967884" y="311765"/>
                </a:lnTo>
                <a:lnTo>
                  <a:pt x="3017664" y="353559"/>
                </a:lnTo>
                <a:lnTo>
                  <a:pt x="3057262" y="397031"/>
                </a:lnTo>
                <a:lnTo>
                  <a:pt x="3086172" y="442008"/>
                </a:lnTo>
                <a:lnTo>
                  <a:pt x="3103889" y="488316"/>
                </a:lnTo>
                <a:lnTo>
                  <a:pt x="3109907" y="535780"/>
                </a:lnTo>
                <a:lnTo>
                  <a:pt x="3108392" y="559646"/>
                </a:lnTo>
                <a:lnTo>
                  <a:pt x="3096462" y="606554"/>
                </a:lnTo>
                <a:lnTo>
                  <a:pt x="3073085" y="652218"/>
                </a:lnTo>
                <a:lnTo>
                  <a:pt x="3038767" y="696464"/>
                </a:lnTo>
                <a:lnTo>
                  <a:pt x="2994015" y="739119"/>
                </a:lnTo>
                <a:lnTo>
                  <a:pt x="2939333" y="780007"/>
                </a:lnTo>
                <a:lnTo>
                  <a:pt x="2875228" y="818955"/>
                </a:lnTo>
                <a:lnTo>
                  <a:pt x="2839799" y="837646"/>
                </a:lnTo>
                <a:lnTo>
                  <a:pt x="2802205" y="855788"/>
                </a:lnTo>
                <a:lnTo>
                  <a:pt x="2762507" y="873357"/>
                </a:lnTo>
                <a:lnTo>
                  <a:pt x="2720769" y="890332"/>
                </a:lnTo>
                <a:lnTo>
                  <a:pt x="2677054" y="906691"/>
                </a:lnTo>
                <a:lnTo>
                  <a:pt x="2631426" y="922413"/>
                </a:lnTo>
                <a:lnTo>
                  <a:pt x="2583947" y="937476"/>
                </a:lnTo>
                <a:lnTo>
                  <a:pt x="2534682" y="951857"/>
                </a:lnTo>
                <a:lnTo>
                  <a:pt x="2483692" y="965535"/>
                </a:lnTo>
                <a:lnTo>
                  <a:pt x="2431042" y="978489"/>
                </a:lnTo>
                <a:lnTo>
                  <a:pt x="2376795" y="990697"/>
                </a:lnTo>
                <a:lnTo>
                  <a:pt x="2321013" y="1002136"/>
                </a:lnTo>
                <a:lnTo>
                  <a:pt x="2263759" y="1012785"/>
                </a:lnTo>
                <a:lnTo>
                  <a:pt x="2205098" y="1022623"/>
                </a:lnTo>
                <a:lnTo>
                  <a:pt x="2145093" y="1031626"/>
                </a:lnTo>
                <a:lnTo>
                  <a:pt x="2083806" y="1039775"/>
                </a:lnTo>
                <a:lnTo>
                  <a:pt x="2021300" y="1047046"/>
                </a:lnTo>
                <a:lnTo>
                  <a:pt x="1957640" y="1053419"/>
                </a:lnTo>
                <a:lnTo>
                  <a:pt x="1892887" y="1058871"/>
                </a:lnTo>
                <a:lnTo>
                  <a:pt x="1827106" y="1063380"/>
                </a:lnTo>
                <a:lnTo>
                  <a:pt x="1760359" y="1066926"/>
                </a:lnTo>
                <a:lnTo>
                  <a:pt x="1692710" y="1069485"/>
                </a:lnTo>
                <a:lnTo>
                  <a:pt x="1624222" y="1071037"/>
                </a:lnTo>
                <a:lnTo>
                  <a:pt x="1554959" y="1071559"/>
                </a:lnTo>
                <a:lnTo>
                  <a:pt x="1485694" y="1071037"/>
                </a:lnTo>
                <a:lnTo>
                  <a:pt x="1417206" y="1069485"/>
                </a:lnTo>
                <a:lnTo>
                  <a:pt x="1349557" y="1066926"/>
                </a:lnTo>
                <a:lnTo>
                  <a:pt x="1282810" y="1063380"/>
                </a:lnTo>
                <a:lnTo>
                  <a:pt x="1217029" y="1058871"/>
                </a:lnTo>
                <a:lnTo>
                  <a:pt x="1152276" y="1053419"/>
                </a:lnTo>
                <a:lnTo>
                  <a:pt x="1088615" y="1047046"/>
                </a:lnTo>
                <a:lnTo>
                  <a:pt x="1026109" y="1039775"/>
                </a:lnTo>
                <a:lnTo>
                  <a:pt x="964822" y="1031626"/>
                </a:lnTo>
                <a:lnTo>
                  <a:pt x="904816" y="1022623"/>
                </a:lnTo>
                <a:lnTo>
                  <a:pt x="846155" y="1012785"/>
                </a:lnTo>
                <a:lnTo>
                  <a:pt x="788901" y="1002136"/>
                </a:lnTo>
                <a:lnTo>
                  <a:pt x="733119" y="990697"/>
                </a:lnTo>
                <a:lnTo>
                  <a:pt x="678871" y="978489"/>
                </a:lnTo>
                <a:lnTo>
                  <a:pt x="626220" y="965535"/>
                </a:lnTo>
                <a:lnTo>
                  <a:pt x="575230" y="951857"/>
                </a:lnTo>
                <a:lnTo>
                  <a:pt x="525964" y="937476"/>
                </a:lnTo>
                <a:lnTo>
                  <a:pt x="478485" y="922413"/>
                </a:lnTo>
                <a:lnTo>
                  <a:pt x="432857" y="906691"/>
                </a:lnTo>
                <a:lnTo>
                  <a:pt x="389142" y="890332"/>
                </a:lnTo>
                <a:lnTo>
                  <a:pt x="347404" y="873357"/>
                </a:lnTo>
                <a:lnTo>
                  <a:pt x="307705" y="855788"/>
                </a:lnTo>
                <a:lnTo>
                  <a:pt x="270110" y="837646"/>
                </a:lnTo>
                <a:lnTo>
                  <a:pt x="234681" y="818955"/>
                </a:lnTo>
                <a:lnTo>
                  <a:pt x="201482" y="799734"/>
                </a:lnTo>
                <a:lnTo>
                  <a:pt x="142025" y="759794"/>
                </a:lnTo>
                <a:lnTo>
                  <a:pt x="92244" y="718001"/>
                </a:lnTo>
                <a:lnTo>
                  <a:pt x="52645" y="674529"/>
                </a:lnTo>
                <a:lnTo>
                  <a:pt x="23735" y="629552"/>
                </a:lnTo>
                <a:lnTo>
                  <a:pt x="6018" y="583244"/>
                </a:lnTo>
                <a:lnTo>
                  <a:pt x="0" y="535780"/>
                </a:lnTo>
                <a:close/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34866" y="1009700"/>
            <a:ext cx="2513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Datenverarbeitungs-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0466" y="1365300"/>
            <a:ext cx="18027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anforderungen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3700" y="1157173"/>
            <a:ext cx="2895600" cy="840105"/>
          </a:xfrm>
          <a:custGeom>
            <a:avLst/>
            <a:gdLst/>
            <a:ahLst/>
            <a:cxnLst/>
            <a:rect l="l" t="t" r="r" b="b"/>
            <a:pathLst>
              <a:path w="2895600" h="840105">
                <a:moveTo>
                  <a:pt x="0" y="419893"/>
                </a:moveTo>
                <a:lnTo>
                  <a:pt x="6627" y="379454"/>
                </a:lnTo>
                <a:lnTo>
                  <a:pt x="26105" y="340103"/>
                </a:lnTo>
                <a:lnTo>
                  <a:pt x="57828" y="302016"/>
                </a:lnTo>
                <a:lnTo>
                  <a:pt x="101188" y="265368"/>
                </a:lnTo>
                <a:lnTo>
                  <a:pt x="155578" y="230335"/>
                </a:lnTo>
                <a:lnTo>
                  <a:pt x="220392" y="197094"/>
                </a:lnTo>
                <a:lnTo>
                  <a:pt x="256518" y="181200"/>
                </a:lnTo>
                <a:lnTo>
                  <a:pt x="295023" y="165820"/>
                </a:lnTo>
                <a:lnTo>
                  <a:pt x="335831" y="150976"/>
                </a:lnTo>
                <a:lnTo>
                  <a:pt x="378865" y="136690"/>
                </a:lnTo>
                <a:lnTo>
                  <a:pt x="424050" y="122983"/>
                </a:lnTo>
                <a:lnTo>
                  <a:pt x="471310" y="109879"/>
                </a:lnTo>
                <a:lnTo>
                  <a:pt x="520570" y="97398"/>
                </a:lnTo>
                <a:lnTo>
                  <a:pt x="571752" y="85563"/>
                </a:lnTo>
                <a:lnTo>
                  <a:pt x="624783" y="74396"/>
                </a:lnTo>
                <a:lnTo>
                  <a:pt x="679585" y="63918"/>
                </a:lnTo>
                <a:lnTo>
                  <a:pt x="736083" y="54152"/>
                </a:lnTo>
                <a:lnTo>
                  <a:pt x="794201" y="45121"/>
                </a:lnTo>
                <a:lnTo>
                  <a:pt x="853863" y="36845"/>
                </a:lnTo>
                <a:lnTo>
                  <a:pt x="914994" y="29346"/>
                </a:lnTo>
                <a:lnTo>
                  <a:pt x="977517" y="22648"/>
                </a:lnTo>
                <a:lnTo>
                  <a:pt x="1041357" y="16771"/>
                </a:lnTo>
                <a:lnTo>
                  <a:pt x="1106437" y="11738"/>
                </a:lnTo>
                <a:lnTo>
                  <a:pt x="1172683" y="7571"/>
                </a:lnTo>
                <a:lnTo>
                  <a:pt x="1240018" y="4291"/>
                </a:lnTo>
                <a:lnTo>
                  <a:pt x="1308366" y="1922"/>
                </a:lnTo>
                <a:lnTo>
                  <a:pt x="1377651" y="484"/>
                </a:lnTo>
                <a:lnTo>
                  <a:pt x="1447798" y="0"/>
                </a:lnTo>
                <a:lnTo>
                  <a:pt x="1517946" y="484"/>
                </a:lnTo>
                <a:lnTo>
                  <a:pt x="1587231" y="1922"/>
                </a:lnTo>
                <a:lnTo>
                  <a:pt x="1655580" y="4291"/>
                </a:lnTo>
                <a:lnTo>
                  <a:pt x="1722915" y="7571"/>
                </a:lnTo>
                <a:lnTo>
                  <a:pt x="1789160" y="11738"/>
                </a:lnTo>
                <a:lnTo>
                  <a:pt x="1854241" y="16771"/>
                </a:lnTo>
                <a:lnTo>
                  <a:pt x="1918081" y="22648"/>
                </a:lnTo>
                <a:lnTo>
                  <a:pt x="1980604" y="29346"/>
                </a:lnTo>
                <a:lnTo>
                  <a:pt x="2041735" y="36845"/>
                </a:lnTo>
                <a:lnTo>
                  <a:pt x="2101397" y="45121"/>
                </a:lnTo>
                <a:lnTo>
                  <a:pt x="2159515" y="54152"/>
                </a:lnTo>
                <a:lnTo>
                  <a:pt x="2216013" y="63918"/>
                </a:lnTo>
                <a:lnTo>
                  <a:pt x="2270815" y="74396"/>
                </a:lnTo>
                <a:lnTo>
                  <a:pt x="2323845" y="85563"/>
                </a:lnTo>
                <a:lnTo>
                  <a:pt x="2375028" y="97398"/>
                </a:lnTo>
                <a:lnTo>
                  <a:pt x="2424288" y="109879"/>
                </a:lnTo>
                <a:lnTo>
                  <a:pt x="2471548" y="122983"/>
                </a:lnTo>
                <a:lnTo>
                  <a:pt x="2516733" y="136690"/>
                </a:lnTo>
                <a:lnTo>
                  <a:pt x="2559767" y="150976"/>
                </a:lnTo>
                <a:lnTo>
                  <a:pt x="2600574" y="165820"/>
                </a:lnTo>
                <a:lnTo>
                  <a:pt x="2639079" y="181200"/>
                </a:lnTo>
                <a:lnTo>
                  <a:pt x="2675205" y="197094"/>
                </a:lnTo>
                <a:lnTo>
                  <a:pt x="2740019" y="230335"/>
                </a:lnTo>
                <a:lnTo>
                  <a:pt x="2794410" y="265368"/>
                </a:lnTo>
                <a:lnTo>
                  <a:pt x="2837769" y="302016"/>
                </a:lnTo>
                <a:lnTo>
                  <a:pt x="2869492" y="340103"/>
                </a:lnTo>
                <a:lnTo>
                  <a:pt x="2888970" y="379454"/>
                </a:lnTo>
                <a:lnTo>
                  <a:pt x="2895597" y="419893"/>
                </a:lnTo>
                <a:lnTo>
                  <a:pt x="2893928" y="440237"/>
                </a:lnTo>
                <a:lnTo>
                  <a:pt x="2880799" y="480154"/>
                </a:lnTo>
                <a:lnTo>
                  <a:pt x="2855123" y="518895"/>
                </a:lnTo>
                <a:lnTo>
                  <a:pt x="2817506" y="556285"/>
                </a:lnTo>
                <a:lnTo>
                  <a:pt x="2768555" y="592147"/>
                </a:lnTo>
                <a:lnTo>
                  <a:pt x="2708878" y="626306"/>
                </a:lnTo>
                <a:lnTo>
                  <a:pt x="2639079" y="658586"/>
                </a:lnTo>
                <a:lnTo>
                  <a:pt x="2600574" y="673966"/>
                </a:lnTo>
                <a:lnTo>
                  <a:pt x="2559767" y="688810"/>
                </a:lnTo>
                <a:lnTo>
                  <a:pt x="2516733" y="703096"/>
                </a:lnTo>
                <a:lnTo>
                  <a:pt x="2471548" y="716803"/>
                </a:lnTo>
                <a:lnTo>
                  <a:pt x="2424288" y="729907"/>
                </a:lnTo>
                <a:lnTo>
                  <a:pt x="2375028" y="742388"/>
                </a:lnTo>
                <a:lnTo>
                  <a:pt x="2323845" y="754223"/>
                </a:lnTo>
                <a:lnTo>
                  <a:pt x="2270815" y="765391"/>
                </a:lnTo>
                <a:lnTo>
                  <a:pt x="2216013" y="775868"/>
                </a:lnTo>
                <a:lnTo>
                  <a:pt x="2159515" y="785634"/>
                </a:lnTo>
                <a:lnTo>
                  <a:pt x="2101397" y="794666"/>
                </a:lnTo>
                <a:lnTo>
                  <a:pt x="2041735" y="802942"/>
                </a:lnTo>
                <a:lnTo>
                  <a:pt x="1980604" y="810440"/>
                </a:lnTo>
                <a:lnTo>
                  <a:pt x="1918081" y="817138"/>
                </a:lnTo>
                <a:lnTo>
                  <a:pt x="1854241" y="823015"/>
                </a:lnTo>
                <a:lnTo>
                  <a:pt x="1789160" y="828048"/>
                </a:lnTo>
                <a:lnTo>
                  <a:pt x="1722915" y="832215"/>
                </a:lnTo>
                <a:lnTo>
                  <a:pt x="1655580" y="835495"/>
                </a:lnTo>
                <a:lnTo>
                  <a:pt x="1587231" y="837865"/>
                </a:lnTo>
                <a:lnTo>
                  <a:pt x="1517946" y="839303"/>
                </a:lnTo>
                <a:lnTo>
                  <a:pt x="1447798" y="839787"/>
                </a:lnTo>
                <a:lnTo>
                  <a:pt x="1377651" y="839303"/>
                </a:lnTo>
                <a:lnTo>
                  <a:pt x="1308366" y="837865"/>
                </a:lnTo>
                <a:lnTo>
                  <a:pt x="1240018" y="835495"/>
                </a:lnTo>
                <a:lnTo>
                  <a:pt x="1172683" y="832215"/>
                </a:lnTo>
                <a:lnTo>
                  <a:pt x="1106437" y="828048"/>
                </a:lnTo>
                <a:lnTo>
                  <a:pt x="1041357" y="823015"/>
                </a:lnTo>
                <a:lnTo>
                  <a:pt x="977517" y="817138"/>
                </a:lnTo>
                <a:lnTo>
                  <a:pt x="914994" y="810440"/>
                </a:lnTo>
                <a:lnTo>
                  <a:pt x="853863" y="802942"/>
                </a:lnTo>
                <a:lnTo>
                  <a:pt x="794201" y="794666"/>
                </a:lnTo>
                <a:lnTo>
                  <a:pt x="736083" y="785634"/>
                </a:lnTo>
                <a:lnTo>
                  <a:pt x="679585" y="775868"/>
                </a:lnTo>
                <a:lnTo>
                  <a:pt x="624783" y="765391"/>
                </a:lnTo>
                <a:lnTo>
                  <a:pt x="571752" y="754223"/>
                </a:lnTo>
                <a:lnTo>
                  <a:pt x="520570" y="742388"/>
                </a:lnTo>
                <a:lnTo>
                  <a:pt x="471310" y="729907"/>
                </a:lnTo>
                <a:lnTo>
                  <a:pt x="424050" y="716803"/>
                </a:lnTo>
                <a:lnTo>
                  <a:pt x="378865" y="703096"/>
                </a:lnTo>
                <a:lnTo>
                  <a:pt x="335831" y="688810"/>
                </a:lnTo>
                <a:lnTo>
                  <a:pt x="295023" y="673966"/>
                </a:lnTo>
                <a:lnTo>
                  <a:pt x="256518" y="658586"/>
                </a:lnTo>
                <a:lnTo>
                  <a:pt x="220392" y="642692"/>
                </a:lnTo>
                <a:lnTo>
                  <a:pt x="155578" y="609451"/>
                </a:lnTo>
                <a:lnTo>
                  <a:pt x="101188" y="574418"/>
                </a:lnTo>
                <a:lnTo>
                  <a:pt x="57828" y="537770"/>
                </a:lnTo>
                <a:lnTo>
                  <a:pt x="26105" y="499683"/>
                </a:lnTo>
                <a:lnTo>
                  <a:pt x="6627" y="460332"/>
                </a:lnTo>
                <a:lnTo>
                  <a:pt x="0" y="419893"/>
                </a:lnTo>
                <a:close/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4597" y="1198613"/>
            <a:ext cx="1802764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5080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imes New Roman"/>
                <a:cs typeface="Times New Roman"/>
              </a:rPr>
              <a:t>Informations-  a</a:t>
            </a:r>
            <a:r>
              <a:rPr sz="2400" dirty="0">
                <a:latin typeface="Times New Roman"/>
                <a:cs typeface="Times New Roman"/>
              </a:rPr>
              <a:t>nford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rung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9956" y="6502919"/>
            <a:ext cx="2294255" cy="6832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675"/>
              </a:spcBef>
            </a:pPr>
            <a:r>
              <a:rPr sz="2400" spc="-5" dirty="0">
                <a:latin typeface="Times New Roman"/>
                <a:cs typeface="Times New Roman"/>
              </a:rPr>
              <a:t>physische 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ate</a:t>
            </a:r>
            <a:r>
              <a:rPr sz="2400" dirty="0">
                <a:latin typeface="Times New Roman"/>
                <a:cs typeface="Times New Roman"/>
              </a:rPr>
              <a:t>nb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nks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ruk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23103" y="3366973"/>
            <a:ext cx="2428875" cy="925830"/>
          </a:xfrm>
          <a:custGeom>
            <a:avLst/>
            <a:gdLst/>
            <a:ahLst/>
            <a:cxnLst/>
            <a:rect l="l" t="t" r="r" b="b"/>
            <a:pathLst>
              <a:path w="2428875" h="925829">
                <a:moveTo>
                  <a:pt x="0" y="462755"/>
                </a:moveTo>
                <a:lnTo>
                  <a:pt x="7126" y="412333"/>
                </a:lnTo>
                <a:lnTo>
                  <a:pt x="28010" y="363483"/>
                </a:lnTo>
                <a:lnTo>
                  <a:pt x="61912" y="316489"/>
                </a:lnTo>
                <a:lnTo>
                  <a:pt x="108091" y="271631"/>
                </a:lnTo>
                <a:lnTo>
                  <a:pt x="165806" y="229194"/>
                </a:lnTo>
                <a:lnTo>
                  <a:pt x="198758" y="208970"/>
                </a:lnTo>
                <a:lnTo>
                  <a:pt x="234316" y="189458"/>
                </a:lnTo>
                <a:lnTo>
                  <a:pt x="272387" y="170691"/>
                </a:lnTo>
                <a:lnTo>
                  <a:pt x="312879" y="152706"/>
                </a:lnTo>
                <a:lnTo>
                  <a:pt x="355700" y="135538"/>
                </a:lnTo>
                <a:lnTo>
                  <a:pt x="400757" y="119221"/>
                </a:lnTo>
                <a:lnTo>
                  <a:pt x="447956" y="103791"/>
                </a:lnTo>
                <a:lnTo>
                  <a:pt x="497206" y="89285"/>
                </a:lnTo>
                <a:lnTo>
                  <a:pt x="548414" y="75735"/>
                </a:lnTo>
                <a:lnTo>
                  <a:pt x="601488" y="63179"/>
                </a:lnTo>
                <a:lnTo>
                  <a:pt x="656334" y="51651"/>
                </a:lnTo>
                <a:lnTo>
                  <a:pt x="712860" y="41187"/>
                </a:lnTo>
                <a:lnTo>
                  <a:pt x="770973" y="31822"/>
                </a:lnTo>
                <a:lnTo>
                  <a:pt x="830582" y="23591"/>
                </a:lnTo>
                <a:lnTo>
                  <a:pt x="891592" y="16530"/>
                </a:lnTo>
                <a:lnTo>
                  <a:pt x="953913" y="10673"/>
                </a:lnTo>
                <a:lnTo>
                  <a:pt x="1017450" y="6056"/>
                </a:lnTo>
                <a:lnTo>
                  <a:pt x="1082112" y="2715"/>
                </a:lnTo>
                <a:lnTo>
                  <a:pt x="1147806" y="684"/>
                </a:lnTo>
                <a:lnTo>
                  <a:pt x="1214439" y="0"/>
                </a:lnTo>
                <a:lnTo>
                  <a:pt x="1281071" y="684"/>
                </a:lnTo>
                <a:lnTo>
                  <a:pt x="1346764" y="2715"/>
                </a:lnTo>
                <a:lnTo>
                  <a:pt x="1411426" y="6056"/>
                </a:lnTo>
                <a:lnTo>
                  <a:pt x="1474963" y="10673"/>
                </a:lnTo>
                <a:lnTo>
                  <a:pt x="1537283" y="16530"/>
                </a:lnTo>
                <a:lnTo>
                  <a:pt x="1598293" y="23591"/>
                </a:lnTo>
                <a:lnTo>
                  <a:pt x="1657901" y="31822"/>
                </a:lnTo>
                <a:lnTo>
                  <a:pt x="1716015" y="41187"/>
                </a:lnTo>
                <a:lnTo>
                  <a:pt x="1772541" y="51651"/>
                </a:lnTo>
                <a:lnTo>
                  <a:pt x="1827387" y="63179"/>
                </a:lnTo>
                <a:lnTo>
                  <a:pt x="1880460" y="75735"/>
                </a:lnTo>
                <a:lnTo>
                  <a:pt x="1931668" y="89285"/>
                </a:lnTo>
                <a:lnTo>
                  <a:pt x="1980918" y="103791"/>
                </a:lnTo>
                <a:lnTo>
                  <a:pt x="2028118" y="119221"/>
                </a:lnTo>
                <a:lnTo>
                  <a:pt x="2073175" y="135538"/>
                </a:lnTo>
                <a:lnTo>
                  <a:pt x="2115995" y="152706"/>
                </a:lnTo>
                <a:lnTo>
                  <a:pt x="2156488" y="170691"/>
                </a:lnTo>
                <a:lnTo>
                  <a:pt x="2194560" y="189458"/>
                </a:lnTo>
                <a:lnTo>
                  <a:pt x="2230118" y="208970"/>
                </a:lnTo>
                <a:lnTo>
                  <a:pt x="2263070" y="229194"/>
                </a:lnTo>
                <a:lnTo>
                  <a:pt x="2320785" y="271631"/>
                </a:lnTo>
                <a:lnTo>
                  <a:pt x="2366965" y="316489"/>
                </a:lnTo>
                <a:lnTo>
                  <a:pt x="2400867" y="363483"/>
                </a:lnTo>
                <a:lnTo>
                  <a:pt x="2421752" y="412333"/>
                </a:lnTo>
                <a:lnTo>
                  <a:pt x="2428878" y="462755"/>
                </a:lnTo>
                <a:lnTo>
                  <a:pt x="2427081" y="488145"/>
                </a:lnTo>
                <a:lnTo>
                  <a:pt x="2412983" y="537816"/>
                </a:lnTo>
                <a:lnTo>
                  <a:pt x="2385497" y="585774"/>
                </a:lnTo>
                <a:lnTo>
                  <a:pt x="2345363" y="631735"/>
                </a:lnTo>
                <a:lnTo>
                  <a:pt x="2293323" y="675418"/>
                </a:lnTo>
                <a:lnTo>
                  <a:pt x="2230118" y="716540"/>
                </a:lnTo>
                <a:lnTo>
                  <a:pt x="2194560" y="736053"/>
                </a:lnTo>
                <a:lnTo>
                  <a:pt x="2156488" y="754819"/>
                </a:lnTo>
                <a:lnTo>
                  <a:pt x="2115995" y="772804"/>
                </a:lnTo>
                <a:lnTo>
                  <a:pt x="2073175" y="789973"/>
                </a:lnTo>
                <a:lnTo>
                  <a:pt x="2028118" y="806289"/>
                </a:lnTo>
                <a:lnTo>
                  <a:pt x="1980918" y="821719"/>
                </a:lnTo>
                <a:lnTo>
                  <a:pt x="1931668" y="836226"/>
                </a:lnTo>
                <a:lnTo>
                  <a:pt x="1880460" y="849775"/>
                </a:lnTo>
                <a:lnTo>
                  <a:pt x="1827387" y="862331"/>
                </a:lnTo>
                <a:lnTo>
                  <a:pt x="1772541" y="873859"/>
                </a:lnTo>
                <a:lnTo>
                  <a:pt x="1716015" y="884323"/>
                </a:lnTo>
                <a:lnTo>
                  <a:pt x="1657901" y="893688"/>
                </a:lnTo>
                <a:lnTo>
                  <a:pt x="1598293" y="901919"/>
                </a:lnTo>
                <a:lnTo>
                  <a:pt x="1537283" y="908981"/>
                </a:lnTo>
                <a:lnTo>
                  <a:pt x="1474963" y="914837"/>
                </a:lnTo>
                <a:lnTo>
                  <a:pt x="1411426" y="919454"/>
                </a:lnTo>
                <a:lnTo>
                  <a:pt x="1346764" y="922795"/>
                </a:lnTo>
                <a:lnTo>
                  <a:pt x="1281071" y="924826"/>
                </a:lnTo>
                <a:lnTo>
                  <a:pt x="1214439" y="925511"/>
                </a:lnTo>
                <a:lnTo>
                  <a:pt x="1147806" y="924826"/>
                </a:lnTo>
                <a:lnTo>
                  <a:pt x="1082112" y="922795"/>
                </a:lnTo>
                <a:lnTo>
                  <a:pt x="1017450" y="919454"/>
                </a:lnTo>
                <a:lnTo>
                  <a:pt x="953913" y="914837"/>
                </a:lnTo>
                <a:lnTo>
                  <a:pt x="891592" y="908981"/>
                </a:lnTo>
                <a:lnTo>
                  <a:pt x="830582" y="901919"/>
                </a:lnTo>
                <a:lnTo>
                  <a:pt x="770973" y="893688"/>
                </a:lnTo>
                <a:lnTo>
                  <a:pt x="712860" y="884323"/>
                </a:lnTo>
                <a:lnTo>
                  <a:pt x="656334" y="873859"/>
                </a:lnTo>
                <a:lnTo>
                  <a:pt x="601488" y="862331"/>
                </a:lnTo>
                <a:lnTo>
                  <a:pt x="548414" y="849775"/>
                </a:lnTo>
                <a:lnTo>
                  <a:pt x="497206" y="836226"/>
                </a:lnTo>
                <a:lnTo>
                  <a:pt x="447956" y="821719"/>
                </a:lnTo>
                <a:lnTo>
                  <a:pt x="400757" y="806289"/>
                </a:lnTo>
                <a:lnTo>
                  <a:pt x="355700" y="789973"/>
                </a:lnTo>
                <a:lnTo>
                  <a:pt x="312879" y="772804"/>
                </a:lnTo>
                <a:lnTo>
                  <a:pt x="272387" y="754819"/>
                </a:lnTo>
                <a:lnTo>
                  <a:pt x="234316" y="736053"/>
                </a:lnTo>
                <a:lnTo>
                  <a:pt x="198758" y="716540"/>
                </a:lnTo>
                <a:lnTo>
                  <a:pt x="165806" y="696317"/>
                </a:lnTo>
                <a:lnTo>
                  <a:pt x="108091" y="653879"/>
                </a:lnTo>
                <a:lnTo>
                  <a:pt x="61912" y="609022"/>
                </a:lnTo>
                <a:lnTo>
                  <a:pt x="28010" y="562027"/>
                </a:lnTo>
                <a:lnTo>
                  <a:pt x="7126" y="513177"/>
                </a:lnTo>
                <a:lnTo>
                  <a:pt x="0" y="462755"/>
                </a:lnTo>
                <a:close/>
              </a:path>
            </a:pathLst>
          </a:custGeom>
          <a:ln w="5714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92445" y="3451262"/>
            <a:ext cx="188722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DBMS-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840"/>
              </a:lnSpc>
            </a:pPr>
            <a:r>
              <a:rPr sz="2400" spc="-5" dirty="0">
                <a:latin typeface="Times New Roman"/>
                <a:cs typeface="Times New Roman"/>
              </a:rPr>
              <a:t>Charakteristika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9966" y="5824423"/>
            <a:ext cx="215773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 algn="ctr">
              <a:lnSpc>
                <a:spcPts val="2570"/>
              </a:lnSpc>
            </a:pPr>
            <a:r>
              <a:rPr sz="2400" spc="-5" dirty="0">
                <a:latin typeface="Times New Roman"/>
                <a:cs typeface="Times New Roman"/>
              </a:rPr>
              <a:t>Physischer</a:t>
            </a:r>
            <a:endParaRPr sz="2400">
              <a:latin typeface="Times New Roman"/>
              <a:cs typeface="Times New Roman"/>
            </a:endParaRPr>
          </a:p>
          <a:p>
            <a:pPr marR="27940" algn="ctr">
              <a:lnSpc>
                <a:spcPts val="2650"/>
              </a:lnSpc>
            </a:pPr>
            <a:r>
              <a:rPr sz="2400" spc="-5" dirty="0">
                <a:latin typeface="Times New Roman"/>
                <a:cs typeface="Times New Roman"/>
              </a:rPr>
              <a:t>Entwurf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9966" y="4495686"/>
            <a:ext cx="2157730" cy="663575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70"/>
              </a:lnSpc>
            </a:pP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leme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tati</a:t>
            </a:r>
            <a:r>
              <a:rPr sz="2400" dirty="0">
                <a:latin typeface="Times New Roman"/>
                <a:cs typeface="Times New Roman"/>
              </a:rPr>
              <a:t>ons-</a:t>
            </a:r>
            <a:endParaRPr sz="2400">
              <a:latin typeface="Times New Roman"/>
              <a:cs typeface="Times New Roman"/>
            </a:endParaRPr>
          </a:p>
          <a:p>
            <a:pPr marR="27940" algn="ctr">
              <a:lnSpc>
                <a:spcPts val="2650"/>
              </a:lnSpc>
            </a:pPr>
            <a:r>
              <a:rPr sz="2400" spc="-5" dirty="0">
                <a:latin typeface="Times New Roman"/>
                <a:cs typeface="Times New Roman"/>
              </a:rPr>
              <a:t>entwurf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9966" y="3251085"/>
            <a:ext cx="2157730" cy="663575"/>
          </a:xfrm>
          <a:prstGeom prst="rect">
            <a:avLst/>
          </a:prstGeom>
          <a:solidFill>
            <a:srgbClr val="FF85FF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" algn="ctr">
              <a:lnSpc>
                <a:spcPts val="2570"/>
              </a:lnSpc>
            </a:pPr>
            <a:r>
              <a:rPr sz="2400" spc="-5" dirty="0">
                <a:latin typeface="Times New Roman"/>
                <a:cs typeface="Times New Roman"/>
              </a:rPr>
              <a:t>Konzeptueller</a:t>
            </a:r>
            <a:endParaRPr sz="2400">
              <a:latin typeface="Times New Roman"/>
              <a:cs typeface="Times New Roman"/>
            </a:endParaRPr>
          </a:p>
          <a:p>
            <a:pPr marR="36195" algn="ctr">
              <a:lnSpc>
                <a:spcPts val="2650"/>
              </a:lnSpc>
            </a:pPr>
            <a:r>
              <a:rPr sz="2400" spc="-5" dirty="0">
                <a:latin typeface="Times New Roman"/>
                <a:cs typeface="Times New Roman"/>
              </a:rPr>
              <a:t>Enwurf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09966" y="1922348"/>
            <a:ext cx="2157730" cy="66548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" algn="ctr">
              <a:lnSpc>
                <a:spcPts val="2580"/>
              </a:lnSpc>
            </a:pPr>
            <a:r>
              <a:rPr sz="2400" spc="-5" dirty="0">
                <a:latin typeface="Times New Roman"/>
                <a:cs typeface="Times New Roman"/>
              </a:rPr>
              <a:t>Anforderungs-</a:t>
            </a:r>
            <a:endParaRPr sz="2400">
              <a:latin typeface="Times New Roman"/>
              <a:cs typeface="Times New Roman"/>
            </a:endParaRPr>
          </a:p>
          <a:p>
            <a:pPr marL="5715" algn="ctr">
              <a:lnSpc>
                <a:spcPts val="2660"/>
              </a:lnSpc>
            </a:pPr>
            <a:r>
              <a:rPr sz="2400" spc="-5" dirty="0">
                <a:latin typeface="Times New Roman"/>
                <a:cs typeface="Times New Roman"/>
              </a:rPr>
              <a:t>analyse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45016" y="2587510"/>
            <a:ext cx="0" cy="638810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0"/>
                </a:moveTo>
                <a:lnTo>
                  <a:pt x="0" y="63836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86063" y="3135172"/>
            <a:ext cx="117906" cy="1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45016" y="3914660"/>
            <a:ext cx="0" cy="556260"/>
          </a:xfrm>
          <a:custGeom>
            <a:avLst/>
            <a:gdLst/>
            <a:ahLst/>
            <a:cxnLst/>
            <a:rect l="l" t="t" r="r" b="b"/>
            <a:pathLst>
              <a:path h="556260">
                <a:moveTo>
                  <a:pt x="0" y="0"/>
                </a:moveTo>
                <a:lnTo>
                  <a:pt x="0" y="55581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86063" y="4379772"/>
            <a:ext cx="117906" cy="1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45016" y="5159260"/>
            <a:ext cx="0" cy="640080"/>
          </a:xfrm>
          <a:custGeom>
            <a:avLst/>
            <a:gdLst/>
            <a:ahLst/>
            <a:cxnLst/>
            <a:rect l="l" t="t" r="r" b="b"/>
            <a:pathLst>
              <a:path h="640079">
                <a:moveTo>
                  <a:pt x="0" y="0"/>
                </a:moveTo>
                <a:lnTo>
                  <a:pt x="0" y="63995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86063" y="5708510"/>
            <a:ext cx="117906" cy="1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87244" y="5091633"/>
            <a:ext cx="2294255" cy="6832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675"/>
              </a:spcBef>
            </a:pPr>
            <a:r>
              <a:rPr sz="2400" spc="-5" dirty="0">
                <a:latin typeface="Times New Roman"/>
                <a:cs typeface="Times New Roman"/>
              </a:rPr>
              <a:t>logische 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ate</a:t>
            </a:r>
            <a:r>
              <a:rPr sz="2400" dirty="0">
                <a:latin typeface="Times New Roman"/>
                <a:cs typeface="Times New Roman"/>
              </a:rPr>
              <a:t>nb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nks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ruk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3444" y="3841953"/>
            <a:ext cx="1701800" cy="64516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ct val="69400"/>
              </a:lnSpc>
              <a:spcBef>
                <a:spcPts val="980"/>
              </a:spcBef>
            </a:pP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5" dirty="0">
                <a:latin typeface="Times New Roman"/>
                <a:cs typeface="Times New Roman"/>
              </a:rPr>
              <a:t>mati</a:t>
            </a:r>
            <a:r>
              <a:rPr sz="2400" dirty="0">
                <a:latin typeface="Times New Roman"/>
                <a:cs typeface="Times New Roman"/>
              </a:rPr>
              <a:t>ons-  </a:t>
            </a:r>
            <a:r>
              <a:rPr sz="2400" spc="-5" dirty="0">
                <a:latin typeface="Times New Roman"/>
                <a:cs typeface="Times New Roman"/>
              </a:rPr>
              <a:t>struktur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62517" y="2635250"/>
            <a:ext cx="1718310" cy="64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4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Anforderungs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440"/>
              </a:lnSpc>
            </a:pPr>
            <a:r>
              <a:rPr sz="2400" spc="-5" dirty="0">
                <a:latin typeface="Times New Roman"/>
                <a:cs typeface="Times New Roman"/>
              </a:rPr>
              <a:t>-spezifikation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73878" y="1922348"/>
            <a:ext cx="0" cy="3946525"/>
          </a:xfrm>
          <a:custGeom>
            <a:avLst/>
            <a:gdLst/>
            <a:ahLst/>
            <a:cxnLst/>
            <a:rect l="l" t="t" r="r" b="b"/>
            <a:pathLst>
              <a:path h="3946525">
                <a:moveTo>
                  <a:pt x="0" y="0"/>
                </a:moveTo>
                <a:lnTo>
                  <a:pt x="0" y="3946516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90239" y="5868873"/>
            <a:ext cx="1183640" cy="0"/>
          </a:xfrm>
          <a:custGeom>
            <a:avLst/>
            <a:gdLst/>
            <a:ahLst/>
            <a:cxnLst/>
            <a:rect l="l" t="t" r="r" b="b"/>
            <a:pathLst>
              <a:path w="1183640">
                <a:moveTo>
                  <a:pt x="118363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67378" y="5773623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D826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90239" y="4763973"/>
            <a:ext cx="1183640" cy="0"/>
          </a:xfrm>
          <a:custGeom>
            <a:avLst/>
            <a:gdLst/>
            <a:ahLst/>
            <a:cxnLst/>
            <a:rect l="l" t="t" r="r" b="b"/>
            <a:pathLst>
              <a:path w="1183640">
                <a:moveTo>
                  <a:pt x="1183639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67378" y="4668723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D826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90239" y="2238260"/>
            <a:ext cx="1183640" cy="0"/>
          </a:xfrm>
          <a:custGeom>
            <a:avLst/>
            <a:gdLst/>
            <a:ahLst/>
            <a:cxnLst/>
            <a:rect l="l" t="t" r="r" b="b"/>
            <a:pathLst>
              <a:path w="1183640">
                <a:moveTo>
                  <a:pt x="1183639" y="0"/>
                </a:moveTo>
                <a:lnTo>
                  <a:pt x="0" y="1"/>
                </a:lnTo>
              </a:path>
            </a:pathLst>
          </a:custGeom>
          <a:ln w="38099">
            <a:solidFill>
              <a:srgbClr val="D826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67378" y="2143010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D826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61195" y="4290898"/>
            <a:ext cx="1294130" cy="1735455"/>
          </a:xfrm>
          <a:custGeom>
            <a:avLst/>
            <a:gdLst/>
            <a:ahLst/>
            <a:cxnLst/>
            <a:rect l="l" t="t" r="r" b="b"/>
            <a:pathLst>
              <a:path w="1294129" h="1735454">
                <a:moveTo>
                  <a:pt x="1293809" y="0"/>
                </a:moveTo>
                <a:lnTo>
                  <a:pt x="0" y="1735138"/>
                </a:lnTo>
              </a:path>
            </a:pathLst>
          </a:custGeom>
          <a:ln w="3809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05482" y="6026035"/>
            <a:ext cx="1256030" cy="0"/>
          </a:xfrm>
          <a:custGeom>
            <a:avLst/>
            <a:gdLst/>
            <a:ahLst/>
            <a:cxnLst/>
            <a:rect l="l" t="t" r="r" b="b"/>
            <a:pathLst>
              <a:path w="1256029">
                <a:moveTo>
                  <a:pt x="125570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667378" y="596888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D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61192" y="6184783"/>
            <a:ext cx="603250" cy="316230"/>
          </a:xfrm>
          <a:custGeom>
            <a:avLst/>
            <a:gdLst/>
            <a:ahLst/>
            <a:cxnLst/>
            <a:rect l="l" t="t" r="r" b="b"/>
            <a:pathLst>
              <a:path w="603250" h="316229">
                <a:moveTo>
                  <a:pt x="603249" y="315911"/>
                </a:moveTo>
                <a:lnTo>
                  <a:pt x="0" y="0"/>
                </a:lnTo>
              </a:path>
            </a:pathLst>
          </a:custGeom>
          <a:ln w="3809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74367" y="6186373"/>
            <a:ext cx="1271270" cy="0"/>
          </a:xfrm>
          <a:custGeom>
            <a:avLst/>
            <a:gdLst/>
            <a:ahLst/>
            <a:cxnLst/>
            <a:rect l="l" t="t" r="r" b="b"/>
            <a:pathLst>
              <a:path w="1271270">
                <a:moveTo>
                  <a:pt x="127094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51503" y="6091123"/>
            <a:ext cx="114300" cy="190500"/>
          </a:xfrm>
          <a:custGeom>
            <a:avLst/>
            <a:gdLst/>
            <a:ahLst/>
            <a:cxnLst/>
            <a:rect l="l" t="t" r="r" b="b"/>
            <a:pathLst>
              <a:path w="114300" h="190500">
                <a:moveTo>
                  <a:pt x="114300" y="0"/>
                </a:moveTo>
                <a:lnTo>
                  <a:pt x="0" y="95250"/>
                </a:lnTo>
                <a:lnTo>
                  <a:pt x="114300" y="190500"/>
                </a:lnTo>
                <a:lnTo>
                  <a:pt x="114300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12904" y="27113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1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997958" y="4009593"/>
            <a:ext cx="145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Schema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841503" y="2016011"/>
            <a:ext cx="1630680" cy="1567180"/>
          </a:xfrm>
          <a:custGeom>
            <a:avLst/>
            <a:gdLst/>
            <a:ahLst/>
            <a:cxnLst/>
            <a:rect l="l" t="t" r="r" b="b"/>
            <a:pathLst>
              <a:path w="1630679" h="1567179">
                <a:moveTo>
                  <a:pt x="0" y="0"/>
                </a:moveTo>
                <a:lnTo>
                  <a:pt x="0" y="1566858"/>
                </a:lnTo>
                <a:lnTo>
                  <a:pt x="1630358" y="1566858"/>
                </a:lnTo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95666" y="352572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41503" y="2016011"/>
            <a:ext cx="1630680" cy="240029"/>
          </a:xfrm>
          <a:custGeom>
            <a:avLst/>
            <a:gdLst/>
            <a:ahLst/>
            <a:cxnLst/>
            <a:rect l="l" t="t" r="r" b="b"/>
            <a:pathLst>
              <a:path w="1630679" h="240030">
                <a:moveTo>
                  <a:pt x="0" y="0"/>
                </a:moveTo>
                <a:lnTo>
                  <a:pt x="0" y="239711"/>
                </a:lnTo>
                <a:lnTo>
                  <a:pt x="1630358" y="239711"/>
                </a:lnTo>
              </a:path>
            </a:pathLst>
          </a:custGeom>
          <a:ln w="38099">
            <a:solidFill>
              <a:srgbClr val="FF4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95666" y="219857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4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89605" y="4967173"/>
            <a:ext cx="2019300" cy="0"/>
          </a:xfrm>
          <a:custGeom>
            <a:avLst/>
            <a:gdLst/>
            <a:ahLst/>
            <a:cxnLst/>
            <a:rect l="l" t="t" r="r" b="b"/>
            <a:pathLst>
              <a:path w="2019300">
                <a:moveTo>
                  <a:pt x="201929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D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51503" y="491002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D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584703" y="6491172"/>
            <a:ext cx="0" cy="660400"/>
          </a:xfrm>
          <a:custGeom>
            <a:avLst/>
            <a:gdLst/>
            <a:ahLst/>
            <a:cxnLst/>
            <a:rect l="l" t="t" r="r" b="b"/>
            <a:pathLst>
              <a:path h="660400">
                <a:moveTo>
                  <a:pt x="0" y="0"/>
                </a:moveTo>
                <a:lnTo>
                  <a:pt x="0" y="6603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546603" y="71007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927101" y="196850"/>
            <a:ext cx="6553200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3900" algn="l"/>
              </a:tabLst>
            </a:pPr>
            <a:r>
              <a:rPr spc="-5" dirty="0" err="1"/>
              <a:t>Phasen</a:t>
            </a:r>
            <a:r>
              <a:rPr lang="en-GB" spc="-5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spc="-15" dirty="0"/>
              <a:t>Datenbankentwurfs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/>
          <p:nvPr/>
        </p:nvSpPr>
        <p:spPr>
          <a:xfrm>
            <a:off x="8240686" y="1415935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609600" y="0"/>
                </a:moveTo>
                <a:lnTo>
                  <a:pt x="543176" y="1564"/>
                </a:lnTo>
                <a:lnTo>
                  <a:pt x="478825" y="6151"/>
                </a:lnTo>
                <a:lnTo>
                  <a:pt x="416917" y="13596"/>
                </a:lnTo>
                <a:lnTo>
                  <a:pt x="357825" y="23737"/>
                </a:lnTo>
                <a:lnTo>
                  <a:pt x="301921" y="36412"/>
                </a:lnTo>
                <a:lnTo>
                  <a:pt x="249576" y="51457"/>
                </a:lnTo>
                <a:lnTo>
                  <a:pt x="201162" y="68710"/>
                </a:lnTo>
                <a:lnTo>
                  <a:pt x="157051" y="88009"/>
                </a:lnTo>
                <a:lnTo>
                  <a:pt x="117616" y="109190"/>
                </a:lnTo>
                <a:lnTo>
                  <a:pt x="83227" y="132091"/>
                </a:lnTo>
                <a:lnTo>
                  <a:pt x="31077" y="182402"/>
                </a:lnTo>
                <a:lnTo>
                  <a:pt x="3576" y="237640"/>
                </a:lnTo>
                <a:lnTo>
                  <a:pt x="0" y="266700"/>
                </a:lnTo>
                <a:lnTo>
                  <a:pt x="3576" y="295759"/>
                </a:lnTo>
                <a:lnTo>
                  <a:pt x="31077" y="350997"/>
                </a:lnTo>
                <a:lnTo>
                  <a:pt x="83227" y="401308"/>
                </a:lnTo>
                <a:lnTo>
                  <a:pt x="117616" y="424209"/>
                </a:lnTo>
                <a:lnTo>
                  <a:pt x="157051" y="445390"/>
                </a:lnTo>
                <a:lnTo>
                  <a:pt x="201162" y="464689"/>
                </a:lnTo>
                <a:lnTo>
                  <a:pt x="249576" y="481942"/>
                </a:lnTo>
                <a:lnTo>
                  <a:pt x="301921" y="496987"/>
                </a:lnTo>
                <a:lnTo>
                  <a:pt x="357825" y="509662"/>
                </a:lnTo>
                <a:lnTo>
                  <a:pt x="416917" y="519803"/>
                </a:lnTo>
                <a:lnTo>
                  <a:pt x="478825" y="527248"/>
                </a:lnTo>
                <a:lnTo>
                  <a:pt x="543176" y="531835"/>
                </a:lnTo>
                <a:lnTo>
                  <a:pt x="609600" y="533400"/>
                </a:lnTo>
                <a:lnTo>
                  <a:pt x="676021" y="531835"/>
                </a:lnTo>
                <a:lnTo>
                  <a:pt x="740370" y="527248"/>
                </a:lnTo>
                <a:lnTo>
                  <a:pt x="802277" y="519803"/>
                </a:lnTo>
                <a:lnTo>
                  <a:pt x="861368" y="509662"/>
                </a:lnTo>
                <a:lnTo>
                  <a:pt x="917273" y="496987"/>
                </a:lnTo>
                <a:lnTo>
                  <a:pt x="969618" y="481942"/>
                </a:lnTo>
                <a:lnTo>
                  <a:pt x="1018032" y="464689"/>
                </a:lnTo>
                <a:lnTo>
                  <a:pt x="1062143" y="445390"/>
                </a:lnTo>
                <a:lnTo>
                  <a:pt x="1101580" y="424209"/>
                </a:lnTo>
                <a:lnTo>
                  <a:pt x="1135969" y="401308"/>
                </a:lnTo>
                <a:lnTo>
                  <a:pt x="1188121" y="350997"/>
                </a:lnTo>
                <a:lnTo>
                  <a:pt x="1215622" y="295759"/>
                </a:lnTo>
                <a:lnTo>
                  <a:pt x="1219200" y="266700"/>
                </a:lnTo>
                <a:lnTo>
                  <a:pt x="1215622" y="237640"/>
                </a:lnTo>
                <a:lnTo>
                  <a:pt x="1188121" y="182402"/>
                </a:lnTo>
                <a:lnTo>
                  <a:pt x="1135969" y="132091"/>
                </a:lnTo>
                <a:lnTo>
                  <a:pt x="1101580" y="109190"/>
                </a:lnTo>
                <a:lnTo>
                  <a:pt x="1062143" y="88009"/>
                </a:lnTo>
                <a:lnTo>
                  <a:pt x="1018032" y="68710"/>
                </a:lnTo>
                <a:lnTo>
                  <a:pt x="969618" y="51457"/>
                </a:lnTo>
                <a:lnTo>
                  <a:pt x="917273" y="36412"/>
                </a:lnTo>
                <a:lnTo>
                  <a:pt x="861368" y="23737"/>
                </a:lnTo>
                <a:lnTo>
                  <a:pt x="802277" y="13596"/>
                </a:lnTo>
                <a:lnTo>
                  <a:pt x="740370" y="6151"/>
                </a:lnTo>
                <a:lnTo>
                  <a:pt x="676021" y="1564"/>
                </a:lnTo>
                <a:lnTo>
                  <a:pt x="6096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1305560" y="2089035"/>
            <a:ext cx="36207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Entity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(Gegenstandstyp)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5560" y="3101987"/>
            <a:ext cx="42697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Relationship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(Beziehungstyp)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5560" y="4130687"/>
            <a:ext cx="324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Attribut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(Eigenschaft)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5560" y="5159387"/>
            <a:ext cx="3688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Schlüssel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(Identifikation)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5560" y="6175387"/>
            <a:ext cx="1022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Rolle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8087" y="2254135"/>
            <a:ext cx="2286000" cy="6096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600"/>
              </a:spcBef>
            </a:pPr>
            <a:r>
              <a:rPr sz="3000" spc="-5" dirty="0">
                <a:latin typeface="Times New Roman"/>
                <a:cs typeface="Times New Roman"/>
              </a:rPr>
              <a:t>Studenten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4286" y="5073535"/>
            <a:ext cx="2286000" cy="6096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600"/>
              </a:spcBef>
            </a:pPr>
            <a:r>
              <a:rPr sz="3000" spc="-40" dirty="0">
                <a:latin typeface="Times New Roman"/>
                <a:cs typeface="Times New Roman"/>
              </a:rPr>
              <a:t>Vorlesungen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16686" y="3625735"/>
            <a:ext cx="1905000" cy="685800"/>
          </a:xfrm>
          <a:custGeom>
            <a:avLst/>
            <a:gdLst/>
            <a:ahLst/>
            <a:cxnLst/>
            <a:rect l="l" t="t" r="r" b="b"/>
            <a:pathLst>
              <a:path w="1905000" h="685800">
                <a:moveTo>
                  <a:pt x="952500" y="0"/>
                </a:moveTo>
                <a:lnTo>
                  <a:pt x="0" y="342900"/>
                </a:lnTo>
                <a:lnTo>
                  <a:pt x="952500" y="685800"/>
                </a:lnTo>
                <a:lnTo>
                  <a:pt x="1905000" y="342900"/>
                </a:lnTo>
                <a:lnTo>
                  <a:pt x="952500" y="0"/>
                </a:lnTo>
                <a:close/>
              </a:path>
            </a:pathLst>
          </a:custGeom>
          <a:solidFill>
            <a:srgbClr val="00D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16686" y="3625735"/>
            <a:ext cx="1905000" cy="685800"/>
          </a:xfrm>
          <a:custGeom>
            <a:avLst/>
            <a:gdLst/>
            <a:ahLst/>
            <a:cxnLst/>
            <a:rect l="l" t="t" r="r" b="b"/>
            <a:pathLst>
              <a:path w="1905000" h="685800">
                <a:moveTo>
                  <a:pt x="0" y="342899"/>
                </a:moveTo>
                <a:lnTo>
                  <a:pt x="952499" y="0"/>
                </a:lnTo>
                <a:lnTo>
                  <a:pt x="1904998" y="342899"/>
                </a:lnTo>
                <a:lnTo>
                  <a:pt x="952499" y="685799"/>
                </a:lnTo>
                <a:lnTo>
                  <a:pt x="0" y="3428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84377" y="3757815"/>
            <a:ext cx="7772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hör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31086" y="286373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099" y="7619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69186" y="431153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7619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02286" y="636893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609600" y="0"/>
                </a:moveTo>
                <a:lnTo>
                  <a:pt x="543176" y="1564"/>
                </a:lnTo>
                <a:lnTo>
                  <a:pt x="478825" y="6151"/>
                </a:lnTo>
                <a:lnTo>
                  <a:pt x="416917" y="13596"/>
                </a:lnTo>
                <a:lnTo>
                  <a:pt x="357825" y="23737"/>
                </a:lnTo>
                <a:lnTo>
                  <a:pt x="301921" y="36412"/>
                </a:lnTo>
                <a:lnTo>
                  <a:pt x="249576" y="51457"/>
                </a:lnTo>
                <a:lnTo>
                  <a:pt x="201162" y="68710"/>
                </a:lnTo>
                <a:lnTo>
                  <a:pt x="157051" y="88009"/>
                </a:lnTo>
                <a:lnTo>
                  <a:pt x="117616" y="109190"/>
                </a:lnTo>
                <a:lnTo>
                  <a:pt x="83227" y="132091"/>
                </a:lnTo>
                <a:lnTo>
                  <a:pt x="31077" y="182402"/>
                </a:lnTo>
                <a:lnTo>
                  <a:pt x="3576" y="237640"/>
                </a:lnTo>
                <a:lnTo>
                  <a:pt x="0" y="266699"/>
                </a:lnTo>
                <a:lnTo>
                  <a:pt x="3576" y="295759"/>
                </a:lnTo>
                <a:lnTo>
                  <a:pt x="31077" y="350997"/>
                </a:lnTo>
                <a:lnTo>
                  <a:pt x="83227" y="401308"/>
                </a:lnTo>
                <a:lnTo>
                  <a:pt x="117616" y="424209"/>
                </a:lnTo>
                <a:lnTo>
                  <a:pt x="157051" y="445390"/>
                </a:lnTo>
                <a:lnTo>
                  <a:pt x="201162" y="464689"/>
                </a:lnTo>
                <a:lnTo>
                  <a:pt x="249576" y="481942"/>
                </a:lnTo>
                <a:lnTo>
                  <a:pt x="301921" y="496987"/>
                </a:lnTo>
                <a:lnTo>
                  <a:pt x="357825" y="509662"/>
                </a:lnTo>
                <a:lnTo>
                  <a:pt x="416917" y="519803"/>
                </a:lnTo>
                <a:lnTo>
                  <a:pt x="478825" y="527248"/>
                </a:lnTo>
                <a:lnTo>
                  <a:pt x="543176" y="531835"/>
                </a:lnTo>
                <a:lnTo>
                  <a:pt x="609600" y="533399"/>
                </a:lnTo>
                <a:lnTo>
                  <a:pt x="676021" y="531835"/>
                </a:lnTo>
                <a:lnTo>
                  <a:pt x="740370" y="527248"/>
                </a:lnTo>
                <a:lnTo>
                  <a:pt x="802277" y="519803"/>
                </a:lnTo>
                <a:lnTo>
                  <a:pt x="861368" y="509662"/>
                </a:lnTo>
                <a:lnTo>
                  <a:pt x="917273" y="496987"/>
                </a:lnTo>
                <a:lnTo>
                  <a:pt x="969618" y="481942"/>
                </a:lnTo>
                <a:lnTo>
                  <a:pt x="1018032" y="464689"/>
                </a:lnTo>
                <a:lnTo>
                  <a:pt x="1062143" y="445390"/>
                </a:lnTo>
                <a:lnTo>
                  <a:pt x="1101580" y="424209"/>
                </a:lnTo>
                <a:lnTo>
                  <a:pt x="1135969" y="401308"/>
                </a:lnTo>
                <a:lnTo>
                  <a:pt x="1188121" y="350997"/>
                </a:lnTo>
                <a:lnTo>
                  <a:pt x="1215622" y="295759"/>
                </a:lnTo>
                <a:lnTo>
                  <a:pt x="1219200" y="266699"/>
                </a:lnTo>
                <a:lnTo>
                  <a:pt x="1215622" y="237640"/>
                </a:lnTo>
                <a:lnTo>
                  <a:pt x="1188121" y="182402"/>
                </a:lnTo>
                <a:lnTo>
                  <a:pt x="1135969" y="132091"/>
                </a:lnTo>
                <a:lnTo>
                  <a:pt x="1101580" y="109190"/>
                </a:lnTo>
                <a:lnTo>
                  <a:pt x="1062143" y="88009"/>
                </a:lnTo>
                <a:lnTo>
                  <a:pt x="1018032" y="68710"/>
                </a:lnTo>
                <a:lnTo>
                  <a:pt x="969618" y="51457"/>
                </a:lnTo>
                <a:lnTo>
                  <a:pt x="917273" y="36412"/>
                </a:lnTo>
                <a:lnTo>
                  <a:pt x="861368" y="23737"/>
                </a:lnTo>
                <a:lnTo>
                  <a:pt x="802277" y="13596"/>
                </a:lnTo>
                <a:lnTo>
                  <a:pt x="740370" y="6151"/>
                </a:lnTo>
                <a:lnTo>
                  <a:pt x="676021" y="1564"/>
                </a:lnTo>
                <a:lnTo>
                  <a:pt x="6096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02286" y="636893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266699"/>
                </a:moveTo>
                <a:lnTo>
                  <a:pt x="14060" y="209486"/>
                </a:lnTo>
                <a:lnTo>
                  <a:pt x="54257" y="156549"/>
                </a:lnTo>
                <a:lnTo>
                  <a:pt x="117617" y="109190"/>
                </a:lnTo>
                <a:lnTo>
                  <a:pt x="157053" y="88009"/>
                </a:lnTo>
                <a:lnTo>
                  <a:pt x="201164" y="68710"/>
                </a:lnTo>
                <a:lnTo>
                  <a:pt x="249577" y="51457"/>
                </a:lnTo>
                <a:lnTo>
                  <a:pt x="301922" y="36412"/>
                </a:lnTo>
                <a:lnTo>
                  <a:pt x="357827" y="23737"/>
                </a:lnTo>
                <a:lnTo>
                  <a:pt x="416918" y="13596"/>
                </a:lnTo>
                <a:lnTo>
                  <a:pt x="478826" y="6151"/>
                </a:lnTo>
                <a:lnTo>
                  <a:pt x="543176" y="1564"/>
                </a:lnTo>
                <a:lnTo>
                  <a:pt x="609599" y="0"/>
                </a:lnTo>
                <a:lnTo>
                  <a:pt x="676022" y="1564"/>
                </a:lnTo>
                <a:lnTo>
                  <a:pt x="740373" y="6151"/>
                </a:lnTo>
                <a:lnTo>
                  <a:pt x="802280" y="13596"/>
                </a:lnTo>
                <a:lnTo>
                  <a:pt x="861372" y="23737"/>
                </a:lnTo>
                <a:lnTo>
                  <a:pt x="917276" y="36412"/>
                </a:lnTo>
                <a:lnTo>
                  <a:pt x="969621" y="51457"/>
                </a:lnTo>
                <a:lnTo>
                  <a:pt x="1018035" y="68710"/>
                </a:lnTo>
                <a:lnTo>
                  <a:pt x="1062145" y="88009"/>
                </a:lnTo>
                <a:lnTo>
                  <a:pt x="1101581" y="109190"/>
                </a:lnTo>
                <a:lnTo>
                  <a:pt x="1135971" y="132091"/>
                </a:lnTo>
                <a:lnTo>
                  <a:pt x="1188121" y="182402"/>
                </a:lnTo>
                <a:lnTo>
                  <a:pt x="1215622" y="237639"/>
                </a:lnTo>
                <a:lnTo>
                  <a:pt x="1219199" y="266699"/>
                </a:lnTo>
                <a:lnTo>
                  <a:pt x="1215622" y="295759"/>
                </a:lnTo>
                <a:lnTo>
                  <a:pt x="1188121" y="350997"/>
                </a:lnTo>
                <a:lnTo>
                  <a:pt x="1135971" y="401308"/>
                </a:lnTo>
                <a:lnTo>
                  <a:pt x="1101581" y="424209"/>
                </a:lnTo>
                <a:lnTo>
                  <a:pt x="1062145" y="445390"/>
                </a:lnTo>
                <a:lnTo>
                  <a:pt x="1018035" y="464688"/>
                </a:lnTo>
                <a:lnTo>
                  <a:pt x="969621" y="481941"/>
                </a:lnTo>
                <a:lnTo>
                  <a:pt x="917276" y="496987"/>
                </a:lnTo>
                <a:lnTo>
                  <a:pt x="861372" y="509661"/>
                </a:lnTo>
                <a:lnTo>
                  <a:pt x="802280" y="519803"/>
                </a:lnTo>
                <a:lnTo>
                  <a:pt x="740373" y="527248"/>
                </a:lnTo>
                <a:lnTo>
                  <a:pt x="676022" y="531834"/>
                </a:lnTo>
                <a:lnTo>
                  <a:pt x="609599" y="533399"/>
                </a:lnTo>
                <a:lnTo>
                  <a:pt x="543176" y="531834"/>
                </a:lnTo>
                <a:lnTo>
                  <a:pt x="478826" y="527248"/>
                </a:lnTo>
                <a:lnTo>
                  <a:pt x="416918" y="519803"/>
                </a:lnTo>
                <a:lnTo>
                  <a:pt x="357827" y="509661"/>
                </a:lnTo>
                <a:lnTo>
                  <a:pt x="301922" y="496987"/>
                </a:lnTo>
                <a:lnTo>
                  <a:pt x="249577" y="481941"/>
                </a:lnTo>
                <a:lnTo>
                  <a:pt x="201164" y="464688"/>
                </a:lnTo>
                <a:lnTo>
                  <a:pt x="157053" y="445390"/>
                </a:lnTo>
                <a:lnTo>
                  <a:pt x="117617" y="424209"/>
                </a:lnTo>
                <a:lnTo>
                  <a:pt x="83228" y="401308"/>
                </a:lnTo>
                <a:lnTo>
                  <a:pt x="31077" y="350997"/>
                </a:lnTo>
                <a:lnTo>
                  <a:pt x="3577" y="295759"/>
                </a:lnTo>
                <a:lnTo>
                  <a:pt x="0" y="2666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008776" y="6455294"/>
            <a:ext cx="7969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85" dirty="0">
                <a:latin typeface="Times New Roman"/>
                <a:cs typeface="Times New Roman"/>
              </a:rPr>
              <a:t>V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dirty="0">
                <a:latin typeface="Times New Roman"/>
                <a:cs typeface="Times New Roman"/>
              </a:rPr>
              <a:t>Nr</a:t>
            </a:r>
          </a:p>
        </p:txBody>
      </p:sp>
      <p:sp>
        <p:nvSpPr>
          <p:cNvPr id="17" name="object 17"/>
          <p:cNvSpPr/>
          <p:nvPr/>
        </p:nvSpPr>
        <p:spPr>
          <a:xfrm>
            <a:off x="7250086" y="636893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609600" y="0"/>
                </a:moveTo>
                <a:lnTo>
                  <a:pt x="543176" y="1564"/>
                </a:lnTo>
                <a:lnTo>
                  <a:pt x="478825" y="6151"/>
                </a:lnTo>
                <a:lnTo>
                  <a:pt x="416917" y="13596"/>
                </a:lnTo>
                <a:lnTo>
                  <a:pt x="357825" y="23737"/>
                </a:lnTo>
                <a:lnTo>
                  <a:pt x="301921" y="36412"/>
                </a:lnTo>
                <a:lnTo>
                  <a:pt x="249576" y="51457"/>
                </a:lnTo>
                <a:lnTo>
                  <a:pt x="201162" y="68710"/>
                </a:lnTo>
                <a:lnTo>
                  <a:pt x="157051" y="88009"/>
                </a:lnTo>
                <a:lnTo>
                  <a:pt x="117616" y="109190"/>
                </a:lnTo>
                <a:lnTo>
                  <a:pt x="83227" y="132091"/>
                </a:lnTo>
                <a:lnTo>
                  <a:pt x="31077" y="182402"/>
                </a:lnTo>
                <a:lnTo>
                  <a:pt x="3576" y="237640"/>
                </a:lnTo>
                <a:lnTo>
                  <a:pt x="0" y="266699"/>
                </a:lnTo>
                <a:lnTo>
                  <a:pt x="3576" y="295759"/>
                </a:lnTo>
                <a:lnTo>
                  <a:pt x="31077" y="350997"/>
                </a:lnTo>
                <a:lnTo>
                  <a:pt x="83227" y="401308"/>
                </a:lnTo>
                <a:lnTo>
                  <a:pt x="117616" y="424209"/>
                </a:lnTo>
                <a:lnTo>
                  <a:pt x="157051" y="445390"/>
                </a:lnTo>
                <a:lnTo>
                  <a:pt x="201162" y="464689"/>
                </a:lnTo>
                <a:lnTo>
                  <a:pt x="249576" y="481942"/>
                </a:lnTo>
                <a:lnTo>
                  <a:pt x="301921" y="496987"/>
                </a:lnTo>
                <a:lnTo>
                  <a:pt x="357825" y="509662"/>
                </a:lnTo>
                <a:lnTo>
                  <a:pt x="416917" y="519803"/>
                </a:lnTo>
                <a:lnTo>
                  <a:pt x="478825" y="527248"/>
                </a:lnTo>
                <a:lnTo>
                  <a:pt x="543176" y="531835"/>
                </a:lnTo>
                <a:lnTo>
                  <a:pt x="609600" y="533399"/>
                </a:lnTo>
                <a:lnTo>
                  <a:pt x="676021" y="531835"/>
                </a:lnTo>
                <a:lnTo>
                  <a:pt x="740370" y="527248"/>
                </a:lnTo>
                <a:lnTo>
                  <a:pt x="802277" y="519803"/>
                </a:lnTo>
                <a:lnTo>
                  <a:pt x="861368" y="509662"/>
                </a:lnTo>
                <a:lnTo>
                  <a:pt x="917273" y="496987"/>
                </a:lnTo>
                <a:lnTo>
                  <a:pt x="969618" y="481942"/>
                </a:lnTo>
                <a:lnTo>
                  <a:pt x="1018032" y="464689"/>
                </a:lnTo>
                <a:lnTo>
                  <a:pt x="1062143" y="445390"/>
                </a:lnTo>
                <a:lnTo>
                  <a:pt x="1101580" y="424209"/>
                </a:lnTo>
                <a:lnTo>
                  <a:pt x="1135969" y="401308"/>
                </a:lnTo>
                <a:lnTo>
                  <a:pt x="1188121" y="350997"/>
                </a:lnTo>
                <a:lnTo>
                  <a:pt x="1215622" y="295759"/>
                </a:lnTo>
                <a:lnTo>
                  <a:pt x="1219200" y="266699"/>
                </a:lnTo>
                <a:lnTo>
                  <a:pt x="1215622" y="237640"/>
                </a:lnTo>
                <a:lnTo>
                  <a:pt x="1188121" y="182402"/>
                </a:lnTo>
                <a:lnTo>
                  <a:pt x="1135969" y="132091"/>
                </a:lnTo>
                <a:lnTo>
                  <a:pt x="1101580" y="109190"/>
                </a:lnTo>
                <a:lnTo>
                  <a:pt x="1062143" y="88009"/>
                </a:lnTo>
                <a:lnTo>
                  <a:pt x="1018032" y="68710"/>
                </a:lnTo>
                <a:lnTo>
                  <a:pt x="969618" y="51457"/>
                </a:lnTo>
                <a:lnTo>
                  <a:pt x="917273" y="36412"/>
                </a:lnTo>
                <a:lnTo>
                  <a:pt x="861368" y="23737"/>
                </a:lnTo>
                <a:lnTo>
                  <a:pt x="802277" y="13596"/>
                </a:lnTo>
                <a:lnTo>
                  <a:pt x="740370" y="6151"/>
                </a:lnTo>
                <a:lnTo>
                  <a:pt x="676021" y="1564"/>
                </a:lnTo>
                <a:lnTo>
                  <a:pt x="6096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50086" y="636893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266699"/>
                </a:moveTo>
                <a:lnTo>
                  <a:pt x="14060" y="209486"/>
                </a:lnTo>
                <a:lnTo>
                  <a:pt x="54257" y="156549"/>
                </a:lnTo>
                <a:lnTo>
                  <a:pt x="117617" y="109190"/>
                </a:lnTo>
                <a:lnTo>
                  <a:pt x="157053" y="88009"/>
                </a:lnTo>
                <a:lnTo>
                  <a:pt x="201164" y="68710"/>
                </a:lnTo>
                <a:lnTo>
                  <a:pt x="249578" y="51457"/>
                </a:lnTo>
                <a:lnTo>
                  <a:pt x="301923" y="36412"/>
                </a:lnTo>
                <a:lnTo>
                  <a:pt x="357827" y="23737"/>
                </a:lnTo>
                <a:lnTo>
                  <a:pt x="416919" y="13596"/>
                </a:lnTo>
                <a:lnTo>
                  <a:pt x="478826" y="6151"/>
                </a:lnTo>
                <a:lnTo>
                  <a:pt x="543177" y="1564"/>
                </a:lnTo>
                <a:lnTo>
                  <a:pt x="609599" y="0"/>
                </a:lnTo>
                <a:lnTo>
                  <a:pt x="676022" y="1564"/>
                </a:lnTo>
                <a:lnTo>
                  <a:pt x="740373" y="6151"/>
                </a:lnTo>
                <a:lnTo>
                  <a:pt x="802280" y="13596"/>
                </a:lnTo>
                <a:lnTo>
                  <a:pt x="861371" y="23737"/>
                </a:lnTo>
                <a:lnTo>
                  <a:pt x="917276" y="36412"/>
                </a:lnTo>
                <a:lnTo>
                  <a:pt x="969621" y="51457"/>
                </a:lnTo>
                <a:lnTo>
                  <a:pt x="1018035" y="68710"/>
                </a:lnTo>
                <a:lnTo>
                  <a:pt x="1062145" y="88009"/>
                </a:lnTo>
                <a:lnTo>
                  <a:pt x="1101581" y="109190"/>
                </a:lnTo>
                <a:lnTo>
                  <a:pt x="1135971" y="132091"/>
                </a:lnTo>
                <a:lnTo>
                  <a:pt x="1188121" y="182402"/>
                </a:lnTo>
                <a:lnTo>
                  <a:pt x="1215622" y="237639"/>
                </a:lnTo>
                <a:lnTo>
                  <a:pt x="1219199" y="266699"/>
                </a:lnTo>
                <a:lnTo>
                  <a:pt x="1215622" y="295759"/>
                </a:lnTo>
                <a:lnTo>
                  <a:pt x="1188121" y="350997"/>
                </a:lnTo>
                <a:lnTo>
                  <a:pt x="1135971" y="401308"/>
                </a:lnTo>
                <a:lnTo>
                  <a:pt x="1101581" y="424209"/>
                </a:lnTo>
                <a:lnTo>
                  <a:pt x="1062145" y="445390"/>
                </a:lnTo>
                <a:lnTo>
                  <a:pt x="1018035" y="464688"/>
                </a:lnTo>
                <a:lnTo>
                  <a:pt x="969621" y="481941"/>
                </a:lnTo>
                <a:lnTo>
                  <a:pt x="917276" y="496987"/>
                </a:lnTo>
                <a:lnTo>
                  <a:pt x="861371" y="509661"/>
                </a:lnTo>
                <a:lnTo>
                  <a:pt x="802280" y="519803"/>
                </a:lnTo>
                <a:lnTo>
                  <a:pt x="740373" y="527248"/>
                </a:lnTo>
                <a:lnTo>
                  <a:pt x="676022" y="531834"/>
                </a:lnTo>
                <a:lnTo>
                  <a:pt x="609599" y="533399"/>
                </a:lnTo>
                <a:lnTo>
                  <a:pt x="543177" y="531834"/>
                </a:lnTo>
                <a:lnTo>
                  <a:pt x="478826" y="527248"/>
                </a:lnTo>
                <a:lnTo>
                  <a:pt x="416919" y="519803"/>
                </a:lnTo>
                <a:lnTo>
                  <a:pt x="357827" y="509661"/>
                </a:lnTo>
                <a:lnTo>
                  <a:pt x="301923" y="496987"/>
                </a:lnTo>
                <a:lnTo>
                  <a:pt x="249578" y="481941"/>
                </a:lnTo>
                <a:lnTo>
                  <a:pt x="201164" y="464688"/>
                </a:lnTo>
                <a:lnTo>
                  <a:pt x="157053" y="445390"/>
                </a:lnTo>
                <a:lnTo>
                  <a:pt x="117617" y="424209"/>
                </a:lnTo>
                <a:lnTo>
                  <a:pt x="83228" y="401308"/>
                </a:lnTo>
                <a:lnTo>
                  <a:pt x="31077" y="350997"/>
                </a:lnTo>
                <a:lnTo>
                  <a:pt x="3577" y="295759"/>
                </a:lnTo>
                <a:lnTo>
                  <a:pt x="0" y="2666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83563" y="6455294"/>
            <a:ext cx="5435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80" dirty="0">
                <a:latin typeface="Times New Roman"/>
                <a:cs typeface="Times New Roman"/>
              </a:rPr>
              <a:t>T</a:t>
            </a:r>
            <a:r>
              <a:rPr sz="2200" spc="-5" dirty="0">
                <a:latin typeface="Times New Roman"/>
                <a:cs typeface="Times New Roman"/>
              </a:rPr>
              <a:t>ite</a:t>
            </a:r>
            <a:r>
              <a:rPr sz="2200" dirty="0">
                <a:latin typeface="Times New Roman"/>
                <a:cs typeface="Times New Roman"/>
              </a:rPr>
              <a:t>l</a:t>
            </a:r>
          </a:p>
        </p:txBody>
      </p:sp>
      <p:sp>
        <p:nvSpPr>
          <p:cNvPr id="20" name="object 20"/>
          <p:cNvSpPr/>
          <p:nvPr/>
        </p:nvSpPr>
        <p:spPr>
          <a:xfrm>
            <a:off x="8697886" y="636893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609600" y="0"/>
                </a:moveTo>
                <a:lnTo>
                  <a:pt x="543176" y="1564"/>
                </a:lnTo>
                <a:lnTo>
                  <a:pt x="478825" y="6151"/>
                </a:lnTo>
                <a:lnTo>
                  <a:pt x="416917" y="13596"/>
                </a:lnTo>
                <a:lnTo>
                  <a:pt x="357825" y="23737"/>
                </a:lnTo>
                <a:lnTo>
                  <a:pt x="301921" y="36412"/>
                </a:lnTo>
                <a:lnTo>
                  <a:pt x="249576" y="51457"/>
                </a:lnTo>
                <a:lnTo>
                  <a:pt x="201162" y="68710"/>
                </a:lnTo>
                <a:lnTo>
                  <a:pt x="157051" y="88009"/>
                </a:lnTo>
                <a:lnTo>
                  <a:pt x="117616" y="109190"/>
                </a:lnTo>
                <a:lnTo>
                  <a:pt x="83227" y="132091"/>
                </a:lnTo>
                <a:lnTo>
                  <a:pt x="31077" y="182402"/>
                </a:lnTo>
                <a:lnTo>
                  <a:pt x="3576" y="237640"/>
                </a:lnTo>
                <a:lnTo>
                  <a:pt x="0" y="266699"/>
                </a:lnTo>
                <a:lnTo>
                  <a:pt x="3576" y="295759"/>
                </a:lnTo>
                <a:lnTo>
                  <a:pt x="31077" y="350997"/>
                </a:lnTo>
                <a:lnTo>
                  <a:pt x="83227" y="401308"/>
                </a:lnTo>
                <a:lnTo>
                  <a:pt x="117616" y="424209"/>
                </a:lnTo>
                <a:lnTo>
                  <a:pt x="157051" y="445390"/>
                </a:lnTo>
                <a:lnTo>
                  <a:pt x="201162" y="464689"/>
                </a:lnTo>
                <a:lnTo>
                  <a:pt x="249576" y="481942"/>
                </a:lnTo>
                <a:lnTo>
                  <a:pt x="301921" y="496987"/>
                </a:lnTo>
                <a:lnTo>
                  <a:pt x="357825" y="509662"/>
                </a:lnTo>
                <a:lnTo>
                  <a:pt x="416917" y="519803"/>
                </a:lnTo>
                <a:lnTo>
                  <a:pt x="478825" y="527248"/>
                </a:lnTo>
                <a:lnTo>
                  <a:pt x="543176" y="531835"/>
                </a:lnTo>
                <a:lnTo>
                  <a:pt x="609600" y="533399"/>
                </a:lnTo>
                <a:lnTo>
                  <a:pt x="676021" y="531835"/>
                </a:lnTo>
                <a:lnTo>
                  <a:pt x="740370" y="527248"/>
                </a:lnTo>
                <a:lnTo>
                  <a:pt x="802277" y="519803"/>
                </a:lnTo>
                <a:lnTo>
                  <a:pt x="861368" y="509662"/>
                </a:lnTo>
                <a:lnTo>
                  <a:pt x="917273" y="496987"/>
                </a:lnTo>
                <a:lnTo>
                  <a:pt x="969618" y="481942"/>
                </a:lnTo>
                <a:lnTo>
                  <a:pt x="1018032" y="464689"/>
                </a:lnTo>
                <a:lnTo>
                  <a:pt x="1062143" y="445390"/>
                </a:lnTo>
                <a:lnTo>
                  <a:pt x="1101580" y="424209"/>
                </a:lnTo>
                <a:lnTo>
                  <a:pt x="1135969" y="401308"/>
                </a:lnTo>
                <a:lnTo>
                  <a:pt x="1188121" y="350997"/>
                </a:lnTo>
                <a:lnTo>
                  <a:pt x="1215622" y="295759"/>
                </a:lnTo>
                <a:lnTo>
                  <a:pt x="1219200" y="266699"/>
                </a:lnTo>
                <a:lnTo>
                  <a:pt x="1215622" y="237640"/>
                </a:lnTo>
                <a:lnTo>
                  <a:pt x="1188121" y="182402"/>
                </a:lnTo>
                <a:lnTo>
                  <a:pt x="1135969" y="132091"/>
                </a:lnTo>
                <a:lnTo>
                  <a:pt x="1101580" y="109190"/>
                </a:lnTo>
                <a:lnTo>
                  <a:pt x="1062143" y="88009"/>
                </a:lnTo>
                <a:lnTo>
                  <a:pt x="1018032" y="68710"/>
                </a:lnTo>
                <a:lnTo>
                  <a:pt x="969618" y="51457"/>
                </a:lnTo>
                <a:lnTo>
                  <a:pt x="917273" y="36412"/>
                </a:lnTo>
                <a:lnTo>
                  <a:pt x="861368" y="23737"/>
                </a:lnTo>
                <a:lnTo>
                  <a:pt x="802277" y="13596"/>
                </a:lnTo>
                <a:lnTo>
                  <a:pt x="740370" y="6151"/>
                </a:lnTo>
                <a:lnTo>
                  <a:pt x="676021" y="1564"/>
                </a:lnTo>
                <a:lnTo>
                  <a:pt x="6096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97886" y="636893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266699"/>
                </a:moveTo>
                <a:lnTo>
                  <a:pt x="14060" y="209486"/>
                </a:lnTo>
                <a:lnTo>
                  <a:pt x="54257" y="156549"/>
                </a:lnTo>
                <a:lnTo>
                  <a:pt x="117617" y="109190"/>
                </a:lnTo>
                <a:lnTo>
                  <a:pt x="157053" y="88009"/>
                </a:lnTo>
                <a:lnTo>
                  <a:pt x="201164" y="68710"/>
                </a:lnTo>
                <a:lnTo>
                  <a:pt x="249578" y="51457"/>
                </a:lnTo>
                <a:lnTo>
                  <a:pt x="301923" y="36412"/>
                </a:lnTo>
                <a:lnTo>
                  <a:pt x="357827" y="23737"/>
                </a:lnTo>
                <a:lnTo>
                  <a:pt x="416919" y="13596"/>
                </a:lnTo>
                <a:lnTo>
                  <a:pt x="478826" y="6151"/>
                </a:lnTo>
                <a:lnTo>
                  <a:pt x="543177" y="1564"/>
                </a:lnTo>
                <a:lnTo>
                  <a:pt x="609599" y="0"/>
                </a:lnTo>
                <a:lnTo>
                  <a:pt x="676022" y="1564"/>
                </a:lnTo>
                <a:lnTo>
                  <a:pt x="740373" y="6151"/>
                </a:lnTo>
                <a:lnTo>
                  <a:pt x="802280" y="13596"/>
                </a:lnTo>
                <a:lnTo>
                  <a:pt x="861371" y="23737"/>
                </a:lnTo>
                <a:lnTo>
                  <a:pt x="917276" y="36412"/>
                </a:lnTo>
                <a:lnTo>
                  <a:pt x="969621" y="51457"/>
                </a:lnTo>
                <a:lnTo>
                  <a:pt x="1018035" y="68710"/>
                </a:lnTo>
                <a:lnTo>
                  <a:pt x="1062145" y="88009"/>
                </a:lnTo>
                <a:lnTo>
                  <a:pt x="1101581" y="109190"/>
                </a:lnTo>
                <a:lnTo>
                  <a:pt x="1135971" y="132091"/>
                </a:lnTo>
                <a:lnTo>
                  <a:pt x="1188121" y="182402"/>
                </a:lnTo>
                <a:lnTo>
                  <a:pt x="1215622" y="237639"/>
                </a:lnTo>
                <a:lnTo>
                  <a:pt x="1219199" y="266699"/>
                </a:lnTo>
                <a:lnTo>
                  <a:pt x="1215622" y="295759"/>
                </a:lnTo>
                <a:lnTo>
                  <a:pt x="1188121" y="350997"/>
                </a:lnTo>
                <a:lnTo>
                  <a:pt x="1135971" y="401308"/>
                </a:lnTo>
                <a:lnTo>
                  <a:pt x="1101581" y="424209"/>
                </a:lnTo>
                <a:lnTo>
                  <a:pt x="1062145" y="445390"/>
                </a:lnTo>
                <a:lnTo>
                  <a:pt x="1018035" y="464688"/>
                </a:lnTo>
                <a:lnTo>
                  <a:pt x="969621" y="481941"/>
                </a:lnTo>
                <a:lnTo>
                  <a:pt x="917276" y="496987"/>
                </a:lnTo>
                <a:lnTo>
                  <a:pt x="861371" y="509661"/>
                </a:lnTo>
                <a:lnTo>
                  <a:pt x="802280" y="519803"/>
                </a:lnTo>
                <a:lnTo>
                  <a:pt x="740373" y="527248"/>
                </a:lnTo>
                <a:lnTo>
                  <a:pt x="676022" y="531834"/>
                </a:lnTo>
                <a:lnTo>
                  <a:pt x="609599" y="533399"/>
                </a:lnTo>
                <a:lnTo>
                  <a:pt x="543177" y="531834"/>
                </a:lnTo>
                <a:lnTo>
                  <a:pt x="478826" y="527248"/>
                </a:lnTo>
                <a:lnTo>
                  <a:pt x="416919" y="519803"/>
                </a:lnTo>
                <a:lnTo>
                  <a:pt x="357827" y="509661"/>
                </a:lnTo>
                <a:lnTo>
                  <a:pt x="301923" y="496987"/>
                </a:lnTo>
                <a:lnTo>
                  <a:pt x="249578" y="481941"/>
                </a:lnTo>
                <a:lnTo>
                  <a:pt x="201164" y="464688"/>
                </a:lnTo>
                <a:lnTo>
                  <a:pt x="157053" y="445390"/>
                </a:lnTo>
                <a:lnTo>
                  <a:pt x="117617" y="424209"/>
                </a:lnTo>
                <a:lnTo>
                  <a:pt x="83228" y="401308"/>
                </a:lnTo>
                <a:lnTo>
                  <a:pt x="31077" y="350997"/>
                </a:lnTo>
                <a:lnTo>
                  <a:pt x="3577" y="295759"/>
                </a:lnTo>
                <a:lnTo>
                  <a:pt x="0" y="2666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005963" y="6455294"/>
            <a:ext cx="6000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SWS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43687" y="5683135"/>
            <a:ext cx="863600" cy="763905"/>
          </a:xfrm>
          <a:custGeom>
            <a:avLst/>
            <a:gdLst/>
            <a:ahLst/>
            <a:cxnLst/>
            <a:rect l="l" t="t" r="r" b="b"/>
            <a:pathLst>
              <a:path w="863600" h="763904">
                <a:moveTo>
                  <a:pt x="863599" y="0"/>
                </a:moveTo>
                <a:lnTo>
                  <a:pt x="0" y="7635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07286" y="5683135"/>
            <a:ext cx="152400" cy="685800"/>
          </a:xfrm>
          <a:custGeom>
            <a:avLst/>
            <a:gdLst/>
            <a:ahLst/>
            <a:cxnLst/>
            <a:rect l="l" t="t" r="r" b="b"/>
            <a:pathLst>
              <a:path w="152400" h="685800">
                <a:moveTo>
                  <a:pt x="0" y="0"/>
                </a:moveTo>
                <a:lnTo>
                  <a:pt x="152400" y="6857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07286" y="5683135"/>
            <a:ext cx="1168400" cy="763905"/>
          </a:xfrm>
          <a:custGeom>
            <a:avLst/>
            <a:gdLst/>
            <a:ahLst/>
            <a:cxnLst/>
            <a:rect l="l" t="t" r="r" b="b"/>
            <a:pathLst>
              <a:path w="1168400" h="763904">
                <a:moveTo>
                  <a:pt x="0" y="0"/>
                </a:moveTo>
                <a:lnTo>
                  <a:pt x="1168399" y="7635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6030886" y="6826134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846352" y="2961843"/>
            <a:ext cx="6775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imes New Roman"/>
                <a:cs typeface="Times New Roman"/>
              </a:rPr>
              <a:t>Hör</a:t>
            </a:r>
            <a:r>
              <a:rPr sz="2200" spc="-5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46352" y="4562043"/>
            <a:ext cx="20580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Lehrveranstaltung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3" name="object 48">
            <a:extLst>
              <a:ext uri="{FF2B5EF4-FFF2-40B4-BE49-F238E27FC236}">
                <a16:creationId xmlns:a16="http://schemas.microsoft.com/office/drawing/2014/main" id="{193BEBF7-E2E9-1EFD-0175-E06EA4AEAC91}"/>
              </a:ext>
            </a:extLst>
          </p:cNvPr>
          <p:cNvSpPr txBox="1">
            <a:spLocks/>
          </p:cNvSpPr>
          <p:nvPr/>
        </p:nvSpPr>
        <p:spPr>
          <a:xfrm>
            <a:off x="927101" y="654050"/>
            <a:ext cx="6553200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3900" algn="l"/>
              </a:tabLst>
            </a:pPr>
            <a:r>
              <a:rPr lang="en-GB" spc="-5" dirty="0"/>
              <a:t>Entity/Relationship-</a:t>
            </a:r>
            <a:r>
              <a:rPr lang="en-GB" spc="-5" dirty="0" err="1"/>
              <a:t>Modellierung</a:t>
            </a:r>
            <a:endParaRPr lang="en-GB" spc="-15" dirty="0"/>
          </a:p>
        </p:txBody>
      </p:sp>
      <p:sp>
        <p:nvSpPr>
          <p:cNvPr id="26" name="object 26"/>
          <p:cNvSpPr/>
          <p:nvPr/>
        </p:nvSpPr>
        <p:spPr>
          <a:xfrm>
            <a:off x="5649886" y="1415935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609600" y="0"/>
                </a:moveTo>
                <a:lnTo>
                  <a:pt x="543176" y="1564"/>
                </a:lnTo>
                <a:lnTo>
                  <a:pt x="478825" y="6151"/>
                </a:lnTo>
                <a:lnTo>
                  <a:pt x="416917" y="13596"/>
                </a:lnTo>
                <a:lnTo>
                  <a:pt x="357825" y="23737"/>
                </a:lnTo>
                <a:lnTo>
                  <a:pt x="301921" y="36412"/>
                </a:lnTo>
                <a:lnTo>
                  <a:pt x="249576" y="51457"/>
                </a:lnTo>
                <a:lnTo>
                  <a:pt x="201162" y="68710"/>
                </a:lnTo>
                <a:lnTo>
                  <a:pt x="157051" y="88009"/>
                </a:lnTo>
                <a:lnTo>
                  <a:pt x="117616" y="109190"/>
                </a:lnTo>
                <a:lnTo>
                  <a:pt x="83227" y="132091"/>
                </a:lnTo>
                <a:lnTo>
                  <a:pt x="31077" y="182402"/>
                </a:lnTo>
                <a:lnTo>
                  <a:pt x="3576" y="237640"/>
                </a:lnTo>
                <a:lnTo>
                  <a:pt x="0" y="266700"/>
                </a:lnTo>
                <a:lnTo>
                  <a:pt x="3576" y="295759"/>
                </a:lnTo>
                <a:lnTo>
                  <a:pt x="31077" y="350997"/>
                </a:lnTo>
                <a:lnTo>
                  <a:pt x="83227" y="401308"/>
                </a:lnTo>
                <a:lnTo>
                  <a:pt x="117616" y="424209"/>
                </a:lnTo>
                <a:lnTo>
                  <a:pt x="157051" y="445390"/>
                </a:lnTo>
                <a:lnTo>
                  <a:pt x="201162" y="464689"/>
                </a:lnTo>
                <a:lnTo>
                  <a:pt x="249576" y="481942"/>
                </a:lnTo>
                <a:lnTo>
                  <a:pt x="301921" y="496987"/>
                </a:lnTo>
                <a:lnTo>
                  <a:pt x="357825" y="509662"/>
                </a:lnTo>
                <a:lnTo>
                  <a:pt x="416917" y="519803"/>
                </a:lnTo>
                <a:lnTo>
                  <a:pt x="478825" y="527248"/>
                </a:lnTo>
                <a:lnTo>
                  <a:pt x="543176" y="531835"/>
                </a:lnTo>
                <a:lnTo>
                  <a:pt x="609600" y="533400"/>
                </a:lnTo>
                <a:lnTo>
                  <a:pt x="676021" y="531835"/>
                </a:lnTo>
                <a:lnTo>
                  <a:pt x="740370" y="527248"/>
                </a:lnTo>
                <a:lnTo>
                  <a:pt x="802277" y="519803"/>
                </a:lnTo>
                <a:lnTo>
                  <a:pt x="861368" y="509662"/>
                </a:lnTo>
                <a:lnTo>
                  <a:pt x="917273" y="496987"/>
                </a:lnTo>
                <a:lnTo>
                  <a:pt x="969618" y="481942"/>
                </a:lnTo>
                <a:lnTo>
                  <a:pt x="1018032" y="464689"/>
                </a:lnTo>
                <a:lnTo>
                  <a:pt x="1062143" y="445390"/>
                </a:lnTo>
                <a:lnTo>
                  <a:pt x="1101580" y="424209"/>
                </a:lnTo>
                <a:lnTo>
                  <a:pt x="1135969" y="401308"/>
                </a:lnTo>
                <a:lnTo>
                  <a:pt x="1188121" y="350997"/>
                </a:lnTo>
                <a:lnTo>
                  <a:pt x="1215622" y="295759"/>
                </a:lnTo>
                <a:lnTo>
                  <a:pt x="1219200" y="266700"/>
                </a:lnTo>
                <a:lnTo>
                  <a:pt x="1215622" y="237640"/>
                </a:lnTo>
                <a:lnTo>
                  <a:pt x="1188121" y="182402"/>
                </a:lnTo>
                <a:lnTo>
                  <a:pt x="1135969" y="132091"/>
                </a:lnTo>
                <a:lnTo>
                  <a:pt x="1101580" y="109190"/>
                </a:lnTo>
                <a:lnTo>
                  <a:pt x="1062143" y="88009"/>
                </a:lnTo>
                <a:lnTo>
                  <a:pt x="1018032" y="68710"/>
                </a:lnTo>
                <a:lnTo>
                  <a:pt x="969618" y="51457"/>
                </a:lnTo>
                <a:lnTo>
                  <a:pt x="917273" y="36412"/>
                </a:lnTo>
                <a:lnTo>
                  <a:pt x="861368" y="23737"/>
                </a:lnTo>
                <a:lnTo>
                  <a:pt x="802277" y="13596"/>
                </a:lnTo>
                <a:lnTo>
                  <a:pt x="740370" y="6151"/>
                </a:lnTo>
                <a:lnTo>
                  <a:pt x="676021" y="1564"/>
                </a:lnTo>
                <a:lnTo>
                  <a:pt x="6096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49886" y="1415936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266699"/>
                </a:moveTo>
                <a:lnTo>
                  <a:pt x="14060" y="209486"/>
                </a:lnTo>
                <a:lnTo>
                  <a:pt x="54257" y="156549"/>
                </a:lnTo>
                <a:lnTo>
                  <a:pt x="117617" y="109190"/>
                </a:lnTo>
                <a:lnTo>
                  <a:pt x="157053" y="88009"/>
                </a:lnTo>
                <a:lnTo>
                  <a:pt x="201164" y="68710"/>
                </a:lnTo>
                <a:lnTo>
                  <a:pt x="249577" y="51457"/>
                </a:lnTo>
                <a:lnTo>
                  <a:pt x="301922" y="36412"/>
                </a:lnTo>
                <a:lnTo>
                  <a:pt x="357827" y="23737"/>
                </a:lnTo>
                <a:lnTo>
                  <a:pt x="416918" y="13596"/>
                </a:lnTo>
                <a:lnTo>
                  <a:pt x="478826" y="6151"/>
                </a:lnTo>
                <a:lnTo>
                  <a:pt x="543177" y="1564"/>
                </a:lnTo>
                <a:lnTo>
                  <a:pt x="609599" y="0"/>
                </a:lnTo>
                <a:lnTo>
                  <a:pt x="676022" y="1564"/>
                </a:lnTo>
                <a:lnTo>
                  <a:pt x="740373" y="6151"/>
                </a:lnTo>
                <a:lnTo>
                  <a:pt x="802280" y="13596"/>
                </a:lnTo>
                <a:lnTo>
                  <a:pt x="861372" y="23737"/>
                </a:lnTo>
                <a:lnTo>
                  <a:pt x="917276" y="36412"/>
                </a:lnTo>
                <a:lnTo>
                  <a:pt x="969621" y="51457"/>
                </a:lnTo>
                <a:lnTo>
                  <a:pt x="1018035" y="68710"/>
                </a:lnTo>
                <a:lnTo>
                  <a:pt x="1062145" y="88009"/>
                </a:lnTo>
                <a:lnTo>
                  <a:pt x="1101581" y="109190"/>
                </a:lnTo>
                <a:lnTo>
                  <a:pt x="1135971" y="132091"/>
                </a:lnTo>
                <a:lnTo>
                  <a:pt x="1188121" y="182401"/>
                </a:lnTo>
                <a:lnTo>
                  <a:pt x="1215622" y="237639"/>
                </a:lnTo>
                <a:lnTo>
                  <a:pt x="1219199" y="266699"/>
                </a:lnTo>
                <a:lnTo>
                  <a:pt x="1215622" y="295759"/>
                </a:lnTo>
                <a:lnTo>
                  <a:pt x="1188121" y="350997"/>
                </a:lnTo>
                <a:lnTo>
                  <a:pt x="1135971" y="401307"/>
                </a:lnTo>
                <a:lnTo>
                  <a:pt x="1101581" y="424208"/>
                </a:lnTo>
                <a:lnTo>
                  <a:pt x="1062145" y="445389"/>
                </a:lnTo>
                <a:lnTo>
                  <a:pt x="1018035" y="464688"/>
                </a:lnTo>
                <a:lnTo>
                  <a:pt x="969621" y="481941"/>
                </a:lnTo>
                <a:lnTo>
                  <a:pt x="917276" y="496986"/>
                </a:lnTo>
                <a:lnTo>
                  <a:pt x="861372" y="509661"/>
                </a:lnTo>
                <a:lnTo>
                  <a:pt x="802280" y="519802"/>
                </a:lnTo>
                <a:lnTo>
                  <a:pt x="740373" y="527247"/>
                </a:lnTo>
                <a:lnTo>
                  <a:pt x="676022" y="531834"/>
                </a:lnTo>
                <a:lnTo>
                  <a:pt x="609599" y="533399"/>
                </a:lnTo>
                <a:lnTo>
                  <a:pt x="543177" y="531834"/>
                </a:lnTo>
                <a:lnTo>
                  <a:pt x="478826" y="527247"/>
                </a:lnTo>
                <a:lnTo>
                  <a:pt x="416918" y="519802"/>
                </a:lnTo>
                <a:lnTo>
                  <a:pt x="357827" y="509661"/>
                </a:lnTo>
                <a:lnTo>
                  <a:pt x="301922" y="496986"/>
                </a:lnTo>
                <a:lnTo>
                  <a:pt x="249577" y="481941"/>
                </a:lnTo>
                <a:lnTo>
                  <a:pt x="201164" y="464688"/>
                </a:lnTo>
                <a:lnTo>
                  <a:pt x="157053" y="445389"/>
                </a:lnTo>
                <a:lnTo>
                  <a:pt x="117617" y="424208"/>
                </a:lnTo>
                <a:lnTo>
                  <a:pt x="83228" y="401307"/>
                </a:lnTo>
                <a:lnTo>
                  <a:pt x="31077" y="350997"/>
                </a:lnTo>
                <a:lnTo>
                  <a:pt x="3577" y="295759"/>
                </a:lnTo>
                <a:lnTo>
                  <a:pt x="0" y="2666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45286" y="1415935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609600" y="0"/>
                </a:moveTo>
                <a:lnTo>
                  <a:pt x="543176" y="1564"/>
                </a:lnTo>
                <a:lnTo>
                  <a:pt x="478825" y="6151"/>
                </a:lnTo>
                <a:lnTo>
                  <a:pt x="416917" y="13596"/>
                </a:lnTo>
                <a:lnTo>
                  <a:pt x="357825" y="23737"/>
                </a:lnTo>
                <a:lnTo>
                  <a:pt x="301921" y="36412"/>
                </a:lnTo>
                <a:lnTo>
                  <a:pt x="249576" y="51457"/>
                </a:lnTo>
                <a:lnTo>
                  <a:pt x="201162" y="68710"/>
                </a:lnTo>
                <a:lnTo>
                  <a:pt x="157051" y="88009"/>
                </a:lnTo>
                <a:lnTo>
                  <a:pt x="117616" y="109190"/>
                </a:lnTo>
                <a:lnTo>
                  <a:pt x="83227" y="132091"/>
                </a:lnTo>
                <a:lnTo>
                  <a:pt x="31077" y="182402"/>
                </a:lnTo>
                <a:lnTo>
                  <a:pt x="3576" y="237640"/>
                </a:lnTo>
                <a:lnTo>
                  <a:pt x="0" y="266700"/>
                </a:lnTo>
                <a:lnTo>
                  <a:pt x="3576" y="295759"/>
                </a:lnTo>
                <a:lnTo>
                  <a:pt x="31077" y="350997"/>
                </a:lnTo>
                <a:lnTo>
                  <a:pt x="83227" y="401308"/>
                </a:lnTo>
                <a:lnTo>
                  <a:pt x="117616" y="424209"/>
                </a:lnTo>
                <a:lnTo>
                  <a:pt x="157051" y="445390"/>
                </a:lnTo>
                <a:lnTo>
                  <a:pt x="201162" y="464689"/>
                </a:lnTo>
                <a:lnTo>
                  <a:pt x="249576" y="481942"/>
                </a:lnTo>
                <a:lnTo>
                  <a:pt x="301921" y="496987"/>
                </a:lnTo>
                <a:lnTo>
                  <a:pt x="357825" y="509662"/>
                </a:lnTo>
                <a:lnTo>
                  <a:pt x="416917" y="519803"/>
                </a:lnTo>
                <a:lnTo>
                  <a:pt x="478825" y="527248"/>
                </a:lnTo>
                <a:lnTo>
                  <a:pt x="543176" y="531835"/>
                </a:lnTo>
                <a:lnTo>
                  <a:pt x="609600" y="533400"/>
                </a:lnTo>
                <a:lnTo>
                  <a:pt x="676021" y="531835"/>
                </a:lnTo>
                <a:lnTo>
                  <a:pt x="740370" y="527248"/>
                </a:lnTo>
                <a:lnTo>
                  <a:pt x="802277" y="519803"/>
                </a:lnTo>
                <a:lnTo>
                  <a:pt x="861368" y="509662"/>
                </a:lnTo>
                <a:lnTo>
                  <a:pt x="917273" y="496987"/>
                </a:lnTo>
                <a:lnTo>
                  <a:pt x="969618" y="481942"/>
                </a:lnTo>
                <a:lnTo>
                  <a:pt x="1018032" y="464689"/>
                </a:lnTo>
                <a:lnTo>
                  <a:pt x="1062143" y="445390"/>
                </a:lnTo>
                <a:lnTo>
                  <a:pt x="1101580" y="424209"/>
                </a:lnTo>
                <a:lnTo>
                  <a:pt x="1135969" y="401308"/>
                </a:lnTo>
                <a:lnTo>
                  <a:pt x="1188121" y="350997"/>
                </a:lnTo>
                <a:lnTo>
                  <a:pt x="1215622" y="295759"/>
                </a:lnTo>
                <a:lnTo>
                  <a:pt x="1219200" y="266700"/>
                </a:lnTo>
                <a:lnTo>
                  <a:pt x="1215622" y="237640"/>
                </a:lnTo>
                <a:lnTo>
                  <a:pt x="1188121" y="182402"/>
                </a:lnTo>
                <a:lnTo>
                  <a:pt x="1135969" y="132091"/>
                </a:lnTo>
                <a:lnTo>
                  <a:pt x="1101580" y="109190"/>
                </a:lnTo>
                <a:lnTo>
                  <a:pt x="1062143" y="88009"/>
                </a:lnTo>
                <a:lnTo>
                  <a:pt x="1018032" y="68710"/>
                </a:lnTo>
                <a:lnTo>
                  <a:pt x="969618" y="51457"/>
                </a:lnTo>
                <a:lnTo>
                  <a:pt x="917273" y="36412"/>
                </a:lnTo>
                <a:lnTo>
                  <a:pt x="861368" y="23737"/>
                </a:lnTo>
                <a:lnTo>
                  <a:pt x="802277" y="13596"/>
                </a:lnTo>
                <a:lnTo>
                  <a:pt x="740370" y="6151"/>
                </a:lnTo>
                <a:lnTo>
                  <a:pt x="676021" y="1564"/>
                </a:lnTo>
                <a:lnTo>
                  <a:pt x="6096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45286" y="1415936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266699"/>
                </a:moveTo>
                <a:lnTo>
                  <a:pt x="14060" y="209486"/>
                </a:lnTo>
                <a:lnTo>
                  <a:pt x="54257" y="156549"/>
                </a:lnTo>
                <a:lnTo>
                  <a:pt x="117617" y="109190"/>
                </a:lnTo>
                <a:lnTo>
                  <a:pt x="157053" y="88009"/>
                </a:lnTo>
                <a:lnTo>
                  <a:pt x="201164" y="68710"/>
                </a:lnTo>
                <a:lnTo>
                  <a:pt x="249578" y="51457"/>
                </a:lnTo>
                <a:lnTo>
                  <a:pt x="301923" y="36412"/>
                </a:lnTo>
                <a:lnTo>
                  <a:pt x="357827" y="23737"/>
                </a:lnTo>
                <a:lnTo>
                  <a:pt x="416919" y="13596"/>
                </a:lnTo>
                <a:lnTo>
                  <a:pt x="478826" y="6151"/>
                </a:lnTo>
                <a:lnTo>
                  <a:pt x="543176" y="1564"/>
                </a:lnTo>
                <a:lnTo>
                  <a:pt x="609599" y="0"/>
                </a:lnTo>
                <a:lnTo>
                  <a:pt x="676022" y="1564"/>
                </a:lnTo>
                <a:lnTo>
                  <a:pt x="740372" y="6151"/>
                </a:lnTo>
                <a:lnTo>
                  <a:pt x="802280" y="13596"/>
                </a:lnTo>
                <a:lnTo>
                  <a:pt x="861371" y="23737"/>
                </a:lnTo>
                <a:lnTo>
                  <a:pt x="917276" y="36412"/>
                </a:lnTo>
                <a:lnTo>
                  <a:pt x="969621" y="51457"/>
                </a:lnTo>
                <a:lnTo>
                  <a:pt x="1018034" y="68710"/>
                </a:lnTo>
                <a:lnTo>
                  <a:pt x="1062145" y="88009"/>
                </a:lnTo>
                <a:lnTo>
                  <a:pt x="1101581" y="109190"/>
                </a:lnTo>
                <a:lnTo>
                  <a:pt x="1135970" y="132091"/>
                </a:lnTo>
                <a:lnTo>
                  <a:pt x="1188121" y="182401"/>
                </a:lnTo>
                <a:lnTo>
                  <a:pt x="1215621" y="237639"/>
                </a:lnTo>
                <a:lnTo>
                  <a:pt x="1219199" y="266699"/>
                </a:lnTo>
                <a:lnTo>
                  <a:pt x="1215621" y="295759"/>
                </a:lnTo>
                <a:lnTo>
                  <a:pt x="1188121" y="350997"/>
                </a:lnTo>
                <a:lnTo>
                  <a:pt x="1135970" y="401307"/>
                </a:lnTo>
                <a:lnTo>
                  <a:pt x="1101581" y="424208"/>
                </a:lnTo>
                <a:lnTo>
                  <a:pt x="1062145" y="445389"/>
                </a:lnTo>
                <a:lnTo>
                  <a:pt x="1018034" y="464688"/>
                </a:lnTo>
                <a:lnTo>
                  <a:pt x="969621" y="481941"/>
                </a:lnTo>
                <a:lnTo>
                  <a:pt x="917276" y="496986"/>
                </a:lnTo>
                <a:lnTo>
                  <a:pt x="861371" y="509661"/>
                </a:lnTo>
                <a:lnTo>
                  <a:pt x="802280" y="519802"/>
                </a:lnTo>
                <a:lnTo>
                  <a:pt x="740372" y="527247"/>
                </a:lnTo>
                <a:lnTo>
                  <a:pt x="676022" y="531834"/>
                </a:lnTo>
                <a:lnTo>
                  <a:pt x="609599" y="533399"/>
                </a:lnTo>
                <a:lnTo>
                  <a:pt x="543176" y="531834"/>
                </a:lnTo>
                <a:lnTo>
                  <a:pt x="478826" y="527247"/>
                </a:lnTo>
                <a:lnTo>
                  <a:pt x="416919" y="519802"/>
                </a:lnTo>
                <a:lnTo>
                  <a:pt x="357827" y="509661"/>
                </a:lnTo>
                <a:lnTo>
                  <a:pt x="301923" y="496986"/>
                </a:lnTo>
                <a:lnTo>
                  <a:pt x="249578" y="481941"/>
                </a:lnTo>
                <a:lnTo>
                  <a:pt x="201164" y="464688"/>
                </a:lnTo>
                <a:lnTo>
                  <a:pt x="157053" y="445389"/>
                </a:lnTo>
                <a:lnTo>
                  <a:pt x="117617" y="424208"/>
                </a:lnTo>
                <a:lnTo>
                  <a:pt x="83228" y="401307"/>
                </a:lnTo>
                <a:lnTo>
                  <a:pt x="31077" y="350997"/>
                </a:lnTo>
                <a:lnTo>
                  <a:pt x="3577" y="295759"/>
                </a:lnTo>
                <a:lnTo>
                  <a:pt x="0" y="2666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40686" y="1415936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266699"/>
                </a:moveTo>
                <a:lnTo>
                  <a:pt x="14060" y="209486"/>
                </a:lnTo>
                <a:lnTo>
                  <a:pt x="54257" y="156549"/>
                </a:lnTo>
                <a:lnTo>
                  <a:pt x="117617" y="109190"/>
                </a:lnTo>
                <a:lnTo>
                  <a:pt x="157053" y="88009"/>
                </a:lnTo>
                <a:lnTo>
                  <a:pt x="201164" y="68710"/>
                </a:lnTo>
                <a:lnTo>
                  <a:pt x="249578" y="51457"/>
                </a:lnTo>
                <a:lnTo>
                  <a:pt x="301923" y="36412"/>
                </a:lnTo>
                <a:lnTo>
                  <a:pt x="357827" y="23737"/>
                </a:lnTo>
                <a:lnTo>
                  <a:pt x="416919" y="13596"/>
                </a:lnTo>
                <a:lnTo>
                  <a:pt x="478826" y="6151"/>
                </a:lnTo>
                <a:lnTo>
                  <a:pt x="543177" y="1564"/>
                </a:lnTo>
                <a:lnTo>
                  <a:pt x="609599" y="0"/>
                </a:lnTo>
                <a:lnTo>
                  <a:pt x="676022" y="1564"/>
                </a:lnTo>
                <a:lnTo>
                  <a:pt x="740373" y="6151"/>
                </a:lnTo>
                <a:lnTo>
                  <a:pt x="802280" y="13596"/>
                </a:lnTo>
                <a:lnTo>
                  <a:pt x="861371" y="23737"/>
                </a:lnTo>
                <a:lnTo>
                  <a:pt x="917276" y="36412"/>
                </a:lnTo>
                <a:lnTo>
                  <a:pt x="969621" y="51457"/>
                </a:lnTo>
                <a:lnTo>
                  <a:pt x="1018035" y="68710"/>
                </a:lnTo>
                <a:lnTo>
                  <a:pt x="1062145" y="88009"/>
                </a:lnTo>
                <a:lnTo>
                  <a:pt x="1101581" y="109190"/>
                </a:lnTo>
                <a:lnTo>
                  <a:pt x="1135970" y="132091"/>
                </a:lnTo>
                <a:lnTo>
                  <a:pt x="1188121" y="182401"/>
                </a:lnTo>
                <a:lnTo>
                  <a:pt x="1215622" y="237639"/>
                </a:lnTo>
                <a:lnTo>
                  <a:pt x="1219199" y="266699"/>
                </a:lnTo>
                <a:lnTo>
                  <a:pt x="1215622" y="295759"/>
                </a:lnTo>
                <a:lnTo>
                  <a:pt x="1188121" y="350997"/>
                </a:lnTo>
                <a:lnTo>
                  <a:pt x="1135970" y="401307"/>
                </a:lnTo>
                <a:lnTo>
                  <a:pt x="1101581" y="424208"/>
                </a:lnTo>
                <a:lnTo>
                  <a:pt x="1062145" y="445389"/>
                </a:lnTo>
                <a:lnTo>
                  <a:pt x="1018035" y="464688"/>
                </a:lnTo>
                <a:lnTo>
                  <a:pt x="969621" y="481941"/>
                </a:lnTo>
                <a:lnTo>
                  <a:pt x="917276" y="496986"/>
                </a:lnTo>
                <a:lnTo>
                  <a:pt x="861371" y="509661"/>
                </a:lnTo>
                <a:lnTo>
                  <a:pt x="802280" y="519802"/>
                </a:lnTo>
                <a:lnTo>
                  <a:pt x="740373" y="527247"/>
                </a:lnTo>
                <a:lnTo>
                  <a:pt x="676022" y="531834"/>
                </a:lnTo>
                <a:lnTo>
                  <a:pt x="609599" y="533399"/>
                </a:lnTo>
                <a:lnTo>
                  <a:pt x="543177" y="531834"/>
                </a:lnTo>
                <a:lnTo>
                  <a:pt x="478826" y="527247"/>
                </a:lnTo>
                <a:lnTo>
                  <a:pt x="416919" y="519802"/>
                </a:lnTo>
                <a:lnTo>
                  <a:pt x="357827" y="509661"/>
                </a:lnTo>
                <a:lnTo>
                  <a:pt x="301923" y="496986"/>
                </a:lnTo>
                <a:lnTo>
                  <a:pt x="249578" y="481941"/>
                </a:lnTo>
                <a:lnTo>
                  <a:pt x="201164" y="464688"/>
                </a:lnTo>
                <a:lnTo>
                  <a:pt x="157053" y="445389"/>
                </a:lnTo>
                <a:lnTo>
                  <a:pt x="117617" y="424208"/>
                </a:lnTo>
                <a:lnTo>
                  <a:pt x="83228" y="401307"/>
                </a:lnTo>
                <a:lnTo>
                  <a:pt x="31077" y="350997"/>
                </a:lnTo>
                <a:lnTo>
                  <a:pt x="3577" y="295759"/>
                </a:lnTo>
                <a:lnTo>
                  <a:pt x="0" y="2666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91287" y="1871548"/>
            <a:ext cx="939800" cy="382905"/>
          </a:xfrm>
          <a:custGeom>
            <a:avLst/>
            <a:gdLst/>
            <a:ahLst/>
            <a:cxnLst/>
            <a:rect l="l" t="t" r="r" b="b"/>
            <a:pathLst>
              <a:path w="939800" h="382905">
                <a:moveTo>
                  <a:pt x="939799" y="382586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54886" y="194933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199" y="3047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31086" y="1871548"/>
            <a:ext cx="787400" cy="382905"/>
          </a:xfrm>
          <a:custGeom>
            <a:avLst/>
            <a:gdLst/>
            <a:ahLst/>
            <a:cxnLst/>
            <a:rect l="l" t="t" r="r" b="b"/>
            <a:pathLst>
              <a:path w="787400" h="382905">
                <a:moveTo>
                  <a:pt x="0" y="382586"/>
                </a:moveTo>
                <a:lnTo>
                  <a:pt x="7873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9C8DEF84-5BA1-759D-D90F-34F3C2BF82C9}"/>
              </a:ext>
            </a:extLst>
          </p:cNvPr>
          <p:cNvSpPr txBox="1"/>
          <p:nvPr/>
        </p:nvSpPr>
        <p:spPr>
          <a:xfrm>
            <a:off x="5849218" y="1521822"/>
            <a:ext cx="79692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200" spc="-285" dirty="0" err="1">
                <a:latin typeface="Times New Roman"/>
                <a:cs typeface="Times New Roman"/>
              </a:rPr>
              <a:t>MatrNr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0" name="object 19">
            <a:extLst>
              <a:ext uri="{FF2B5EF4-FFF2-40B4-BE49-F238E27FC236}">
                <a16:creationId xmlns:a16="http://schemas.microsoft.com/office/drawing/2014/main" id="{AB9D9AF5-F43F-0AA3-A553-DF49E4B93B4D}"/>
              </a:ext>
            </a:extLst>
          </p:cNvPr>
          <p:cNvSpPr txBox="1"/>
          <p:nvPr/>
        </p:nvSpPr>
        <p:spPr>
          <a:xfrm>
            <a:off x="7203783" y="1492250"/>
            <a:ext cx="73371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200" spc="-80" dirty="0">
                <a:latin typeface="Times New Roman"/>
                <a:cs typeface="Times New Roman"/>
              </a:rPr>
              <a:t>Name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1" name="object 19">
            <a:extLst>
              <a:ext uri="{FF2B5EF4-FFF2-40B4-BE49-F238E27FC236}">
                <a16:creationId xmlns:a16="http://schemas.microsoft.com/office/drawing/2014/main" id="{EAA5B48F-16C9-1802-8F40-93585D59D78F}"/>
              </a:ext>
            </a:extLst>
          </p:cNvPr>
          <p:cNvSpPr txBox="1"/>
          <p:nvPr/>
        </p:nvSpPr>
        <p:spPr>
          <a:xfrm>
            <a:off x="8394700" y="1498662"/>
            <a:ext cx="12192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200" spc="-80" dirty="0">
                <a:latin typeface="Times New Roman"/>
                <a:cs typeface="Times New Roman"/>
              </a:rPr>
              <a:t>Semester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2" name="object 36">
            <a:extLst>
              <a:ext uri="{FF2B5EF4-FFF2-40B4-BE49-F238E27FC236}">
                <a16:creationId xmlns:a16="http://schemas.microsoft.com/office/drawing/2014/main" id="{BCD219F5-7018-BFBC-0784-1D5F3EA15121}"/>
              </a:ext>
            </a:extLst>
          </p:cNvPr>
          <p:cNvSpPr/>
          <p:nvPr/>
        </p:nvSpPr>
        <p:spPr>
          <a:xfrm>
            <a:off x="5803900" y="187325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199" y="1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6"/>
          <p:cNvSpPr txBox="1">
            <a:spLocks noGrp="1"/>
          </p:cNvSpPr>
          <p:nvPr>
            <p:ph type="title"/>
          </p:nvPr>
        </p:nvSpPr>
        <p:spPr>
          <a:xfrm>
            <a:off x="1088390" y="953884"/>
            <a:ext cx="6315710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Universitätsschema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714" y="2101850"/>
            <a:ext cx="9276185" cy="4369984"/>
          </a:xfrm>
        </p:spPr>
        <p:txBody>
          <a:bodyPr>
            <a:normAutofit fontScale="92500"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Studenten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MatrNr</a:t>
            </a:r>
            <a:r>
              <a:rPr lang="en-US" sz="2800" dirty="0">
                <a:solidFill>
                  <a:srgbClr val="FF0000"/>
                </a:solidFill>
              </a:rPr>
              <a:t>, Name, Semester) </a:t>
            </a:r>
            <a:r>
              <a:rPr lang="en-US" sz="2800" dirty="0" err="1">
                <a:solidFill>
                  <a:srgbClr val="FF0000"/>
                </a:solidFill>
              </a:rPr>
              <a:t>hören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Vorlesungen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Vorlesungen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VorlNr</a:t>
            </a:r>
            <a:r>
              <a:rPr lang="en-US" sz="2800" dirty="0">
                <a:solidFill>
                  <a:srgbClr val="FF0000"/>
                </a:solidFill>
              </a:rPr>
              <a:t>, SWS, </a:t>
            </a:r>
            <a:r>
              <a:rPr lang="en-US" sz="2800" dirty="0" err="1">
                <a:solidFill>
                  <a:srgbClr val="FF0000"/>
                </a:solidFill>
              </a:rPr>
              <a:t>Titel</a:t>
            </a:r>
            <a:r>
              <a:rPr lang="en-US" sz="2800" dirty="0">
                <a:solidFill>
                  <a:srgbClr val="FF0000"/>
                </a:solidFill>
              </a:rPr>
              <a:t>) </a:t>
            </a:r>
            <a:r>
              <a:rPr lang="en-US" sz="2800" dirty="0" err="1">
                <a:solidFill>
                  <a:srgbClr val="FF0000"/>
                </a:solidFill>
              </a:rPr>
              <a:t>haben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Voraussetzungen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Beziehung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Studenten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werden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über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Vorlesungen</a:t>
            </a:r>
            <a:r>
              <a:rPr lang="en-US" sz="2800" dirty="0">
                <a:solidFill>
                  <a:srgbClr val="FF0000"/>
                </a:solidFill>
              </a:rPr>
              <a:t> von </a:t>
            </a:r>
            <a:r>
              <a:rPr lang="en-US" sz="2800" dirty="0" err="1">
                <a:solidFill>
                  <a:srgbClr val="FF0000"/>
                </a:solidFill>
              </a:rPr>
              <a:t>Professoren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PersNr</a:t>
            </a:r>
            <a:r>
              <a:rPr lang="en-US" sz="2800" dirty="0">
                <a:solidFill>
                  <a:srgbClr val="FF0000"/>
                </a:solidFill>
              </a:rPr>
              <a:t>, Name, Rang, </a:t>
            </a:r>
            <a:r>
              <a:rPr lang="en-US" sz="2800" dirty="0" err="1">
                <a:solidFill>
                  <a:srgbClr val="FF0000"/>
                </a:solidFill>
              </a:rPr>
              <a:t>Raum</a:t>
            </a:r>
            <a:r>
              <a:rPr lang="en-US" sz="2800" dirty="0">
                <a:solidFill>
                  <a:srgbClr val="FF0000"/>
                </a:solidFill>
              </a:rPr>
              <a:t>) </a:t>
            </a:r>
            <a:r>
              <a:rPr lang="en-US" sz="2800" dirty="0" err="1">
                <a:solidFill>
                  <a:srgbClr val="FF0000"/>
                </a:solidFill>
              </a:rPr>
              <a:t>geprüft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dirty="0" err="1">
                <a:solidFill>
                  <a:srgbClr val="FF0000"/>
                </a:solidFill>
              </a:rPr>
              <a:t>Noten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werden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für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Prüfungen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vergeben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Professoren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lesen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Vorlesungen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Assistenten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PersNr</a:t>
            </a:r>
            <a:r>
              <a:rPr lang="en-US" sz="2800" dirty="0">
                <a:solidFill>
                  <a:srgbClr val="FF0000"/>
                </a:solidFill>
              </a:rPr>
              <a:t>, Name, </a:t>
            </a:r>
            <a:r>
              <a:rPr lang="en-US" sz="2800" dirty="0" err="1">
                <a:solidFill>
                  <a:srgbClr val="FF0000"/>
                </a:solidFill>
              </a:rPr>
              <a:t>Fachgebiet</a:t>
            </a:r>
            <a:r>
              <a:rPr lang="en-US" sz="2800" dirty="0">
                <a:solidFill>
                  <a:srgbClr val="FF0000"/>
                </a:solidFill>
              </a:rPr>
              <a:t>) </a:t>
            </a:r>
            <a:r>
              <a:rPr lang="en-US" sz="2800" dirty="0" err="1">
                <a:solidFill>
                  <a:srgbClr val="FF0000"/>
                </a:solidFill>
              </a:rPr>
              <a:t>arbeiten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für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Professoren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</a:rPr>
              <a:t>Welche</a:t>
            </a:r>
            <a:r>
              <a:rPr lang="en-US" sz="2800" dirty="0">
                <a:solidFill>
                  <a:srgbClr val="FF0000"/>
                </a:solidFill>
              </a:rPr>
              <a:t> Attribute </a:t>
            </a:r>
            <a:r>
              <a:rPr lang="en-US" sz="2800" dirty="0" err="1">
                <a:solidFill>
                  <a:srgbClr val="FF0000"/>
                </a:solidFill>
              </a:rPr>
              <a:t>bieten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sich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als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Schlüssel</a:t>
            </a:r>
            <a:r>
              <a:rPr lang="en-US" sz="2800" dirty="0">
                <a:solidFill>
                  <a:srgbClr val="FF0000"/>
                </a:solidFill>
              </a:rPr>
              <a:t> an?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25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9226" y="1952510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5077" y="5759335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8673" y="11111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8673" y="11111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3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2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5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5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2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26" y="1188605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8673" y="4997335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4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8673" y="4997335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4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8226" y="5075593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8673" y="2635135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8673" y="2635135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6"/>
                </a:lnTo>
                <a:lnTo>
                  <a:pt x="49207" y="173066"/>
                </a:lnTo>
                <a:lnTo>
                  <a:pt x="107175" y="128539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39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3"/>
                </a:lnTo>
                <a:lnTo>
                  <a:pt x="704056" y="547687"/>
                </a:lnTo>
                <a:lnTo>
                  <a:pt x="636251" y="546433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1226" y="2713393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Semester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673" y="1873135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8673" y="1873135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4426" y="1951393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8673" y="56831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8673" y="56831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4426" y="5760605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8673" y="6445134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2"/>
                </a:lnTo>
                <a:lnTo>
                  <a:pt x="184240" y="88887"/>
                </a:lnTo>
                <a:lnTo>
                  <a:pt x="143468" y="107830"/>
                </a:lnTo>
                <a:lnTo>
                  <a:pt x="107175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5" y="417932"/>
                </a:lnTo>
                <a:lnTo>
                  <a:pt x="143468" y="438269"/>
                </a:lnTo>
                <a:lnTo>
                  <a:pt x="184240" y="457212"/>
                </a:lnTo>
                <a:lnTo>
                  <a:pt x="229195" y="474647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099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7"/>
                </a:lnTo>
                <a:lnTo>
                  <a:pt x="1223876" y="457212"/>
                </a:lnTo>
                <a:lnTo>
                  <a:pt x="1264648" y="438269"/>
                </a:lnTo>
                <a:lnTo>
                  <a:pt x="1300941" y="417932"/>
                </a:lnTo>
                <a:lnTo>
                  <a:pt x="1332459" y="396316"/>
                </a:lnTo>
                <a:lnTo>
                  <a:pt x="1379994" y="349703"/>
                </a:lnTo>
                <a:lnTo>
                  <a:pt x="1404893" y="299346"/>
                </a:lnTo>
                <a:lnTo>
                  <a:pt x="1408116" y="273049"/>
                </a:lnTo>
                <a:lnTo>
                  <a:pt x="1404893" y="246753"/>
                </a:lnTo>
                <a:lnTo>
                  <a:pt x="1379994" y="196396"/>
                </a:lnTo>
                <a:lnTo>
                  <a:pt x="1332459" y="149783"/>
                </a:lnTo>
                <a:lnTo>
                  <a:pt x="1300941" y="128167"/>
                </a:lnTo>
                <a:lnTo>
                  <a:pt x="1264648" y="107830"/>
                </a:lnTo>
                <a:lnTo>
                  <a:pt x="1223876" y="88887"/>
                </a:lnTo>
                <a:lnTo>
                  <a:pt x="1178920" y="71452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8673" y="6445134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6927" y="6522604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56077" y="38543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100"/>
                </a:lnTo>
                <a:lnTo>
                  <a:pt x="771856" y="544850"/>
                </a:lnTo>
                <a:lnTo>
                  <a:pt x="837839" y="541176"/>
                </a:lnTo>
                <a:lnTo>
                  <a:pt x="901703" y="535193"/>
                </a:lnTo>
                <a:lnTo>
                  <a:pt x="963154" y="527016"/>
                </a:lnTo>
                <a:lnTo>
                  <a:pt x="1021895" y="516758"/>
                </a:lnTo>
                <a:lnTo>
                  <a:pt x="1077633" y="504534"/>
                </a:lnTo>
                <a:lnTo>
                  <a:pt x="1130072" y="490459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56076" y="38543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8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8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55326" y="3931805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61076" y="1720735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593725" y="0"/>
                </a:moveTo>
                <a:lnTo>
                  <a:pt x="0" y="364324"/>
                </a:lnTo>
                <a:lnTo>
                  <a:pt x="593725" y="728662"/>
                </a:lnTo>
                <a:lnTo>
                  <a:pt x="1187450" y="364324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1076" y="1720735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0" y="364330"/>
                </a:moveTo>
                <a:lnTo>
                  <a:pt x="593724" y="0"/>
                </a:lnTo>
                <a:lnTo>
                  <a:pt x="1187449" y="364330"/>
                </a:lnTo>
                <a:lnTo>
                  <a:pt x="593724" y="728661"/>
                </a:lnTo>
                <a:lnTo>
                  <a:pt x="0" y="36433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596979" y="1889493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hör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335676" y="3776548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593725" y="0"/>
                </a:moveTo>
                <a:lnTo>
                  <a:pt x="0" y="363537"/>
                </a:lnTo>
                <a:lnTo>
                  <a:pt x="593725" y="727075"/>
                </a:lnTo>
                <a:lnTo>
                  <a:pt x="1187450" y="363537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35676" y="3776548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0" y="363537"/>
                </a:moveTo>
                <a:lnTo>
                  <a:pt x="593724" y="0"/>
                </a:lnTo>
                <a:lnTo>
                  <a:pt x="1187449" y="363537"/>
                </a:lnTo>
                <a:lnTo>
                  <a:pt x="593724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520779" y="3944505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prüf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80076" y="5530735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876300" y="0"/>
                </a:moveTo>
                <a:lnTo>
                  <a:pt x="0" y="487362"/>
                </a:lnTo>
                <a:lnTo>
                  <a:pt x="876300" y="974723"/>
                </a:lnTo>
                <a:lnTo>
                  <a:pt x="1752600" y="487362"/>
                </a:lnTo>
                <a:lnTo>
                  <a:pt x="8763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80076" y="5530735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0" y="487362"/>
                </a:moveTo>
                <a:lnTo>
                  <a:pt x="876299" y="0"/>
                </a:lnTo>
                <a:lnTo>
                  <a:pt x="1752599" y="487362"/>
                </a:lnTo>
                <a:lnTo>
                  <a:pt x="876299" y="974724"/>
                </a:lnTo>
                <a:lnTo>
                  <a:pt x="0" y="4873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41367" y="5822518"/>
            <a:ext cx="143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arbeitenFür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69214" y="5779973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94602" y="1860435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99476" y="3701935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24" y="0"/>
                </a:moveTo>
                <a:lnTo>
                  <a:pt x="0" y="363537"/>
                </a:lnTo>
                <a:lnTo>
                  <a:pt x="592924" y="727075"/>
                </a:lnTo>
                <a:lnTo>
                  <a:pt x="1185862" y="363537"/>
                </a:lnTo>
                <a:lnTo>
                  <a:pt x="592924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99476" y="3701935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60373" y="3869893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615201" y="401523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1049337" y="0"/>
                </a:moveTo>
                <a:lnTo>
                  <a:pt x="0" y="316712"/>
                </a:lnTo>
                <a:lnTo>
                  <a:pt x="1049337" y="633412"/>
                </a:lnTo>
                <a:lnTo>
                  <a:pt x="2098675" y="316712"/>
                </a:lnTo>
                <a:lnTo>
                  <a:pt x="10493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15201" y="401523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0" y="316705"/>
                </a:moveTo>
                <a:lnTo>
                  <a:pt x="1049339" y="0"/>
                </a:lnTo>
                <a:lnTo>
                  <a:pt x="2098668" y="316705"/>
                </a:lnTo>
                <a:lnTo>
                  <a:pt x="1049339" y="633411"/>
                </a:lnTo>
                <a:lnTo>
                  <a:pt x="0" y="316705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863004" y="522655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voraussetzen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132976" y="1720735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3"/>
                </a:lnTo>
                <a:lnTo>
                  <a:pt x="184446" y="88888"/>
                </a:lnTo>
                <a:lnTo>
                  <a:pt x="143629" y="107831"/>
                </a:lnTo>
                <a:lnTo>
                  <a:pt x="107295" y="128168"/>
                </a:lnTo>
                <a:lnTo>
                  <a:pt x="75741" y="149784"/>
                </a:lnTo>
                <a:lnTo>
                  <a:pt x="28153" y="196397"/>
                </a:lnTo>
                <a:lnTo>
                  <a:pt x="3226" y="246753"/>
                </a:lnTo>
                <a:lnTo>
                  <a:pt x="0" y="273050"/>
                </a:lnTo>
                <a:lnTo>
                  <a:pt x="3226" y="299346"/>
                </a:lnTo>
                <a:lnTo>
                  <a:pt x="28153" y="349702"/>
                </a:lnTo>
                <a:lnTo>
                  <a:pt x="75741" y="396315"/>
                </a:lnTo>
                <a:lnTo>
                  <a:pt x="107295" y="417931"/>
                </a:lnTo>
                <a:lnTo>
                  <a:pt x="143629" y="438268"/>
                </a:lnTo>
                <a:lnTo>
                  <a:pt x="184446" y="457211"/>
                </a:lnTo>
                <a:lnTo>
                  <a:pt x="229453" y="474646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100"/>
                </a:lnTo>
                <a:lnTo>
                  <a:pt x="772730" y="544850"/>
                </a:lnTo>
                <a:lnTo>
                  <a:pt x="838785" y="541176"/>
                </a:lnTo>
                <a:lnTo>
                  <a:pt x="902719" y="535193"/>
                </a:lnTo>
                <a:lnTo>
                  <a:pt x="964237" y="527016"/>
                </a:lnTo>
                <a:lnTo>
                  <a:pt x="1023044" y="516758"/>
                </a:lnTo>
                <a:lnTo>
                  <a:pt x="1078844" y="504534"/>
                </a:lnTo>
                <a:lnTo>
                  <a:pt x="1131342" y="490459"/>
                </a:lnTo>
                <a:lnTo>
                  <a:pt x="1180241" y="474646"/>
                </a:lnTo>
                <a:lnTo>
                  <a:pt x="1225248" y="457211"/>
                </a:lnTo>
                <a:lnTo>
                  <a:pt x="1266066" y="438268"/>
                </a:lnTo>
                <a:lnTo>
                  <a:pt x="1302401" y="417931"/>
                </a:lnTo>
                <a:lnTo>
                  <a:pt x="1333955" y="396315"/>
                </a:lnTo>
                <a:lnTo>
                  <a:pt x="1381545" y="349702"/>
                </a:lnTo>
                <a:lnTo>
                  <a:pt x="1406473" y="299346"/>
                </a:lnTo>
                <a:lnTo>
                  <a:pt x="1409700" y="273050"/>
                </a:lnTo>
                <a:lnTo>
                  <a:pt x="1406473" y="246753"/>
                </a:lnTo>
                <a:lnTo>
                  <a:pt x="1381545" y="196397"/>
                </a:lnTo>
                <a:lnTo>
                  <a:pt x="1333955" y="149784"/>
                </a:lnTo>
                <a:lnTo>
                  <a:pt x="1302401" y="128168"/>
                </a:lnTo>
                <a:lnTo>
                  <a:pt x="1266066" y="107831"/>
                </a:lnTo>
                <a:lnTo>
                  <a:pt x="1225248" y="88888"/>
                </a:lnTo>
                <a:lnTo>
                  <a:pt x="1180241" y="71453"/>
                </a:lnTo>
                <a:lnTo>
                  <a:pt x="1131342" y="55640"/>
                </a:lnTo>
                <a:lnTo>
                  <a:pt x="1078844" y="41565"/>
                </a:lnTo>
                <a:lnTo>
                  <a:pt x="1023044" y="29341"/>
                </a:lnTo>
                <a:lnTo>
                  <a:pt x="964237" y="19083"/>
                </a:lnTo>
                <a:lnTo>
                  <a:pt x="902719" y="10906"/>
                </a:lnTo>
                <a:lnTo>
                  <a:pt x="838785" y="4923"/>
                </a:lnTo>
                <a:lnTo>
                  <a:pt x="772730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32977" y="1720735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30" y="107830"/>
                </a:lnTo>
                <a:lnTo>
                  <a:pt x="184447" y="88887"/>
                </a:lnTo>
                <a:lnTo>
                  <a:pt x="229454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2" y="10906"/>
                </a:lnTo>
                <a:lnTo>
                  <a:pt x="964241" y="19083"/>
                </a:lnTo>
                <a:lnTo>
                  <a:pt x="1023048" y="29341"/>
                </a:lnTo>
                <a:lnTo>
                  <a:pt x="1078848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1" y="88887"/>
                </a:lnTo>
                <a:lnTo>
                  <a:pt x="1266069" y="107830"/>
                </a:lnTo>
                <a:lnTo>
                  <a:pt x="1302402" y="128167"/>
                </a:lnTo>
                <a:lnTo>
                  <a:pt x="1333956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8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6" y="396315"/>
                </a:lnTo>
                <a:lnTo>
                  <a:pt x="1302402" y="417932"/>
                </a:lnTo>
                <a:lnTo>
                  <a:pt x="1266069" y="438268"/>
                </a:lnTo>
                <a:lnTo>
                  <a:pt x="1225251" y="457212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8" y="504534"/>
                </a:lnTo>
                <a:lnTo>
                  <a:pt x="1023048" y="516758"/>
                </a:lnTo>
                <a:lnTo>
                  <a:pt x="964241" y="527015"/>
                </a:lnTo>
                <a:lnTo>
                  <a:pt x="902722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4" y="474646"/>
                </a:lnTo>
                <a:lnTo>
                  <a:pt x="184447" y="457212"/>
                </a:lnTo>
                <a:lnTo>
                  <a:pt x="143630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507055" y="1798205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SWS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132976" y="1034935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32977" y="1034935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3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3"/>
                </a:lnTo>
                <a:lnTo>
                  <a:pt x="1302402" y="128539"/>
                </a:lnTo>
                <a:lnTo>
                  <a:pt x="1333956" y="150218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19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6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6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19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405455" y="1113193"/>
            <a:ext cx="86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132976" y="2558935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132977" y="2558935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4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4"/>
                </a:lnTo>
                <a:lnTo>
                  <a:pt x="1302402" y="128539"/>
                </a:lnTo>
                <a:lnTo>
                  <a:pt x="1333956" y="150219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20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7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7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20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545155" y="2637193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134564" y="58355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8"/>
                </a:lnTo>
                <a:lnTo>
                  <a:pt x="330475" y="504533"/>
                </a:lnTo>
                <a:lnTo>
                  <a:pt x="386212" y="516757"/>
                </a:lnTo>
                <a:lnTo>
                  <a:pt x="444952" y="527014"/>
                </a:lnTo>
                <a:lnTo>
                  <a:pt x="506401" y="535192"/>
                </a:lnTo>
                <a:lnTo>
                  <a:pt x="570264" y="541175"/>
                </a:lnTo>
                <a:lnTo>
                  <a:pt x="636245" y="544848"/>
                </a:lnTo>
                <a:lnTo>
                  <a:pt x="704049" y="546098"/>
                </a:lnTo>
                <a:lnTo>
                  <a:pt x="771856" y="544848"/>
                </a:lnTo>
                <a:lnTo>
                  <a:pt x="837839" y="541175"/>
                </a:lnTo>
                <a:lnTo>
                  <a:pt x="901703" y="535192"/>
                </a:lnTo>
                <a:lnTo>
                  <a:pt x="963154" y="527014"/>
                </a:lnTo>
                <a:lnTo>
                  <a:pt x="1021895" y="516757"/>
                </a:lnTo>
                <a:lnTo>
                  <a:pt x="1077633" y="504533"/>
                </a:lnTo>
                <a:lnTo>
                  <a:pt x="1130072" y="490458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34564" y="5835535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457614" y="5913005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134564" y="5149735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704049" y="0"/>
                </a:moveTo>
                <a:lnTo>
                  <a:pt x="636245" y="1257"/>
                </a:lnTo>
                <a:lnTo>
                  <a:pt x="570264" y="4952"/>
                </a:lnTo>
                <a:lnTo>
                  <a:pt x="506401" y="10969"/>
                </a:lnTo>
                <a:lnTo>
                  <a:pt x="444952" y="19194"/>
                </a:lnTo>
                <a:lnTo>
                  <a:pt x="386212" y="29512"/>
                </a:lnTo>
                <a:lnTo>
                  <a:pt x="330475" y="41807"/>
                </a:lnTo>
                <a:lnTo>
                  <a:pt x="278037" y="55964"/>
                </a:lnTo>
                <a:lnTo>
                  <a:pt x="229193" y="71868"/>
                </a:lnTo>
                <a:lnTo>
                  <a:pt x="184238" y="89405"/>
                </a:lnTo>
                <a:lnTo>
                  <a:pt x="143467" y="108458"/>
                </a:lnTo>
                <a:lnTo>
                  <a:pt x="107174" y="128913"/>
                </a:lnTo>
                <a:lnTo>
                  <a:pt x="75656" y="150655"/>
                </a:lnTo>
                <a:lnTo>
                  <a:pt x="28121" y="197539"/>
                </a:lnTo>
                <a:lnTo>
                  <a:pt x="3222" y="248188"/>
                </a:lnTo>
                <a:lnTo>
                  <a:pt x="0" y="274637"/>
                </a:lnTo>
                <a:lnTo>
                  <a:pt x="3222" y="301086"/>
                </a:lnTo>
                <a:lnTo>
                  <a:pt x="28121" y="351735"/>
                </a:lnTo>
                <a:lnTo>
                  <a:pt x="75656" y="398619"/>
                </a:lnTo>
                <a:lnTo>
                  <a:pt x="107174" y="420361"/>
                </a:lnTo>
                <a:lnTo>
                  <a:pt x="143467" y="440816"/>
                </a:lnTo>
                <a:lnTo>
                  <a:pt x="184238" y="459869"/>
                </a:lnTo>
                <a:lnTo>
                  <a:pt x="229193" y="477406"/>
                </a:lnTo>
                <a:lnTo>
                  <a:pt x="278037" y="493310"/>
                </a:lnTo>
                <a:lnTo>
                  <a:pt x="330475" y="507467"/>
                </a:lnTo>
                <a:lnTo>
                  <a:pt x="386212" y="519762"/>
                </a:lnTo>
                <a:lnTo>
                  <a:pt x="444952" y="530080"/>
                </a:lnTo>
                <a:lnTo>
                  <a:pt x="506401" y="538305"/>
                </a:lnTo>
                <a:lnTo>
                  <a:pt x="570264" y="544322"/>
                </a:lnTo>
                <a:lnTo>
                  <a:pt x="636245" y="548017"/>
                </a:lnTo>
                <a:lnTo>
                  <a:pt x="704049" y="549275"/>
                </a:lnTo>
                <a:lnTo>
                  <a:pt x="771856" y="548017"/>
                </a:lnTo>
                <a:lnTo>
                  <a:pt x="837839" y="544322"/>
                </a:lnTo>
                <a:lnTo>
                  <a:pt x="901703" y="538305"/>
                </a:lnTo>
                <a:lnTo>
                  <a:pt x="963154" y="530080"/>
                </a:lnTo>
                <a:lnTo>
                  <a:pt x="1021895" y="519762"/>
                </a:lnTo>
                <a:lnTo>
                  <a:pt x="1077633" y="507467"/>
                </a:lnTo>
                <a:lnTo>
                  <a:pt x="1130072" y="493310"/>
                </a:lnTo>
                <a:lnTo>
                  <a:pt x="1178916" y="477406"/>
                </a:lnTo>
                <a:lnTo>
                  <a:pt x="1223872" y="459869"/>
                </a:lnTo>
                <a:lnTo>
                  <a:pt x="1264644" y="440816"/>
                </a:lnTo>
                <a:lnTo>
                  <a:pt x="1300937" y="420361"/>
                </a:lnTo>
                <a:lnTo>
                  <a:pt x="1332455" y="398619"/>
                </a:lnTo>
                <a:lnTo>
                  <a:pt x="1379991" y="351735"/>
                </a:lnTo>
                <a:lnTo>
                  <a:pt x="1404889" y="301086"/>
                </a:lnTo>
                <a:lnTo>
                  <a:pt x="1408112" y="274637"/>
                </a:lnTo>
                <a:lnTo>
                  <a:pt x="1404889" y="248188"/>
                </a:lnTo>
                <a:lnTo>
                  <a:pt x="1379991" y="197539"/>
                </a:lnTo>
                <a:lnTo>
                  <a:pt x="1332455" y="150655"/>
                </a:lnTo>
                <a:lnTo>
                  <a:pt x="1300937" y="128913"/>
                </a:lnTo>
                <a:lnTo>
                  <a:pt x="1264644" y="108458"/>
                </a:lnTo>
                <a:lnTo>
                  <a:pt x="1223872" y="89405"/>
                </a:lnTo>
                <a:lnTo>
                  <a:pt x="1178916" y="71868"/>
                </a:lnTo>
                <a:lnTo>
                  <a:pt x="1130072" y="55964"/>
                </a:lnTo>
                <a:lnTo>
                  <a:pt x="1077633" y="41807"/>
                </a:lnTo>
                <a:lnTo>
                  <a:pt x="1021895" y="29512"/>
                </a:lnTo>
                <a:lnTo>
                  <a:pt x="963154" y="19194"/>
                </a:lnTo>
                <a:lnTo>
                  <a:pt x="901703" y="10969"/>
                </a:lnTo>
                <a:lnTo>
                  <a:pt x="837839" y="4952"/>
                </a:lnTo>
                <a:lnTo>
                  <a:pt x="771856" y="1257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34564" y="5149735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0" y="274637"/>
                </a:moveTo>
                <a:lnTo>
                  <a:pt x="12695" y="222450"/>
                </a:lnTo>
                <a:lnTo>
                  <a:pt x="49207" y="173568"/>
                </a:lnTo>
                <a:lnTo>
                  <a:pt x="107175" y="128912"/>
                </a:lnTo>
                <a:lnTo>
                  <a:pt x="143468" y="108457"/>
                </a:lnTo>
                <a:lnTo>
                  <a:pt x="184240" y="89404"/>
                </a:lnTo>
                <a:lnTo>
                  <a:pt x="229195" y="71868"/>
                </a:lnTo>
                <a:lnTo>
                  <a:pt x="278040" y="55964"/>
                </a:lnTo>
                <a:lnTo>
                  <a:pt x="330478" y="41807"/>
                </a:lnTo>
                <a:lnTo>
                  <a:pt x="386215" y="29512"/>
                </a:lnTo>
                <a:lnTo>
                  <a:pt x="444956" y="19194"/>
                </a:lnTo>
                <a:lnTo>
                  <a:pt x="506406" y="10969"/>
                </a:lnTo>
                <a:lnTo>
                  <a:pt x="570269" y="4952"/>
                </a:lnTo>
                <a:lnTo>
                  <a:pt x="636251" y="1257"/>
                </a:lnTo>
                <a:lnTo>
                  <a:pt x="704056" y="0"/>
                </a:lnTo>
                <a:lnTo>
                  <a:pt x="771862" y="1257"/>
                </a:lnTo>
                <a:lnTo>
                  <a:pt x="837844" y="4952"/>
                </a:lnTo>
                <a:lnTo>
                  <a:pt x="901707" y="10969"/>
                </a:lnTo>
                <a:lnTo>
                  <a:pt x="963157" y="19194"/>
                </a:lnTo>
                <a:lnTo>
                  <a:pt x="1021897" y="29512"/>
                </a:lnTo>
                <a:lnTo>
                  <a:pt x="1077634" y="41807"/>
                </a:lnTo>
                <a:lnTo>
                  <a:pt x="1130072" y="55964"/>
                </a:lnTo>
                <a:lnTo>
                  <a:pt x="1178916" y="71868"/>
                </a:lnTo>
                <a:lnTo>
                  <a:pt x="1223871" y="89404"/>
                </a:lnTo>
                <a:lnTo>
                  <a:pt x="1264643" y="108457"/>
                </a:lnTo>
                <a:lnTo>
                  <a:pt x="1300935" y="128912"/>
                </a:lnTo>
                <a:lnTo>
                  <a:pt x="1332453" y="150654"/>
                </a:lnTo>
                <a:lnTo>
                  <a:pt x="1379988" y="197538"/>
                </a:lnTo>
                <a:lnTo>
                  <a:pt x="1404886" y="248188"/>
                </a:lnTo>
                <a:lnTo>
                  <a:pt x="1408109" y="274637"/>
                </a:lnTo>
                <a:lnTo>
                  <a:pt x="1404886" y="301087"/>
                </a:lnTo>
                <a:lnTo>
                  <a:pt x="1379988" y="351736"/>
                </a:lnTo>
                <a:lnTo>
                  <a:pt x="1332453" y="398620"/>
                </a:lnTo>
                <a:lnTo>
                  <a:pt x="1300935" y="420362"/>
                </a:lnTo>
                <a:lnTo>
                  <a:pt x="1264643" y="440817"/>
                </a:lnTo>
                <a:lnTo>
                  <a:pt x="1223871" y="459870"/>
                </a:lnTo>
                <a:lnTo>
                  <a:pt x="1178916" y="477407"/>
                </a:lnTo>
                <a:lnTo>
                  <a:pt x="1130072" y="493311"/>
                </a:lnTo>
                <a:lnTo>
                  <a:pt x="1077634" y="507468"/>
                </a:lnTo>
                <a:lnTo>
                  <a:pt x="1021897" y="519763"/>
                </a:lnTo>
                <a:lnTo>
                  <a:pt x="963157" y="530080"/>
                </a:lnTo>
                <a:lnTo>
                  <a:pt x="901707" y="538305"/>
                </a:lnTo>
                <a:lnTo>
                  <a:pt x="837844" y="544323"/>
                </a:lnTo>
                <a:lnTo>
                  <a:pt x="771862" y="548018"/>
                </a:lnTo>
                <a:lnTo>
                  <a:pt x="704056" y="549275"/>
                </a:lnTo>
                <a:lnTo>
                  <a:pt x="636251" y="548018"/>
                </a:lnTo>
                <a:lnTo>
                  <a:pt x="570269" y="544323"/>
                </a:lnTo>
                <a:lnTo>
                  <a:pt x="506406" y="538305"/>
                </a:lnTo>
                <a:lnTo>
                  <a:pt x="444956" y="530080"/>
                </a:lnTo>
                <a:lnTo>
                  <a:pt x="386215" y="519763"/>
                </a:lnTo>
                <a:lnTo>
                  <a:pt x="330478" y="507468"/>
                </a:lnTo>
                <a:lnTo>
                  <a:pt x="278040" y="493311"/>
                </a:lnTo>
                <a:lnTo>
                  <a:pt x="229195" y="477407"/>
                </a:lnTo>
                <a:lnTo>
                  <a:pt x="184240" y="459870"/>
                </a:lnTo>
                <a:lnTo>
                  <a:pt x="143468" y="440817"/>
                </a:lnTo>
                <a:lnTo>
                  <a:pt x="107175" y="420362"/>
                </a:lnTo>
                <a:lnTo>
                  <a:pt x="75656" y="398620"/>
                </a:lnTo>
                <a:lnTo>
                  <a:pt x="28121" y="351736"/>
                </a:lnTo>
                <a:lnTo>
                  <a:pt x="3222" y="301087"/>
                </a:lnTo>
                <a:lnTo>
                  <a:pt x="0" y="2746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508414" y="5228793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427876" y="6661034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2"/>
                </a:lnTo>
                <a:lnTo>
                  <a:pt x="184446" y="88887"/>
                </a:lnTo>
                <a:lnTo>
                  <a:pt x="143629" y="107830"/>
                </a:lnTo>
                <a:lnTo>
                  <a:pt x="107295" y="128167"/>
                </a:lnTo>
                <a:lnTo>
                  <a:pt x="75741" y="149783"/>
                </a:lnTo>
                <a:lnTo>
                  <a:pt x="28153" y="196396"/>
                </a:lnTo>
                <a:lnTo>
                  <a:pt x="3226" y="246753"/>
                </a:lnTo>
                <a:lnTo>
                  <a:pt x="0" y="273049"/>
                </a:lnTo>
                <a:lnTo>
                  <a:pt x="3226" y="299346"/>
                </a:lnTo>
                <a:lnTo>
                  <a:pt x="28153" y="349703"/>
                </a:lnTo>
                <a:lnTo>
                  <a:pt x="75741" y="396316"/>
                </a:lnTo>
                <a:lnTo>
                  <a:pt x="107295" y="417932"/>
                </a:lnTo>
                <a:lnTo>
                  <a:pt x="143629" y="438269"/>
                </a:lnTo>
                <a:lnTo>
                  <a:pt x="184446" y="457212"/>
                </a:lnTo>
                <a:lnTo>
                  <a:pt x="229453" y="474647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099"/>
                </a:lnTo>
                <a:lnTo>
                  <a:pt x="772732" y="544850"/>
                </a:lnTo>
                <a:lnTo>
                  <a:pt x="838788" y="541176"/>
                </a:lnTo>
                <a:lnTo>
                  <a:pt x="902723" y="535193"/>
                </a:lnTo>
                <a:lnTo>
                  <a:pt x="964242" y="527016"/>
                </a:lnTo>
                <a:lnTo>
                  <a:pt x="1023050" y="516758"/>
                </a:lnTo>
                <a:lnTo>
                  <a:pt x="1078850" y="504534"/>
                </a:lnTo>
                <a:lnTo>
                  <a:pt x="1131347" y="490459"/>
                </a:lnTo>
                <a:lnTo>
                  <a:pt x="1180246" y="474647"/>
                </a:lnTo>
                <a:lnTo>
                  <a:pt x="1225253" y="457212"/>
                </a:lnTo>
                <a:lnTo>
                  <a:pt x="1266070" y="438269"/>
                </a:lnTo>
                <a:lnTo>
                  <a:pt x="1302404" y="417932"/>
                </a:lnTo>
                <a:lnTo>
                  <a:pt x="1333958" y="396316"/>
                </a:lnTo>
                <a:lnTo>
                  <a:pt x="1381546" y="349703"/>
                </a:lnTo>
                <a:lnTo>
                  <a:pt x="1406473" y="299346"/>
                </a:lnTo>
                <a:lnTo>
                  <a:pt x="1409700" y="273049"/>
                </a:lnTo>
                <a:lnTo>
                  <a:pt x="1406473" y="246753"/>
                </a:lnTo>
                <a:lnTo>
                  <a:pt x="1381546" y="196396"/>
                </a:lnTo>
                <a:lnTo>
                  <a:pt x="1333958" y="149783"/>
                </a:lnTo>
                <a:lnTo>
                  <a:pt x="1302404" y="128167"/>
                </a:lnTo>
                <a:lnTo>
                  <a:pt x="1266070" y="107830"/>
                </a:lnTo>
                <a:lnTo>
                  <a:pt x="1225253" y="88887"/>
                </a:lnTo>
                <a:lnTo>
                  <a:pt x="1180246" y="71452"/>
                </a:lnTo>
                <a:lnTo>
                  <a:pt x="1131347" y="55640"/>
                </a:lnTo>
                <a:lnTo>
                  <a:pt x="1078850" y="41565"/>
                </a:lnTo>
                <a:lnTo>
                  <a:pt x="1023050" y="29341"/>
                </a:lnTo>
                <a:lnTo>
                  <a:pt x="964242" y="19083"/>
                </a:lnTo>
                <a:lnTo>
                  <a:pt x="902723" y="10906"/>
                </a:lnTo>
                <a:lnTo>
                  <a:pt x="838788" y="4923"/>
                </a:lnTo>
                <a:lnTo>
                  <a:pt x="772732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27876" y="6661034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29" y="107830"/>
                </a:lnTo>
                <a:lnTo>
                  <a:pt x="184447" y="88887"/>
                </a:lnTo>
                <a:lnTo>
                  <a:pt x="229453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3" y="10906"/>
                </a:lnTo>
                <a:lnTo>
                  <a:pt x="964242" y="19083"/>
                </a:lnTo>
                <a:lnTo>
                  <a:pt x="1023049" y="29341"/>
                </a:lnTo>
                <a:lnTo>
                  <a:pt x="1078849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2" y="88887"/>
                </a:lnTo>
                <a:lnTo>
                  <a:pt x="1266069" y="107830"/>
                </a:lnTo>
                <a:lnTo>
                  <a:pt x="1302403" y="128167"/>
                </a:lnTo>
                <a:lnTo>
                  <a:pt x="1333957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9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7" y="396315"/>
                </a:lnTo>
                <a:lnTo>
                  <a:pt x="1302403" y="417932"/>
                </a:lnTo>
                <a:lnTo>
                  <a:pt x="1266069" y="438268"/>
                </a:lnTo>
                <a:lnTo>
                  <a:pt x="1225252" y="457211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9" y="504534"/>
                </a:lnTo>
                <a:lnTo>
                  <a:pt x="1023049" y="516758"/>
                </a:lnTo>
                <a:lnTo>
                  <a:pt x="964242" y="527015"/>
                </a:lnTo>
                <a:lnTo>
                  <a:pt x="902723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3" y="474646"/>
                </a:lnTo>
                <a:lnTo>
                  <a:pt x="184447" y="457211"/>
                </a:lnTo>
                <a:lnTo>
                  <a:pt x="143629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030591" y="931430"/>
            <a:ext cx="77025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0955" marR="5080" indent="-889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ac</a:t>
            </a:r>
            <a:r>
              <a:rPr sz="2400" dirty="0">
                <a:latin typeface="Times New Roman"/>
                <a:cs typeface="Times New Roman"/>
              </a:rPr>
              <a:t>h-  fo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89277" y="1144155"/>
            <a:ext cx="128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Times New Roman"/>
                <a:cs typeface="Times New Roman"/>
              </a:rPr>
              <a:t>Vorgänger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951876" y="6661034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2"/>
                </a:lnTo>
                <a:lnTo>
                  <a:pt x="184238" y="88887"/>
                </a:lnTo>
                <a:lnTo>
                  <a:pt x="143467" y="107830"/>
                </a:lnTo>
                <a:lnTo>
                  <a:pt x="107174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4" y="417932"/>
                </a:lnTo>
                <a:lnTo>
                  <a:pt x="143467" y="438269"/>
                </a:lnTo>
                <a:lnTo>
                  <a:pt x="184238" y="457212"/>
                </a:lnTo>
                <a:lnTo>
                  <a:pt x="229193" y="474647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099"/>
                </a:lnTo>
                <a:lnTo>
                  <a:pt x="771854" y="544850"/>
                </a:lnTo>
                <a:lnTo>
                  <a:pt x="837836" y="541176"/>
                </a:lnTo>
                <a:lnTo>
                  <a:pt x="901699" y="535193"/>
                </a:lnTo>
                <a:lnTo>
                  <a:pt x="963149" y="527016"/>
                </a:lnTo>
                <a:lnTo>
                  <a:pt x="1021890" y="516758"/>
                </a:lnTo>
                <a:lnTo>
                  <a:pt x="1077627" y="504534"/>
                </a:lnTo>
                <a:lnTo>
                  <a:pt x="1130066" y="490459"/>
                </a:lnTo>
                <a:lnTo>
                  <a:pt x="1178911" y="474647"/>
                </a:lnTo>
                <a:lnTo>
                  <a:pt x="1223868" y="457212"/>
                </a:lnTo>
                <a:lnTo>
                  <a:pt x="1264640" y="438269"/>
                </a:lnTo>
                <a:lnTo>
                  <a:pt x="1300934" y="417932"/>
                </a:lnTo>
                <a:lnTo>
                  <a:pt x="1332453" y="396316"/>
                </a:lnTo>
                <a:lnTo>
                  <a:pt x="1379990" y="349703"/>
                </a:lnTo>
                <a:lnTo>
                  <a:pt x="1404889" y="299346"/>
                </a:lnTo>
                <a:lnTo>
                  <a:pt x="1408112" y="273049"/>
                </a:lnTo>
                <a:lnTo>
                  <a:pt x="1404889" y="246753"/>
                </a:lnTo>
                <a:lnTo>
                  <a:pt x="1379990" y="196396"/>
                </a:lnTo>
                <a:lnTo>
                  <a:pt x="1332453" y="149783"/>
                </a:lnTo>
                <a:lnTo>
                  <a:pt x="1300934" y="128167"/>
                </a:lnTo>
                <a:lnTo>
                  <a:pt x="1264640" y="107830"/>
                </a:lnTo>
                <a:lnTo>
                  <a:pt x="1223868" y="88887"/>
                </a:lnTo>
                <a:lnTo>
                  <a:pt x="1178911" y="71452"/>
                </a:lnTo>
                <a:lnTo>
                  <a:pt x="1130066" y="55640"/>
                </a:lnTo>
                <a:lnTo>
                  <a:pt x="1077627" y="41565"/>
                </a:lnTo>
                <a:lnTo>
                  <a:pt x="1021890" y="29341"/>
                </a:lnTo>
                <a:lnTo>
                  <a:pt x="963149" y="19083"/>
                </a:lnTo>
                <a:lnTo>
                  <a:pt x="901699" y="10906"/>
                </a:lnTo>
                <a:lnTo>
                  <a:pt x="837836" y="4923"/>
                </a:lnTo>
                <a:lnTo>
                  <a:pt x="771854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951876" y="6661034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687655" y="6738504"/>
            <a:ext cx="235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342276" y="958735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951876" y="958735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742279" y="308724"/>
            <a:ext cx="4687211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Universitätsschema</a:t>
            </a: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12"/>
          </p:nvPr>
        </p:nvSpPr>
        <p:spPr>
          <a:xfrm>
            <a:off x="12700" y="6946334"/>
            <a:ext cx="475442" cy="402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67" name="object 67"/>
          <p:cNvSpPr/>
          <p:nvPr/>
        </p:nvSpPr>
        <p:spPr>
          <a:xfrm>
            <a:off x="1600414" y="5464061"/>
            <a:ext cx="474980" cy="523875"/>
          </a:xfrm>
          <a:custGeom>
            <a:avLst/>
            <a:gdLst/>
            <a:ahLst/>
            <a:cxnLst/>
            <a:rect l="l" t="t" r="r" b="b"/>
            <a:pathLst>
              <a:path w="474980" h="523875">
                <a:moveTo>
                  <a:pt x="474662" y="523874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806789" y="5956185"/>
            <a:ext cx="268605" cy="31750"/>
          </a:xfrm>
          <a:custGeom>
            <a:avLst/>
            <a:gdLst/>
            <a:ahLst/>
            <a:cxnLst/>
            <a:rect l="l" t="t" r="r" b="b"/>
            <a:pathLst>
              <a:path w="268605" h="31750">
                <a:moveTo>
                  <a:pt x="268287" y="317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00414" y="5987935"/>
            <a:ext cx="474980" cy="536575"/>
          </a:xfrm>
          <a:custGeom>
            <a:avLst/>
            <a:gdLst/>
            <a:ahLst/>
            <a:cxnLst/>
            <a:rect l="l" t="t" r="r" b="b"/>
            <a:pathLst>
              <a:path w="474980" h="536575">
                <a:moveTo>
                  <a:pt x="474662" y="0"/>
                </a:moveTo>
                <a:lnTo>
                  <a:pt x="0" y="5365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29401" y="4503623"/>
            <a:ext cx="1856105" cy="1276350"/>
          </a:xfrm>
          <a:custGeom>
            <a:avLst/>
            <a:gdLst/>
            <a:ahLst/>
            <a:cxnLst/>
            <a:rect l="l" t="t" r="r" b="b"/>
            <a:pathLst>
              <a:path w="1856104" h="1276350">
                <a:moveTo>
                  <a:pt x="0" y="0"/>
                </a:moveTo>
                <a:lnTo>
                  <a:pt x="1855788" y="127634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732676" y="6008573"/>
            <a:ext cx="236854" cy="9525"/>
          </a:xfrm>
          <a:custGeom>
            <a:avLst/>
            <a:gdLst/>
            <a:ahLst/>
            <a:cxnLst/>
            <a:rect l="l" t="t" r="r" b="b"/>
            <a:pathLst>
              <a:path w="236854" h="9525">
                <a:moveTo>
                  <a:pt x="0" y="9524"/>
                </a:moveTo>
                <a:lnTo>
                  <a:pt x="2365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07026" y="5987935"/>
            <a:ext cx="273050" cy="30480"/>
          </a:xfrm>
          <a:custGeom>
            <a:avLst/>
            <a:gdLst/>
            <a:ahLst/>
            <a:cxnLst/>
            <a:rect l="l" t="t" r="r" b="b"/>
            <a:pathLst>
              <a:path w="273050" h="30479">
                <a:moveTo>
                  <a:pt x="0" y="0"/>
                </a:moveTo>
                <a:lnTo>
                  <a:pt x="273049" y="3016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075203" y="2408119"/>
            <a:ext cx="1854200" cy="1368425"/>
          </a:xfrm>
          <a:custGeom>
            <a:avLst/>
            <a:gdLst/>
            <a:ahLst/>
            <a:cxnLst/>
            <a:rect l="l" t="t" r="r" b="b"/>
            <a:pathLst>
              <a:path w="1854200" h="1368425">
                <a:moveTo>
                  <a:pt x="1854198" y="1368428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929408" y="2316047"/>
            <a:ext cx="1781175" cy="1460500"/>
          </a:xfrm>
          <a:custGeom>
            <a:avLst/>
            <a:gdLst/>
            <a:ahLst/>
            <a:cxnLst/>
            <a:rect l="l" t="t" r="r" b="b"/>
            <a:pathLst>
              <a:path w="1781175" h="1460500">
                <a:moveTo>
                  <a:pt x="1781168" y="0"/>
                </a:moveTo>
                <a:lnTo>
                  <a:pt x="0" y="14604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785189" y="4429014"/>
            <a:ext cx="608330" cy="1351280"/>
          </a:xfrm>
          <a:custGeom>
            <a:avLst/>
            <a:gdLst/>
            <a:ahLst/>
            <a:cxnLst/>
            <a:rect l="l" t="t" r="r" b="b"/>
            <a:pathLst>
              <a:path w="608329" h="1351279">
                <a:moveTo>
                  <a:pt x="0" y="1350958"/>
                </a:moveTo>
                <a:lnTo>
                  <a:pt x="608012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710576" y="2316047"/>
            <a:ext cx="682625" cy="1386205"/>
          </a:xfrm>
          <a:custGeom>
            <a:avLst/>
            <a:gdLst/>
            <a:ahLst/>
            <a:cxnLst/>
            <a:rect l="l" t="t" r="r" b="b"/>
            <a:pathLst>
              <a:path w="682625" h="1386204">
                <a:moveTo>
                  <a:pt x="0" y="0"/>
                </a:moveTo>
                <a:lnTo>
                  <a:pt x="682624" y="138588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891176" y="2085860"/>
            <a:ext cx="469900" cy="95250"/>
          </a:xfrm>
          <a:custGeom>
            <a:avLst/>
            <a:gdLst/>
            <a:ahLst/>
            <a:cxnLst/>
            <a:rect l="l" t="t" r="r" b="b"/>
            <a:pathLst>
              <a:path w="469900" h="95250">
                <a:moveTo>
                  <a:pt x="0" y="95249"/>
                </a:moveTo>
                <a:lnTo>
                  <a:pt x="4698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548526" y="2085860"/>
            <a:ext cx="346075" cy="3175"/>
          </a:xfrm>
          <a:custGeom>
            <a:avLst/>
            <a:gdLst/>
            <a:ahLst/>
            <a:cxnLst/>
            <a:rect l="l" t="t" r="r" b="b"/>
            <a:pathLst>
              <a:path w="346075" h="3175">
                <a:moveTo>
                  <a:pt x="-19049" y="1587"/>
                </a:moveTo>
                <a:lnTo>
                  <a:pt x="365124" y="1587"/>
                </a:lnTo>
              </a:path>
            </a:pathLst>
          </a:custGeom>
          <a:ln w="41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132726" y="6235585"/>
            <a:ext cx="652780" cy="425450"/>
          </a:xfrm>
          <a:custGeom>
            <a:avLst/>
            <a:gdLst/>
            <a:ahLst/>
            <a:cxnLst/>
            <a:rect l="l" t="t" r="r" b="b"/>
            <a:pathLst>
              <a:path w="652779" h="425450">
                <a:moveTo>
                  <a:pt x="652463" y="0"/>
                </a:moveTo>
                <a:lnTo>
                  <a:pt x="0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85189" y="6235585"/>
            <a:ext cx="871855" cy="425450"/>
          </a:xfrm>
          <a:custGeom>
            <a:avLst/>
            <a:gdLst/>
            <a:ahLst/>
            <a:cxnLst/>
            <a:rect l="l" t="t" r="r" b="b"/>
            <a:pathLst>
              <a:path w="871854" h="425450">
                <a:moveTo>
                  <a:pt x="0" y="0"/>
                </a:moveTo>
                <a:lnTo>
                  <a:pt x="871536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601164" y="5618048"/>
            <a:ext cx="739775" cy="390525"/>
          </a:xfrm>
          <a:custGeom>
            <a:avLst/>
            <a:gdLst/>
            <a:ahLst/>
            <a:cxnLst/>
            <a:rect l="l" t="t" r="r" b="b"/>
            <a:pathLst>
              <a:path w="739775" h="390525">
                <a:moveTo>
                  <a:pt x="0" y="390524"/>
                </a:moveTo>
                <a:lnTo>
                  <a:pt x="73977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601164" y="6008573"/>
            <a:ext cx="533400" cy="100330"/>
          </a:xfrm>
          <a:custGeom>
            <a:avLst/>
            <a:gdLst/>
            <a:ahLst/>
            <a:cxnLst/>
            <a:rect l="l" t="t" r="r" b="b"/>
            <a:pathLst>
              <a:path w="533400" h="100329">
                <a:moveTo>
                  <a:pt x="0" y="0"/>
                </a:moveTo>
                <a:lnTo>
                  <a:pt x="533399" y="10001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600414" y="1577861"/>
            <a:ext cx="659130" cy="603250"/>
          </a:xfrm>
          <a:custGeom>
            <a:avLst/>
            <a:gdLst/>
            <a:ahLst/>
            <a:cxnLst/>
            <a:rect l="l" t="t" r="r" b="b"/>
            <a:pathLst>
              <a:path w="659130" h="603250">
                <a:moveTo>
                  <a:pt x="658812" y="6032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806789" y="2147773"/>
            <a:ext cx="452755" cy="33655"/>
          </a:xfrm>
          <a:custGeom>
            <a:avLst/>
            <a:gdLst/>
            <a:ahLst/>
            <a:cxnLst/>
            <a:rect l="l" t="t" r="r" b="b"/>
            <a:pathLst>
              <a:path w="452755" h="33655">
                <a:moveTo>
                  <a:pt x="452437" y="3333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600414" y="2181110"/>
            <a:ext cx="659130" cy="535305"/>
          </a:xfrm>
          <a:custGeom>
            <a:avLst/>
            <a:gdLst/>
            <a:ahLst/>
            <a:cxnLst/>
            <a:rect l="l" t="t" r="r" b="b"/>
            <a:pathLst>
              <a:path w="659130" h="535305">
                <a:moveTo>
                  <a:pt x="658812" y="0"/>
                </a:moveTo>
                <a:lnTo>
                  <a:pt x="0" y="5349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26551" y="1501661"/>
            <a:ext cx="812800" cy="587375"/>
          </a:xfrm>
          <a:custGeom>
            <a:avLst/>
            <a:gdLst/>
            <a:ahLst/>
            <a:cxnLst/>
            <a:rect l="l" t="t" r="r" b="b"/>
            <a:pathLst>
              <a:path w="812800" h="587375">
                <a:moveTo>
                  <a:pt x="0" y="587374"/>
                </a:moveTo>
                <a:lnTo>
                  <a:pt x="812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526551" y="1993785"/>
            <a:ext cx="606425" cy="95250"/>
          </a:xfrm>
          <a:custGeom>
            <a:avLst/>
            <a:gdLst/>
            <a:ahLst/>
            <a:cxnLst/>
            <a:rect l="l" t="t" r="r" b="b"/>
            <a:pathLst>
              <a:path w="606425" h="95250">
                <a:moveTo>
                  <a:pt x="0" y="95249"/>
                </a:moveTo>
                <a:lnTo>
                  <a:pt x="60642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526551" y="2089035"/>
            <a:ext cx="812800" cy="551180"/>
          </a:xfrm>
          <a:custGeom>
            <a:avLst/>
            <a:gdLst/>
            <a:ahLst/>
            <a:cxnLst/>
            <a:rect l="l" t="t" r="r" b="b"/>
            <a:pathLst>
              <a:path w="812800" h="551180">
                <a:moveTo>
                  <a:pt x="0" y="0"/>
                </a:moveTo>
                <a:lnTo>
                  <a:pt x="812799" y="55086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864189" y="4127385"/>
            <a:ext cx="471805" cy="12700"/>
          </a:xfrm>
          <a:custGeom>
            <a:avLst/>
            <a:gdLst/>
            <a:ahLst/>
            <a:cxnLst/>
            <a:rect l="l" t="t" r="r" b="b"/>
            <a:pathLst>
              <a:path w="471804" h="12700">
                <a:moveTo>
                  <a:pt x="471487" y="126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109" y="156324"/>
            <a:ext cx="6020382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Funktionalitäten</a:t>
            </a:r>
          </a:p>
        </p:txBody>
      </p:sp>
      <p:sp>
        <p:nvSpPr>
          <p:cNvPr id="111" name="object 111"/>
          <p:cNvSpPr txBox="1">
            <a:spLocks noGrp="1"/>
          </p:cNvSpPr>
          <p:nvPr>
            <p:ph type="sldNum" sz="quarter" idx="12"/>
          </p:nvPr>
        </p:nvSpPr>
        <p:spPr>
          <a:xfrm>
            <a:off x="165100" y="6946334"/>
            <a:ext cx="475442" cy="402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9695076" y="26351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5312" y="1006793"/>
            <a:ext cx="2209800" cy="393698"/>
          </a:xfrm>
          <a:prstGeom prst="rect">
            <a:avLst/>
          </a:prstGeom>
          <a:solidFill>
            <a:srgbClr val="FFFDA9"/>
          </a:solidFill>
          <a:ln w="6349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9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1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5599" y="925830"/>
            <a:ext cx="2209800" cy="414655"/>
          </a:xfrm>
          <a:prstGeom prst="rect">
            <a:avLst/>
          </a:prstGeom>
          <a:solidFill>
            <a:srgbClr val="73FBA9"/>
          </a:solidFill>
          <a:ln w="6349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9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38699" y="925830"/>
            <a:ext cx="1189355" cy="579755"/>
          </a:xfrm>
          <a:custGeom>
            <a:avLst/>
            <a:gdLst/>
            <a:ahLst/>
            <a:cxnLst/>
            <a:rect l="l" t="t" r="r" b="b"/>
            <a:pathLst>
              <a:path w="1189354" h="579755">
                <a:moveTo>
                  <a:pt x="0" y="289718"/>
                </a:moveTo>
                <a:lnTo>
                  <a:pt x="594518" y="0"/>
                </a:lnTo>
                <a:lnTo>
                  <a:pt x="1189039" y="289718"/>
                </a:lnTo>
                <a:lnTo>
                  <a:pt x="594518" y="579437"/>
                </a:lnTo>
                <a:lnTo>
                  <a:pt x="0" y="28971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03595" y="103521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27736" y="1175068"/>
            <a:ext cx="679450" cy="0"/>
          </a:xfrm>
          <a:custGeom>
            <a:avLst/>
            <a:gdLst/>
            <a:ahLst/>
            <a:cxnLst/>
            <a:rect l="l" t="t" r="r" b="b"/>
            <a:pathLst>
              <a:path w="679450">
                <a:moveTo>
                  <a:pt x="0" y="0"/>
                </a:moveTo>
                <a:lnTo>
                  <a:pt x="67944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3525" y="1175068"/>
            <a:ext cx="765175" cy="0"/>
          </a:xfrm>
          <a:custGeom>
            <a:avLst/>
            <a:gdLst/>
            <a:ahLst/>
            <a:cxnLst/>
            <a:rect l="l" t="t" r="r" b="b"/>
            <a:pathLst>
              <a:path w="765175">
                <a:moveTo>
                  <a:pt x="765174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9111" y="9258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1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80864" y="730250"/>
            <a:ext cx="2082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b="1" dirty="0">
                <a:latin typeface="Times New Roman"/>
                <a:cs typeface="Times New Roman"/>
              </a:rPr>
              <a:t>...	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3441" y="1701057"/>
            <a:ext cx="2433543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sz="2400" i="1" dirty="0">
                <a:latin typeface="Times New Roman"/>
                <a:cs typeface="Times New Roman"/>
              </a:rPr>
              <a:t>R </a:t>
            </a:r>
            <a:r>
              <a:rPr sz="2400" i="1" spc="-75" dirty="0">
                <a:latin typeface="Symbol"/>
                <a:cs typeface="Symbol"/>
              </a:rPr>
              <a:t></a:t>
            </a:r>
            <a:r>
              <a:rPr lang="de-DE" sz="2400" spc="-75" dirty="0">
                <a:latin typeface="Times New Roman"/>
                <a:cs typeface="Times New Roman"/>
              </a:rPr>
              <a:t>    </a:t>
            </a:r>
            <a:r>
              <a:rPr sz="2400" i="1" spc="-75" dirty="0">
                <a:latin typeface="Times New Roman"/>
                <a:cs typeface="Times New Roman"/>
              </a:rPr>
              <a:t>E</a:t>
            </a:r>
            <a:r>
              <a:rPr sz="2400" i="1" spc="-112" baseline="-20833" dirty="0">
                <a:latin typeface="Times New Roman"/>
                <a:cs typeface="Times New Roman"/>
              </a:rPr>
              <a:t>1 </a:t>
            </a:r>
            <a:r>
              <a:rPr sz="2400" spc="-565" dirty="0">
                <a:latin typeface="Arial"/>
                <a:cs typeface="Arial"/>
              </a:rPr>
              <a:t>x</a:t>
            </a:r>
            <a:r>
              <a:rPr lang="de-DE" sz="2400" spc="-565" dirty="0">
                <a:latin typeface="Arial"/>
                <a:cs typeface="Arial"/>
              </a:rPr>
              <a:t>              </a:t>
            </a:r>
            <a:r>
              <a:rPr sz="2400" i="1" spc="-565" dirty="0">
                <a:latin typeface="Times New Roman"/>
                <a:cs typeface="Times New Roman"/>
              </a:rPr>
              <a:t>E</a:t>
            </a:r>
            <a:r>
              <a:rPr lang="de-DE" sz="2400" i="1" spc="-565" dirty="0">
                <a:latin typeface="Times New Roman"/>
                <a:cs typeface="Times New Roman"/>
              </a:rPr>
              <a:t>            </a:t>
            </a:r>
            <a:r>
              <a:rPr sz="2400" i="1" spc="-847" baseline="-20833" dirty="0">
                <a:latin typeface="Times New Roman"/>
                <a:cs typeface="Times New Roman"/>
              </a:rPr>
              <a:t>2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79366" y="2555557"/>
            <a:ext cx="1021080" cy="2237105"/>
          </a:xfrm>
          <a:custGeom>
            <a:avLst/>
            <a:gdLst/>
            <a:ahLst/>
            <a:cxnLst/>
            <a:rect l="l" t="t" r="r" b="b"/>
            <a:pathLst>
              <a:path w="1021079" h="2237104">
                <a:moveTo>
                  <a:pt x="510374" y="0"/>
                </a:moveTo>
                <a:lnTo>
                  <a:pt x="452874" y="7018"/>
                </a:lnTo>
                <a:lnTo>
                  <a:pt x="397242" y="27571"/>
                </a:lnTo>
                <a:lnTo>
                  <a:pt x="343822" y="60903"/>
                </a:lnTo>
                <a:lnTo>
                  <a:pt x="292960" y="106258"/>
                </a:lnTo>
                <a:lnTo>
                  <a:pt x="244999" y="162881"/>
                </a:lnTo>
                <a:lnTo>
                  <a:pt x="222215" y="195182"/>
                </a:lnTo>
                <a:lnTo>
                  <a:pt x="200285" y="230016"/>
                </a:lnTo>
                <a:lnTo>
                  <a:pt x="179253" y="267291"/>
                </a:lnTo>
                <a:lnTo>
                  <a:pt x="159162" y="306910"/>
                </a:lnTo>
                <a:lnTo>
                  <a:pt x="140055" y="348779"/>
                </a:lnTo>
                <a:lnTo>
                  <a:pt x="121976" y="392805"/>
                </a:lnTo>
                <a:lnTo>
                  <a:pt x="104966" y="438892"/>
                </a:lnTo>
                <a:lnTo>
                  <a:pt x="89069" y="486947"/>
                </a:lnTo>
                <a:lnTo>
                  <a:pt x="74329" y="536875"/>
                </a:lnTo>
                <a:lnTo>
                  <a:pt x="60788" y="588581"/>
                </a:lnTo>
                <a:lnTo>
                  <a:pt x="48489" y="641971"/>
                </a:lnTo>
                <a:lnTo>
                  <a:pt x="37476" y="696950"/>
                </a:lnTo>
                <a:lnTo>
                  <a:pt x="27792" y="753425"/>
                </a:lnTo>
                <a:lnTo>
                  <a:pt x="19479" y="811301"/>
                </a:lnTo>
                <a:lnTo>
                  <a:pt x="12581" y="870483"/>
                </a:lnTo>
                <a:lnTo>
                  <a:pt x="7141" y="930877"/>
                </a:lnTo>
                <a:lnTo>
                  <a:pt x="3202" y="992389"/>
                </a:lnTo>
                <a:lnTo>
                  <a:pt x="807" y="1054923"/>
                </a:lnTo>
                <a:lnTo>
                  <a:pt x="0" y="1118387"/>
                </a:lnTo>
                <a:lnTo>
                  <a:pt x="807" y="1181852"/>
                </a:lnTo>
                <a:lnTo>
                  <a:pt x="3202" y="1244388"/>
                </a:lnTo>
                <a:lnTo>
                  <a:pt x="7141" y="1305900"/>
                </a:lnTo>
                <a:lnTo>
                  <a:pt x="12581" y="1366295"/>
                </a:lnTo>
                <a:lnTo>
                  <a:pt x="19479" y="1425478"/>
                </a:lnTo>
                <a:lnTo>
                  <a:pt x="27792" y="1483355"/>
                </a:lnTo>
                <a:lnTo>
                  <a:pt x="37476" y="1539831"/>
                </a:lnTo>
                <a:lnTo>
                  <a:pt x="48489" y="1594811"/>
                </a:lnTo>
                <a:lnTo>
                  <a:pt x="60788" y="1648202"/>
                </a:lnTo>
                <a:lnTo>
                  <a:pt x="74329" y="1699908"/>
                </a:lnTo>
                <a:lnTo>
                  <a:pt x="89069" y="1749836"/>
                </a:lnTo>
                <a:lnTo>
                  <a:pt x="104966" y="1797892"/>
                </a:lnTo>
                <a:lnTo>
                  <a:pt x="121976" y="1843979"/>
                </a:lnTo>
                <a:lnTo>
                  <a:pt x="140055" y="1888006"/>
                </a:lnTo>
                <a:lnTo>
                  <a:pt x="159162" y="1929875"/>
                </a:lnTo>
                <a:lnTo>
                  <a:pt x="179253" y="1969495"/>
                </a:lnTo>
                <a:lnTo>
                  <a:pt x="200285" y="2006769"/>
                </a:lnTo>
                <a:lnTo>
                  <a:pt x="222215" y="2041604"/>
                </a:lnTo>
                <a:lnTo>
                  <a:pt x="244999" y="2073905"/>
                </a:lnTo>
                <a:lnTo>
                  <a:pt x="292960" y="2130529"/>
                </a:lnTo>
                <a:lnTo>
                  <a:pt x="343822" y="2175884"/>
                </a:lnTo>
                <a:lnTo>
                  <a:pt x="397242" y="2209215"/>
                </a:lnTo>
                <a:lnTo>
                  <a:pt x="452874" y="2229768"/>
                </a:lnTo>
                <a:lnTo>
                  <a:pt x="510374" y="2236787"/>
                </a:lnTo>
                <a:lnTo>
                  <a:pt x="539336" y="2235017"/>
                </a:lnTo>
                <a:lnTo>
                  <a:pt x="595946" y="2221136"/>
                </a:lnTo>
                <a:lnTo>
                  <a:pt x="650516" y="2194100"/>
                </a:lnTo>
                <a:lnTo>
                  <a:pt x="702701" y="2154662"/>
                </a:lnTo>
                <a:lnTo>
                  <a:pt x="752156" y="2103578"/>
                </a:lnTo>
                <a:lnTo>
                  <a:pt x="798538" y="2041604"/>
                </a:lnTo>
                <a:lnTo>
                  <a:pt x="820468" y="2006769"/>
                </a:lnTo>
                <a:lnTo>
                  <a:pt x="841501" y="1969495"/>
                </a:lnTo>
                <a:lnTo>
                  <a:pt x="861592" y="1929875"/>
                </a:lnTo>
                <a:lnTo>
                  <a:pt x="880700" y="1888006"/>
                </a:lnTo>
                <a:lnTo>
                  <a:pt x="898781" y="1843979"/>
                </a:lnTo>
                <a:lnTo>
                  <a:pt x="915791" y="1797892"/>
                </a:lnTo>
                <a:lnTo>
                  <a:pt x="931688" y="1749836"/>
                </a:lnTo>
                <a:lnTo>
                  <a:pt x="946429" y="1699908"/>
                </a:lnTo>
                <a:lnTo>
                  <a:pt x="959971" y="1648202"/>
                </a:lnTo>
                <a:lnTo>
                  <a:pt x="972270" y="1594811"/>
                </a:lnTo>
                <a:lnTo>
                  <a:pt x="983283" y="1539831"/>
                </a:lnTo>
                <a:lnTo>
                  <a:pt x="992968" y="1483355"/>
                </a:lnTo>
                <a:lnTo>
                  <a:pt x="1001281" y="1425478"/>
                </a:lnTo>
                <a:lnTo>
                  <a:pt x="1008179" y="1366295"/>
                </a:lnTo>
                <a:lnTo>
                  <a:pt x="1013620" y="1305900"/>
                </a:lnTo>
                <a:lnTo>
                  <a:pt x="1017559" y="1244388"/>
                </a:lnTo>
                <a:lnTo>
                  <a:pt x="1019954" y="1181852"/>
                </a:lnTo>
                <a:lnTo>
                  <a:pt x="1020762" y="1118387"/>
                </a:lnTo>
                <a:lnTo>
                  <a:pt x="1019954" y="1054923"/>
                </a:lnTo>
                <a:lnTo>
                  <a:pt x="1017559" y="992389"/>
                </a:lnTo>
                <a:lnTo>
                  <a:pt x="1013620" y="930877"/>
                </a:lnTo>
                <a:lnTo>
                  <a:pt x="1008179" y="870483"/>
                </a:lnTo>
                <a:lnTo>
                  <a:pt x="1001281" y="811301"/>
                </a:lnTo>
                <a:lnTo>
                  <a:pt x="992968" y="753425"/>
                </a:lnTo>
                <a:lnTo>
                  <a:pt x="983283" y="696950"/>
                </a:lnTo>
                <a:lnTo>
                  <a:pt x="972270" y="641971"/>
                </a:lnTo>
                <a:lnTo>
                  <a:pt x="959971" y="588581"/>
                </a:lnTo>
                <a:lnTo>
                  <a:pt x="946429" y="536875"/>
                </a:lnTo>
                <a:lnTo>
                  <a:pt x="931688" y="486947"/>
                </a:lnTo>
                <a:lnTo>
                  <a:pt x="915791" y="438892"/>
                </a:lnTo>
                <a:lnTo>
                  <a:pt x="898781" y="392805"/>
                </a:lnTo>
                <a:lnTo>
                  <a:pt x="880700" y="348779"/>
                </a:lnTo>
                <a:lnTo>
                  <a:pt x="861592" y="306910"/>
                </a:lnTo>
                <a:lnTo>
                  <a:pt x="841501" y="267291"/>
                </a:lnTo>
                <a:lnTo>
                  <a:pt x="820468" y="230016"/>
                </a:lnTo>
                <a:lnTo>
                  <a:pt x="798538" y="195182"/>
                </a:lnTo>
                <a:lnTo>
                  <a:pt x="775753" y="162881"/>
                </a:lnTo>
                <a:lnTo>
                  <a:pt x="727791" y="106258"/>
                </a:lnTo>
                <a:lnTo>
                  <a:pt x="676928" y="60903"/>
                </a:lnTo>
                <a:lnTo>
                  <a:pt x="623508" y="27571"/>
                </a:lnTo>
                <a:lnTo>
                  <a:pt x="567875" y="7018"/>
                </a:lnTo>
                <a:lnTo>
                  <a:pt x="510374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79366" y="2555557"/>
            <a:ext cx="1021080" cy="2237105"/>
          </a:xfrm>
          <a:custGeom>
            <a:avLst/>
            <a:gdLst/>
            <a:ahLst/>
            <a:cxnLst/>
            <a:rect l="l" t="t" r="r" b="b"/>
            <a:pathLst>
              <a:path w="1021079" h="2237104">
                <a:moveTo>
                  <a:pt x="0" y="1118389"/>
                </a:moveTo>
                <a:lnTo>
                  <a:pt x="807" y="1054925"/>
                </a:lnTo>
                <a:lnTo>
                  <a:pt x="3203" y="992390"/>
                </a:lnTo>
                <a:lnTo>
                  <a:pt x="7142" y="930878"/>
                </a:lnTo>
                <a:lnTo>
                  <a:pt x="12582" y="870484"/>
                </a:lnTo>
                <a:lnTo>
                  <a:pt x="19480" y="811302"/>
                </a:lnTo>
                <a:lnTo>
                  <a:pt x="27793" y="753426"/>
                </a:lnTo>
                <a:lnTo>
                  <a:pt x="37477" y="696951"/>
                </a:lnTo>
                <a:lnTo>
                  <a:pt x="48490" y="641971"/>
                </a:lnTo>
                <a:lnTo>
                  <a:pt x="60789" y="588581"/>
                </a:lnTo>
                <a:lnTo>
                  <a:pt x="74331" y="536875"/>
                </a:lnTo>
                <a:lnTo>
                  <a:pt x="89071" y="486947"/>
                </a:lnTo>
                <a:lnTo>
                  <a:pt x="104968" y="438892"/>
                </a:lnTo>
                <a:lnTo>
                  <a:pt x="121978" y="392805"/>
                </a:lnTo>
                <a:lnTo>
                  <a:pt x="140058" y="348779"/>
                </a:lnTo>
                <a:lnTo>
                  <a:pt x="159166" y="306909"/>
                </a:lnTo>
                <a:lnTo>
                  <a:pt x="179257" y="267290"/>
                </a:lnTo>
                <a:lnTo>
                  <a:pt x="200289" y="230016"/>
                </a:lnTo>
                <a:lnTo>
                  <a:pt x="222219" y="195181"/>
                </a:lnTo>
                <a:lnTo>
                  <a:pt x="245004" y="162880"/>
                </a:lnTo>
                <a:lnTo>
                  <a:pt x="292965" y="106257"/>
                </a:lnTo>
                <a:lnTo>
                  <a:pt x="343828" y="60903"/>
                </a:lnTo>
                <a:lnTo>
                  <a:pt x="397248" y="27571"/>
                </a:lnTo>
                <a:lnTo>
                  <a:pt x="452880" y="7018"/>
                </a:lnTo>
                <a:lnTo>
                  <a:pt x="510380" y="0"/>
                </a:lnTo>
                <a:lnTo>
                  <a:pt x="539342" y="1770"/>
                </a:lnTo>
                <a:lnTo>
                  <a:pt x="595952" y="15650"/>
                </a:lnTo>
                <a:lnTo>
                  <a:pt x="650521" y="42687"/>
                </a:lnTo>
                <a:lnTo>
                  <a:pt x="702705" y="82124"/>
                </a:lnTo>
                <a:lnTo>
                  <a:pt x="752160" y="133208"/>
                </a:lnTo>
                <a:lnTo>
                  <a:pt x="798541" y="195181"/>
                </a:lnTo>
                <a:lnTo>
                  <a:pt x="820470" y="230016"/>
                </a:lnTo>
                <a:lnTo>
                  <a:pt x="841503" y="267290"/>
                </a:lnTo>
                <a:lnTo>
                  <a:pt x="861594" y="306909"/>
                </a:lnTo>
                <a:lnTo>
                  <a:pt x="880701" y="348779"/>
                </a:lnTo>
                <a:lnTo>
                  <a:pt x="898781" y="392805"/>
                </a:lnTo>
                <a:lnTo>
                  <a:pt x="915791" y="438892"/>
                </a:lnTo>
                <a:lnTo>
                  <a:pt x="931688" y="486947"/>
                </a:lnTo>
                <a:lnTo>
                  <a:pt x="946428" y="536875"/>
                </a:lnTo>
                <a:lnTo>
                  <a:pt x="959970" y="588581"/>
                </a:lnTo>
                <a:lnTo>
                  <a:pt x="972268" y="641971"/>
                </a:lnTo>
                <a:lnTo>
                  <a:pt x="983281" y="696951"/>
                </a:lnTo>
                <a:lnTo>
                  <a:pt x="992966" y="753426"/>
                </a:lnTo>
                <a:lnTo>
                  <a:pt x="1001279" y="811302"/>
                </a:lnTo>
                <a:lnTo>
                  <a:pt x="1008177" y="870484"/>
                </a:lnTo>
                <a:lnTo>
                  <a:pt x="1013617" y="930878"/>
                </a:lnTo>
                <a:lnTo>
                  <a:pt x="1017556" y="992390"/>
                </a:lnTo>
                <a:lnTo>
                  <a:pt x="1019951" y="1054925"/>
                </a:lnTo>
                <a:lnTo>
                  <a:pt x="1020759" y="1118389"/>
                </a:lnTo>
                <a:lnTo>
                  <a:pt x="1019951" y="1181854"/>
                </a:lnTo>
                <a:lnTo>
                  <a:pt x="1017556" y="1244390"/>
                </a:lnTo>
                <a:lnTo>
                  <a:pt x="1013617" y="1305902"/>
                </a:lnTo>
                <a:lnTo>
                  <a:pt x="1008177" y="1366298"/>
                </a:lnTo>
                <a:lnTo>
                  <a:pt x="1001279" y="1425481"/>
                </a:lnTo>
                <a:lnTo>
                  <a:pt x="992966" y="1483357"/>
                </a:lnTo>
                <a:lnTo>
                  <a:pt x="983281" y="1539833"/>
                </a:lnTo>
                <a:lnTo>
                  <a:pt x="972268" y="1594814"/>
                </a:lnTo>
                <a:lnTo>
                  <a:pt x="959970" y="1648204"/>
                </a:lnTo>
                <a:lnTo>
                  <a:pt x="946428" y="1699911"/>
                </a:lnTo>
                <a:lnTo>
                  <a:pt x="931688" y="1749839"/>
                </a:lnTo>
                <a:lnTo>
                  <a:pt x="915791" y="1797894"/>
                </a:lnTo>
                <a:lnTo>
                  <a:pt x="898781" y="1843982"/>
                </a:lnTo>
                <a:lnTo>
                  <a:pt x="880701" y="1888008"/>
                </a:lnTo>
                <a:lnTo>
                  <a:pt x="861594" y="1929878"/>
                </a:lnTo>
                <a:lnTo>
                  <a:pt x="841503" y="1969497"/>
                </a:lnTo>
                <a:lnTo>
                  <a:pt x="820470" y="2006771"/>
                </a:lnTo>
                <a:lnTo>
                  <a:pt x="798541" y="2041606"/>
                </a:lnTo>
                <a:lnTo>
                  <a:pt x="775756" y="2073907"/>
                </a:lnTo>
                <a:lnTo>
                  <a:pt x="727795" y="2130530"/>
                </a:lnTo>
                <a:lnTo>
                  <a:pt x="676933" y="2175885"/>
                </a:lnTo>
                <a:lnTo>
                  <a:pt x="623513" y="2209216"/>
                </a:lnTo>
                <a:lnTo>
                  <a:pt x="567880" y="2229769"/>
                </a:lnTo>
                <a:lnTo>
                  <a:pt x="510380" y="2236788"/>
                </a:lnTo>
                <a:lnTo>
                  <a:pt x="481418" y="2235017"/>
                </a:lnTo>
                <a:lnTo>
                  <a:pt x="424809" y="2221137"/>
                </a:lnTo>
                <a:lnTo>
                  <a:pt x="370240" y="2194101"/>
                </a:lnTo>
                <a:lnTo>
                  <a:pt x="318055" y="2154663"/>
                </a:lnTo>
                <a:lnTo>
                  <a:pt x="268600" y="2103580"/>
                </a:lnTo>
                <a:lnTo>
                  <a:pt x="222219" y="2041606"/>
                </a:lnTo>
                <a:lnTo>
                  <a:pt x="200289" y="2006771"/>
                </a:lnTo>
                <a:lnTo>
                  <a:pt x="179257" y="1969497"/>
                </a:lnTo>
                <a:lnTo>
                  <a:pt x="159166" y="1929878"/>
                </a:lnTo>
                <a:lnTo>
                  <a:pt x="140058" y="1888008"/>
                </a:lnTo>
                <a:lnTo>
                  <a:pt x="121978" y="1843982"/>
                </a:lnTo>
                <a:lnTo>
                  <a:pt x="104968" y="1797894"/>
                </a:lnTo>
                <a:lnTo>
                  <a:pt x="89071" y="1749839"/>
                </a:lnTo>
                <a:lnTo>
                  <a:pt x="74331" y="1699911"/>
                </a:lnTo>
                <a:lnTo>
                  <a:pt x="60789" y="1648204"/>
                </a:lnTo>
                <a:lnTo>
                  <a:pt x="48490" y="1594814"/>
                </a:lnTo>
                <a:lnTo>
                  <a:pt x="37477" y="1539833"/>
                </a:lnTo>
                <a:lnTo>
                  <a:pt x="27793" y="1483357"/>
                </a:lnTo>
                <a:lnTo>
                  <a:pt x="19480" y="1425481"/>
                </a:lnTo>
                <a:lnTo>
                  <a:pt x="12582" y="1366298"/>
                </a:lnTo>
                <a:lnTo>
                  <a:pt x="7142" y="1305902"/>
                </a:lnTo>
                <a:lnTo>
                  <a:pt x="3203" y="1244390"/>
                </a:lnTo>
                <a:lnTo>
                  <a:pt x="807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04816" y="2803207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5">
                <a:moveTo>
                  <a:pt x="0" y="0"/>
                </a:moveTo>
                <a:lnTo>
                  <a:pt x="255586" y="0"/>
                </a:lnTo>
                <a:lnTo>
                  <a:pt x="255586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49229" y="3217545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5">
                <a:moveTo>
                  <a:pt x="0" y="0"/>
                </a:moveTo>
                <a:lnTo>
                  <a:pt x="255587" y="0"/>
                </a:lnTo>
                <a:lnTo>
                  <a:pt x="255587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49229" y="3881120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74678" y="3549332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90541" y="4128770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3999" y="0"/>
                </a:lnTo>
                <a:lnTo>
                  <a:pt x="253999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79578" y="2555557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509587" y="0"/>
                </a:moveTo>
                <a:lnTo>
                  <a:pt x="452175" y="7018"/>
                </a:lnTo>
                <a:lnTo>
                  <a:pt x="396628" y="27571"/>
                </a:lnTo>
                <a:lnTo>
                  <a:pt x="343291" y="60903"/>
                </a:lnTo>
                <a:lnTo>
                  <a:pt x="292507" y="106258"/>
                </a:lnTo>
                <a:lnTo>
                  <a:pt x="244620" y="162881"/>
                </a:lnTo>
                <a:lnTo>
                  <a:pt x="221871" y="195182"/>
                </a:lnTo>
                <a:lnTo>
                  <a:pt x="199975" y="230016"/>
                </a:lnTo>
                <a:lnTo>
                  <a:pt x="178976" y="267291"/>
                </a:lnTo>
                <a:lnTo>
                  <a:pt x="158916" y="306910"/>
                </a:lnTo>
                <a:lnTo>
                  <a:pt x="139838" y="348779"/>
                </a:lnTo>
                <a:lnTo>
                  <a:pt x="121786" y="392805"/>
                </a:lnTo>
                <a:lnTo>
                  <a:pt x="104803" y="438892"/>
                </a:lnTo>
                <a:lnTo>
                  <a:pt x="88931" y="486947"/>
                </a:lnTo>
                <a:lnTo>
                  <a:pt x="74213" y="536875"/>
                </a:lnTo>
                <a:lnTo>
                  <a:pt x="60693" y="588581"/>
                </a:lnTo>
                <a:lnTo>
                  <a:pt x="48414" y="641971"/>
                </a:lnTo>
                <a:lnTo>
                  <a:pt x="37418" y="696950"/>
                </a:lnTo>
                <a:lnTo>
                  <a:pt x="27749" y="753425"/>
                </a:lnTo>
                <a:lnTo>
                  <a:pt x="19449" y="811301"/>
                </a:lnTo>
                <a:lnTo>
                  <a:pt x="12562" y="870483"/>
                </a:lnTo>
                <a:lnTo>
                  <a:pt x="7130" y="930877"/>
                </a:lnTo>
                <a:lnTo>
                  <a:pt x="3197" y="992389"/>
                </a:lnTo>
                <a:lnTo>
                  <a:pt x="806" y="1054923"/>
                </a:lnTo>
                <a:lnTo>
                  <a:pt x="0" y="1118387"/>
                </a:lnTo>
                <a:lnTo>
                  <a:pt x="806" y="1181852"/>
                </a:lnTo>
                <a:lnTo>
                  <a:pt x="3197" y="1244388"/>
                </a:lnTo>
                <a:lnTo>
                  <a:pt x="7130" y="1305900"/>
                </a:lnTo>
                <a:lnTo>
                  <a:pt x="12562" y="1366295"/>
                </a:lnTo>
                <a:lnTo>
                  <a:pt x="19449" y="1425478"/>
                </a:lnTo>
                <a:lnTo>
                  <a:pt x="27749" y="1483355"/>
                </a:lnTo>
                <a:lnTo>
                  <a:pt x="37418" y="1539831"/>
                </a:lnTo>
                <a:lnTo>
                  <a:pt x="48414" y="1594811"/>
                </a:lnTo>
                <a:lnTo>
                  <a:pt x="60693" y="1648202"/>
                </a:lnTo>
                <a:lnTo>
                  <a:pt x="74213" y="1699908"/>
                </a:lnTo>
                <a:lnTo>
                  <a:pt x="88931" y="1749836"/>
                </a:lnTo>
                <a:lnTo>
                  <a:pt x="104803" y="1797892"/>
                </a:lnTo>
                <a:lnTo>
                  <a:pt x="121786" y="1843979"/>
                </a:lnTo>
                <a:lnTo>
                  <a:pt x="139838" y="1888006"/>
                </a:lnTo>
                <a:lnTo>
                  <a:pt x="158916" y="1929875"/>
                </a:lnTo>
                <a:lnTo>
                  <a:pt x="178976" y="1969495"/>
                </a:lnTo>
                <a:lnTo>
                  <a:pt x="199975" y="2006769"/>
                </a:lnTo>
                <a:lnTo>
                  <a:pt x="221871" y="2041604"/>
                </a:lnTo>
                <a:lnTo>
                  <a:pt x="244620" y="2073905"/>
                </a:lnTo>
                <a:lnTo>
                  <a:pt x="292507" y="2130529"/>
                </a:lnTo>
                <a:lnTo>
                  <a:pt x="343291" y="2175884"/>
                </a:lnTo>
                <a:lnTo>
                  <a:pt x="396628" y="2209215"/>
                </a:lnTo>
                <a:lnTo>
                  <a:pt x="452175" y="2229768"/>
                </a:lnTo>
                <a:lnTo>
                  <a:pt x="509587" y="2236787"/>
                </a:lnTo>
                <a:lnTo>
                  <a:pt x="538503" y="2235017"/>
                </a:lnTo>
                <a:lnTo>
                  <a:pt x="595024" y="2221136"/>
                </a:lnTo>
                <a:lnTo>
                  <a:pt x="649508" y="2194100"/>
                </a:lnTo>
                <a:lnTo>
                  <a:pt x="701611" y="2154662"/>
                </a:lnTo>
                <a:lnTo>
                  <a:pt x="750989" y="2103578"/>
                </a:lnTo>
                <a:lnTo>
                  <a:pt x="797298" y="2041604"/>
                </a:lnTo>
                <a:lnTo>
                  <a:pt x="819194" y="2006769"/>
                </a:lnTo>
                <a:lnTo>
                  <a:pt x="840193" y="1969495"/>
                </a:lnTo>
                <a:lnTo>
                  <a:pt x="860253" y="1929875"/>
                </a:lnTo>
                <a:lnTo>
                  <a:pt x="879331" y="1888006"/>
                </a:lnTo>
                <a:lnTo>
                  <a:pt x="897383" y="1843979"/>
                </a:lnTo>
                <a:lnTo>
                  <a:pt x="914367" y="1797892"/>
                </a:lnTo>
                <a:lnTo>
                  <a:pt x="930240" y="1749836"/>
                </a:lnTo>
                <a:lnTo>
                  <a:pt x="944958" y="1699908"/>
                </a:lnTo>
                <a:lnTo>
                  <a:pt x="958478" y="1648202"/>
                </a:lnTo>
                <a:lnTo>
                  <a:pt x="970758" y="1594811"/>
                </a:lnTo>
                <a:lnTo>
                  <a:pt x="981754" y="1539831"/>
                </a:lnTo>
                <a:lnTo>
                  <a:pt x="991424" y="1483355"/>
                </a:lnTo>
                <a:lnTo>
                  <a:pt x="999724" y="1425478"/>
                </a:lnTo>
                <a:lnTo>
                  <a:pt x="1006611" y="1366295"/>
                </a:lnTo>
                <a:lnTo>
                  <a:pt x="1012043" y="1305900"/>
                </a:lnTo>
                <a:lnTo>
                  <a:pt x="1015976" y="1244388"/>
                </a:lnTo>
                <a:lnTo>
                  <a:pt x="1018368" y="1181852"/>
                </a:lnTo>
                <a:lnTo>
                  <a:pt x="1019175" y="1118387"/>
                </a:lnTo>
                <a:lnTo>
                  <a:pt x="1018368" y="1054923"/>
                </a:lnTo>
                <a:lnTo>
                  <a:pt x="1015976" y="992389"/>
                </a:lnTo>
                <a:lnTo>
                  <a:pt x="1012043" y="930877"/>
                </a:lnTo>
                <a:lnTo>
                  <a:pt x="1006611" y="870483"/>
                </a:lnTo>
                <a:lnTo>
                  <a:pt x="999724" y="811301"/>
                </a:lnTo>
                <a:lnTo>
                  <a:pt x="991424" y="753425"/>
                </a:lnTo>
                <a:lnTo>
                  <a:pt x="981754" y="696950"/>
                </a:lnTo>
                <a:lnTo>
                  <a:pt x="970758" y="641971"/>
                </a:lnTo>
                <a:lnTo>
                  <a:pt x="958478" y="588581"/>
                </a:lnTo>
                <a:lnTo>
                  <a:pt x="944958" y="536875"/>
                </a:lnTo>
                <a:lnTo>
                  <a:pt x="930240" y="486947"/>
                </a:lnTo>
                <a:lnTo>
                  <a:pt x="914367" y="438892"/>
                </a:lnTo>
                <a:lnTo>
                  <a:pt x="897383" y="392805"/>
                </a:lnTo>
                <a:lnTo>
                  <a:pt x="879331" y="348779"/>
                </a:lnTo>
                <a:lnTo>
                  <a:pt x="860253" y="306910"/>
                </a:lnTo>
                <a:lnTo>
                  <a:pt x="840193" y="267291"/>
                </a:lnTo>
                <a:lnTo>
                  <a:pt x="819194" y="230016"/>
                </a:lnTo>
                <a:lnTo>
                  <a:pt x="797298" y="195182"/>
                </a:lnTo>
                <a:lnTo>
                  <a:pt x="774548" y="162881"/>
                </a:lnTo>
                <a:lnTo>
                  <a:pt x="726662" y="106258"/>
                </a:lnTo>
                <a:lnTo>
                  <a:pt x="675878" y="60903"/>
                </a:lnTo>
                <a:lnTo>
                  <a:pt x="622542" y="27571"/>
                </a:lnTo>
                <a:lnTo>
                  <a:pt x="566997" y="7018"/>
                </a:lnTo>
                <a:lnTo>
                  <a:pt x="50958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379578" y="2555557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0" y="1118389"/>
                </a:moveTo>
                <a:lnTo>
                  <a:pt x="806" y="1054925"/>
                </a:lnTo>
                <a:lnTo>
                  <a:pt x="3198" y="992390"/>
                </a:lnTo>
                <a:lnTo>
                  <a:pt x="7131" y="930878"/>
                </a:lnTo>
                <a:lnTo>
                  <a:pt x="12562" y="870484"/>
                </a:lnTo>
                <a:lnTo>
                  <a:pt x="19450" y="811302"/>
                </a:lnTo>
                <a:lnTo>
                  <a:pt x="27750" y="753426"/>
                </a:lnTo>
                <a:lnTo>
                  <a:pt x="37419" y="696951"/>
                </a:lnTo>
                <a:lnTo>
                  <a:pt x="48415" y="641971"/>
                </a:lnTo>
                <a:lnTo>
                  <a:pt x="60695" y="588581"/>
                </a:lnTo>
                <a:lnTo>
                  <a:pt x="74215" y="536875"/>
                </a:lnTo>
                <a:lnTo>
                  <a:pt x="88933" y="486947"/>
                </a:lnTo>
                <a:lnTo>
                  <a:pt x="104805" y="438892"/>
                </a:lnTo>
                <a:lnTo>
                  <a:pt x="121789" y="392805"/>
                </a:lnTo>
                <a:lnTo>
                  <a:pt x="139841" y="348779"/>
                </a:lnTo>
                <a:lnTo>
                  <a:pt x="158919" y="306909"/>
                </a:lnTo>
                <a:lnTo>
                  <a:pt x="178979" y="267290"/>
                </a:lnTo>
                <a:lnTo>
                  <a:pt x="199978" y="230016"/>
                </a:lnTo>
                <a:lnTo>
                  <a:pt x="221874" y="195181"/>
                </a:lnTo>
                <a:lnTo>
                  <a:pt x="244623" y="162880"/>
                </a:lnTo>
                <a:lnTo>
                  <a:pt x="292510" y="106257"/>
                </a:lnTo>
                <a:lnTo>
                  <a:pt x="343294" y="60903"/>
                </a:lnTo>
                <a:lnTo>
                  <a:pt x="396631" y="27571"/>
                </a:lnTo>
                <a:lnTo>
                  <a:pt x="452177" y="7018"/>
                </a:lnTo>
                <a:lnTo>
                  <a:pt x="509587" y="0"/>
                </a:lnTo>
                <a:lnTo>
                  <a:pt x="538504" y="1770"/>
                </a:lnTo>
                <a:lnTo>
                  <a:pt x="595026" y="15650"/>
                </a:lnTo>
                <a:lnTo>
                  <a:pt x="649510" y="42687"/>
                </a:lnTo>
                <a:lnTo>
                  <a:pt x="701614" y="82124"/>
                </a:lnTo>
                <a:lnTo>
                  <a:pt x="750992" y="133208"/>
                </a:lnTo>
                <a:lnTo>
                  <a:pt x="797302" y="195181"/>
                </a:lnTo>
                <a:lnTo>
                  <a:pt x="819198" y="230016"/>
                </a:lnTo>
                <a:lnTo>
                  <a:pt x="840197" y="267290"/>
                </a:lnTo>
                <a:lnTo>
                  <a:pt x="860258" y="306909"/>
                </a:lnTo>
                <a:lnTo>
                  <a:pt x="879335" y="348779"/>
                </a:lnTo>
                <a:lnTo>
                  <a:pt x="897388" y="392805"/>
                </a:lnTo>
                <a:lnTo>
                  <a:pt x="914372" y="438892"/>
                </a:lnTo>
                <a:lnTo>
                  <a:pt x="930244" y="486947"/>
                </a:lnTo>
                <a:lnTo>
                  <a:pt x="944962" y="536875"/>
                </a:lnTo>
                <a:lnTo>
                  <a:pt x="958483" y="588581"/>
                </a:lnTo>
                <a:lnTo>
                  <a:pt x="970762" y="641971"/>
                </a:lnTo>
                <a:lnTo>
                  <a:pt x="981759" y="696951"/>
                </a:lnTo>
                <a:lnTo>
                  <a:pt x="991428" y="753426"/>
                </a:lnTo>
                <a:lnTo>
                  <a:pt x="999729" y="811302"/>
                </a:lnTo>
                <a:lnTo>
                  <a:pt x="1006616" y="870484"/>
                </a:lnTo>
                <a:lnTo>
                  <a:pt x="1012048" y="930878"/>
                </a:lnTo>
                <a:lnTo>
                  <a:pt x="1015981" y="992390"/>
                </a:lnTo>
                <a:lnTo>
                  <a:pt x="1018372" y="1054925"/>
                </a:lnTo>
                <a:lnTo>
                  <a:pt x="1019179" y="1118389"/>
                </a:lnTo>
                <a:lnTo>
                  <a:pt x="1018372" y="1181854"/>
                </a:lnTo>
                <a:lnTo>
                  <a:pt x="1015981" y="1244390"/>
                </a:lnTo>
                <a:lnTo>
                  <a:pt x="1012048" y="1305902"/>
                </a:lnTo>
                <a:lnTo>
                  <a:pt x="1006616" y="1366298"/>
                </a:lnTo>
                <a:lnTo>
                  <a:pt x="999729" y="1425481"/>
                </a:lnTo>
                <a:lnTo>
                  <a:pt x="991428" y="1483357"/>
                </a:lnTo>
                <a:lnTo>
                  <a:pt x="981759" y="1539833"/>
                </a:lnTo>
                <a:lnTo>
                  <a:pt x="970762" y="1594814"/>
                </a:lnTo>
                <a:lnTo>
                  <a:pt x="958483" y="1648204"/>
                </a:lnTo>
                <a:lnTo>
                  <a:pt x="944962" y="1699911"/>
                </a:lnTo>
                <a:lnTo>
                  <a:pt x="930244" y="1749839"/>
                </a:lnTo>
                <a:lnTo>
                  <a:pt x="914372" y="1797894"/>
                </a:lnTo>
                <a:lnTo>
                  <a:pt x="897388" y="1843982"/>
                </a:lnTo>
                <a:lnTo>
                  <a:pt x="879335" y="1888008"/>
                </a:lnTo>
                <a:lnTo>
                  <a:pt x="860258" y="1929878"/>
                </a:lnTo>
                <a:lnTo>
                  <a:pt x="840197" y="1969497"/>
                </a:lnTo>
                <a:lnTo>
                  <a:pt x="819198" y="2006771"/>
                </a:lnTo>
                <a:lnTo>
                  <a:pt x="797302" y="2041606"/>
                </a:lnTo>
                <a:lnTo>
                  <a:pt x="774552" y="2073907"/>
                </a:lnTo>
                <a:lnTo>
                  <a:pt x="726665" y="2130530"/>
                </a:lnTo>
                <a:lnTo>
                  <a:pt x="675881" y="2175885"/>
                </a:lnTo>
                <a:lnTo>
                  <a:pt x="622544" y="2209216"/>
                </a:lnTo>
                <a:lnTo>
                  <a:pt x="566998" y="2229769"/>
                </a:lnTo>
                <a:lnTo>
                  <a:pt x="509587" y="2236788"/>
                </a:lnTo>
                <a:lnTo>
                  <a:pt x="480670" y="2235017"/>
                </a:lnTo>
                <a:lnTo>
                  <a:pt x="424149" y="2221137"/>
                </a:lnTo>
                <a:lnTo>
                  <a:pt x="369664" y="2194101"/>
                </a:lnTo>
                <a:lnTo>
                  <a:pt x="317561" y="2154663"/>
                </a:lnTo>
                <a:lnTo>
                  <a:pt x="268183" y="2103580"/>
                </a:lnTo>
                <a:lnTo>
                  <a:pt x="221874" y="2041606"/>
                </a:lnTo>
                <a:lnTo>
                  <a:pt x="199978" y="2006771"/>
                </a:lnTo>
                <a:lnTo>
                  <a:pt x="178979" y="1969497"/>
                </a:lnTo>
                <a:lnTo>
                  <a:pt x="158919" y="1929878"/>
                </a:lnTo>
                <a:lnTo>
                  <a:pt x="139841" y="1888008"/>
                </a:lnTo>
                <a:lnTo>
                  <a:pt x="121789" y="1843982"/>
                </a:lnTo>
                <a:lnTo>
                  <a:pt x="104805" y="1797894"/>
                </a:lnTo>
                <a:lnTo>
                  <a:pt x="88933" y="1749839"/>
                </a:lnTo>
                <a:lnTo>
                  <a:pt x="74215" y="1699911"/>
                </a:lnTo>
                <a:lnTo>
                  <a:pt x="60695" y="1648204"/>
                </a:lnTo>
                <a:lnTo>
                  <a:pt x="48415" y="1594814"/>
                </a:lnTo>
                <a:lnTo>
                  <a:pt x="37419" y="1539833"/>
                </a:lnTo>
                <a:lnTo>
                  <a:pt x="27750" y="1483357"/>
                </a:lnTo>
                <a:lnTo>
                  <a:pt x="19450" y="1425481"/>
                </a:lnTo>
                <a:lnTo>
                  <a:pt x="12562" y="1366298"/>
                </a:lnTo>
                <a:lnTo>
                  <a:pt x="7131" y="1305902"/>
                </a:lnTo>
                <a:lnTo>
                  <a:pt x="3198" y="1244390"/>
                </a:lnTo>
                <a:lnTo>
                  <a:pt x="806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03441" y="2803207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5">
                <a:moveTo>
                  <a:pt x="0" y="0"/>
                </a:moveTo>
                <a:lnTo>
                  <a:pt x="255587" y="0"/>
                </a:lnTo>
                <a:lnTo>
                  <a:pt x="255587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49441" y="3134995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5">
                <a:moveTo>
                  <a:pt x="0" y="0"/>
                </a:moveTo>
                <a:lnTo>
                  <a:pt x="254000" y="0"/>
                </a:lnTo>
                <a:lnTo>
                  <a:pt x="254000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03441" y="3549332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73303" y="3134995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5">
                <a:moveTo>
                  <a:pt x="0" y="0"/>
                </a:moveTo>
                <a:lnTo>
                  <a:pt x="255588" y="0"/>
                </a:lnTo>
                <a:lnTo>
                  <a:pt x="255588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63716" y="3881120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6" y="0"/>
                </a:lnTo>
                <a:lnTo>
                  <a:pt x="255586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73303" y="3881120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8" y="0"/>
                </a:lnTo>
                <a:lnTo>
                  <a:pt x="255588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0541" y="25555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03441" y="4295457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0403" y="2887345"/>
            <a:ext cx="1443355" cy="0"/>
          </a:xfrm>
          <a:custGeom>
            <a:avLst/>
            <a:gdLst/>
            <a:ahLst/>
            <a:cxnLst/>
            <a:rect l="l" t="t" r="r" b="b"/>
            <a:pathLst>
              <a:path w="1443354">
                <a:moveTo>
                  <a:pt x="0" y="0"/>
                </a:moveTo>
                <a:lnTo>
                  <a:pt x="144303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0403" y="2969895"/>
            <a:ext cx="1189355" cy="247650"/>
          </a:xfrm>
          <a:custGeom>
            <a:avLst/>
            <a:gdLst/>
            <a:ahLst/>
            <a:cxnLst/>
            <a:rect l="l" t="t" r="r" b="b"/>
            <a:pathLst>
              <a:path w="1189354" h="247650">
                <a:moveTo>
                  <a:pt x="0" y="0"/>
                </a:moveTo>
                <a:lnTo>
                  <a:pt x="1189039" y="2476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30266" y="3714433"/>
            <a:ext cx="1273175" cy="0"/>
          </a:xfrm>
          <a:custGeom>
            <a:avLst/>
            <a:gdLst/>
            <a:ahLst/>
            <a:cxnLst/>
            <a:rect l="l" t="t" r="r" b="b"/>
            <a:pathLst>
              <a:path w="1273175">
                <a:moveTo>
                  <a:pt x="0" y="0"/>
                </a:moveTo>
                <a:lnTo>
                  <a:pt x="1273168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44541" y="4046220"/>
            <a:ext cx="1019175" cy="165100"/>
          </a:xfrm>
          <a:custGeom>
            <a:avLst/>
            <a:gdLst/>
            <a:ahLst/>
            <a:cxnLst/>
            <a:rect l="l" t="t" r="r" b="b"/>
            <a:pathLst>
              <a:path w="1019175" h="165100">
                <a:moveTo>
                  <a:pt x="0" y="165099"/>
                </a:moveTo>
                <a:lnTo>
                  <a:pt x="101916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44541" y="4295457"/>
            <a:ext cx="1358900" cy="165100"/>
          </a:xfrm>
          <a:custGeom>
            <a:avLst/>
            <a:gdLst/>
            <a:ahLst/>
            <a:cxnLst/>
            <a:rect l="l" t="t" r="r" b="b"/>
            <a:pathLst>
              <a:path w="1358900" h="165100">
                <a:moveTo>
                  <a:pt x="0" y="0"/>
                </a:moveTo>
                <a:lnTo>
                  <a:pt x="1358898" y="1650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969404" y="3582352"/>
            <a:ext cx="539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1: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79366" y="5122545"/>
            <a:ext cx="1021080" cy="2237105"/>
          </a:xfrm>
          <a:custGeom>
            <a:avLst/>
            <a:gdLst/>
            <a:ahLst/>
            <a:cxnLst/>
            <a:rect l="l" t="t" r="r" b="b"/>
            <a:pathLst>
              <a:path w="1021079" h="2237104">
                <a:moveTo>
                  <a:pt x="510374" y="0"/>
                </a:moveTo>
                <a:lnTo>
                  <a:pt x="452874" y="7018"/>
                </a:lnTo>
                <a:lnTo>
                  <a:pt x="397242" y="27571"/>
                </a:lnTo>
                <a:lnTo>
                  <a:pt x="343822" y="60903"/>
                </a:lnTo>
                <a:lnTo>
                  <a:pt x="292960" y="106258"/>
                </a:lnTo>
                <a:lnTo>
                  <a:pt x="244999" y="162881"/>
                </a:lnTo>
                <a:lnTo>
                  <a:pt x="222215" y="195182"/>
                </a:lnTo>
                <a:lnTo>
                  <a:pt x="200285" y="230017"/>
                </a:lnTo>
                <a:lnTo>
                  <a:pt x="179253" y="267292"/>
                </a:lnTo>
                <a:lnTo>
                  <a:pt x="159162" y="306911"/>
                </a:lnTo>
                <a:lnTo>
                  <a:pt x="140055" y="348781"/>
                </a:lnTo>
                <a:lnTo>
                  <a:pt x="121976" y="392807"/>
                </a:lnTo>
                <a:lnTo>
                  <a:pt x="104966" y="438895"/>
                </a:lnTo>
                <a:lnTo>
                  <a:pt x="89069" y="486950"/>
                </a:lnTo>
                <a:lnTo>
                  <a:pt x="74329" y="536878"/>
                </a:lnTo>
                <a:lnTo>
                  <a:pt x="60788" y="588585"/>
                </a:lnTo>
                <a:lnTo>
                  <a:pt x="48489" y="641976"/>
                </a:lnTo>
                <a:lnTo>
                  <a:pt x="37476" y="696956"/>
                </a:lnTo>
                <a:lnTo>
                  <a:pt x="27792" y="753432"/>
                </a:lnTo>
                <a:lnTo>
                  <a:pt x="19479" y="811308"/>
                </a:lnTo>
                <a:lnTo>
                  <a:pt x="12581" y="870491"/>
                </a:lnTo>
                <a:lnTo>
                  <a:pt x="7141" y="930886"/>
                </a:lnTo>
                <a:lnTo>
                  <a:pt x="3202" y="992399"/>
                </a:lnTo>
                <a:lnTo>
                  <a:pt x="807" y="1054935"/>
                </a:lnTo>
                <a:lnTo>
                  <a:pt x="0" y="1118400"/>
                </a:lnTo>
                <a:lnTo>
                  <a:pt x="807" y="1181863"/>
                </a:lnTo>
                <a:lnTo>
                  <a:pt x="3202" y="1244398"/>
                </a:lnTo>
                <a:lnTo>
                  <a:pt x="7141" y="1305910"/>
                </a:lnTo>
                <a:lnTo>
                  <a:pt x="12581" y="1366304"/>
                </a:lnTo>
                <a:lnTo>
                  <a:pt x="19479" y="1425486"/>
                </a:lnTo>
                <a:lnTo>
                  <a:pt x="27792" y="1483362"/>
                </a:lnTo>
                <a:lnTo>
                  <a:pt x="37476" y="1539837"/>
                </a:lnTo>
                <a:lnTo>
                  <a:pt x="48489" y="1594816"/>
                </a:lnTo>
                <a:lnTo>
                  <a:pt x="60788" y="1648206"/>
                </a:lnTo>
                <a:lnTo>
                  <a:pt x="74329" y="1699912"/>
                </a:lnTo>
                <a:lnTo>
                  <a:pt x="89069" y="1749840"/>
                </a:lnTo>
                <a:lnTo>
                  <a:pt x="104966" y="1797895"/>
                </a:lnTo>
                <a:lnTo>
                  <a:pt x="121976" y="1843982"/>
                </a:lnTo>
                <a:lnTo>
                  <a:pt x="140055" y="1888008"/>
                </a:lnTo>
                <a:lnTo>
                  <a:pt x="159162" y="1929877"/>
                </a:lnTo>
                <a:lnTo>
                  <a:pt x="179253" y="1969496"/>
                </a:lnTo>
                <a:lnTo>
                  <a:pt x="200285" y="2006770"/>
                </a:lnTo>
                <a:lnTo>
                  <a:pt x="222215" y="2041605"/>
                </a:lnTo>
                <a:lnTo>
                  <a:pt x="244999" y="2073906"/>
                </a:lnTo>
                <a:lnTo>
                  <a:pt x="292960" y="2130529"/>
                </a:lnTo>
                <a:lnTo>
                  <a:pt x="343822" y="2175884"/>
                </a:lnTo>
                <a:lnTo>
                  <a:pt x="397242" y="2209215"/>
                </a:lnTo>
                <a:lnTo>
                  <a:pt x="452874" y="2229768"/>
                </a:lnTo>
                <a:lnTo>
                  <a:pt x="510374" y="2236787"/>
                </a:lnTo>
                <a:lnTo>
                  <a:pt x="539336" y="2235017"/>
                </a:lnTo>
                <a:lnTo>
                  <a:pt x="595946" y="2221136"/>
                </a:lnTo>
                <a:lnTo>
                  <a:pt x="650516" y="2194100"/>
                </a:lnTo>
                <a:lnTo>
                  <a:pt x="702701" y="2154662"/>
                </a:lnTo>
                <a:lnTo>
                  <a:pt x="752156" y="2103579"/>
                </a:lnTo>
                <a:lnTo>
                  <a:pt x="798538" y="2041605"/>
                </a:lnTo>
                <a:lnTo>
                  <a:pt x="820468" y="2006770"/>
                </a:lnTo>
                <a:lnTo>
                  <a:pt x="841501" y="1969496"/>
                </a:lnTo>
                <a:lnTo>
                  <a:pt x="861592" y="1929877"/>
                </a:lnTo>
                <a:lnTo>
                  <a:pt x="880700" y="1888008"/>
                </a:lnTo>
                <a:lnTo>
                  <a:pt x="898781" y="1843982"/>
                </a:lnTo>
                <a:lnTo>
                  <a:pt x="915791" y="1797895"/>
                </a:lnTo>
                <a:lnTo>
                  <a:pt x="931688" y="1749840"/>
                </a:lnTo>
                <a:lnTo>
                  <a:pt x="946429" y="1699912"/>
                </a:lnTo>
                <a:lnTo>
                  <a:pt x="959971" y="1648206"/>
                </a:lnTo>
                <a:lnTo>
                  <a:pt x="972270" y="1594816"/>
                </a:lnTo>
                <a:lnTo>
                  <a:pt x="983283" y="1539837"/>
                </a:lnTo>
                <a:lnTo>
                  <a:pt x="992968" y="1483362"/>
                </a:lnTo>
                <a:lnTo>
                  <a:pt x="1001281" y="1425486"/>
                </a:lnTo>
                <a:lnTo>
                  <a:pt x="1008179" y="1366304"/>
                </a:lnTo>
                <a:lnTo>
                  <a:pt x="1013620" y="1305910"/>
                </a:lnTo>
                <a:lnTo>
                  <a:pt x="1017559" y="1244398"/>
                </a:lnTo>
                <a:lnTo>
                  <a:pt x="1019954" y="1181863"/>
                </a:lnTo>
                <a:lnTo>
                  <a:pt x="1020762" y="1118400"/>
                </a:lnTo>
                <a:lnTo>
                  <a:pt x="1019954" y="1054935"/>
                </a:lnTo>
                <a:lnTo>
                  <a:pt x="1017559" y="992399"/>
                </a:lnTo>
                <a:lnTo>
                  <a:pt x="1013620" y="930886"/>
                </a:lnTo>
                <a:lnTo>
                  <a:pt x="1008179" y="870491"/>
                </a:lnTo>
                <a:lnTo>
                  <a:pt x="1001281" y="811308"/>
                </a:lnTo>
                <a:lnTo>
                  <a:pt x="992968" y="753432"/>
                </a:lnTo>
                <a:lnTo>
                  <a:pt x="983283" y="696956"/>
                </a:lnTo>
                <a:lnTo>
                  <a:pt x="972270" y="641976"/>
                </a:lnTo>
                <a:lnTo>
                  <a:pt x="959971" y="588585"/>
                </a:lnTo>
                <a:lnTo>
                  <a:pt x="946429" y="536878"/>
                </a:lnTo>
                <a:lnTo>
                  <a:pt x="931688" y="486950"/>
                </a:lnTo>
                <a:lnTo>
                  <a:pt x="915791" y="438895"/>
                </a:lnTo>
                <a:lnTo>
                  <a:pt x="898781" y="392807"/>
                </a:lnTo>
                <a:lnTo>
                  <a:pt x="880700" y="348781"/>
                </a:lnTo>
                <a:lnTo>
                  <a:pt x="861592" y="306911"/>
                </a:lnTo>
                <a:lnTo>
                  <a:pt x="841501" y="267292"/>
                </a:lnTo>
                <a:lnTo>
                  <a:pt x="820468" y="230017"/>
                </a:lnTo>
                <a:lnTo>
                  <a:pt x="798538" y="195182"/>
                </a:lnTo>
                <a:lnTo>
                  <a:pt x="775753" y="162881"/>
                </a:lnTo>
                <a:lnTo>
                  <a:pt x="727791" y="106258"/>
                </a:lnTo>
                <a:lnTo>
                  <a:pt x="676928" y="60903"/>
                </a:lnTo>
                <a:lnTo>
                  <a:pt x="623508" y="27571"/>
                </a:lnTo>
                <a:lnTo>
                  <a:pt x="567875" y="7018"/>
                </a:lnTo>
                <a:lnTo>
                  <a:pt x="510374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79366" y="5122545"/>
            <a:ext cx="1021080" cy="2237105"/>
          </a:xfrm>
          <a:custGeom>
            <a:avLst/>
            <a:gdLst/>
            <a:ahLst/>
            <a:cxnLst/>
            <a:rect l="l" t="t" r="r" b="b"/>
            <a:pathLst>
              <a:path w="1021079" h="2237104">
                <a:moveTo>
                  <a:pt x="0" y="1118389"/>
                </a:moveTo>
                <a:lnTo>
                  <a:pt x="807" y="1054925"/>
                </a:lnTo>
                <a:lnTo>
                  <a:pt x="3203" y="992390"/>
                </a:lnTo>
                <a:lnTo>
                  <a:pt x="7142" y="930878"/>
                </a:lnTo>
                <a:lnTo>
                  <a:pt x="12582" y="870484"/>
                </a:lnTo>
                <a:lnTo>
                  <a:pt x="19480" y="811302"/>
                </a:lnTo>
                <a:lnTo>
                  <a:pt x="27793" y="753426"/>
                </a:lnTo>
                <a:lnTo>
                  <a:pt x="37477" y="696951"/>
                </a:lnTo>
                <a:lnTo>
                  <a:pt x="48491" y="641971"/>
                </a:lnTo>
                <a:lnTo>
                  <a:pt x="60789" y="588581"/>
                </a:lnTo>
                <a:lnTo>
                  <a:pt x="74331" y="536875"/>
                </a:lnTo>
                <a:lnTo>
                  <a:pt x="89071" y="486947"/>
                </a:lnTo>
                <a:lnTo>
                  <a:pt x="104968" y="438892"/>
                </a:lnTo>
                <a:lnTo>
                  <a:pt x="121979" y="392805"/>
                </a:lnTo>
                <a:lnTo>
                  <a:pt x="140059" y="348779"/>
                </a:lnTo>
                <a:lnTo>
                  <a:pt x="159166" y="306909"/>
                </a:lnTo>
                <a:lnTo>
                  <a:pt x="179258" y="267290"/>
                </a:lnTo>
                <a:lnTo>
                  <a:pt x="200290" y="230016"/>
                </a:lnTo>
                <a:lnTo>
                  <a:pt x="222220" y="195181"/>
                </a:lnTo>
                <a:lnTo>
                  <a:pt x="245005" y="162880"/>
                </a:lnTo>
                <a:lnTo>
                  <a:pt x="292966" y="106257"/>
                </a:lnTo>
                <a:lnTo>
                  <a:pt x="343829" y="60903"/>
                </a:lnTo>
                <a:lnTo>
                  <a:pt x="397249" y="27571"/>
                </a:lnTo>
                <a:lnTo>
                  <a:pt x="452881" y="7018"/>
                </a:lnTo>
                <a:lnTo>
                  <a:pt x="510381" y="0"/>
                </a:lnTo>
                <a:lnTo>
                  <a:pt x="539343" y="1770"/>
                </a:lnTo>
                <a:lnTo>
                  <a:pt x="595953" y="15650"/>
                </a:lnTo>
                <a:lnTo>
                  <a:pt x="650522" y="42687"/>
                </a:lnTo>
                <a:lnTo>
                  <a:pt x="702706" y="82124"/>
                </a:lnTo>
                <a:lnTo>
                  <a:pt x="752161" y="133208"/>
                </a:lnTo>
                <a:lnTo>
                  <a:pt x="798541" y="195181"/>
                </a:lnTo>
                <a:lnTo>
                  <a:pt x="820471" y="230016"/>
                </a:lnTo>
                <a:lnTo>
                  <a:pt x="841503" y="267290"/>
                </a:lnTo>
                <a:lnTo>
                  <a:pt x="861594" y="306909"/>
                </a:lnTo>
                <a:lnTo>
                  <a:pt x="880701" y="348779"/>
                </a:lnTo>
                <a:lnTo>
                  <a:pt x="898781" y="392805"/>
                </a:lnTo>
                <a:lnTo>
                  <a:pt x="915791" y="438892"/>
                </a:lnTo>
                <a:lnTo>
                  <a:pt x="931688" y="486947"/>
                </a:lnTo>
                <a:lnTo>
                  <a:pt x="946429" y="536875"/>
                </a:lnTo>
                <a:lnTo>
                  <a:pt x="959970" y="588581"/>
                </a:lnTo>
                <a:lnTo>
                  <a:pt x="972268" y="641971"/>
                </a:lnTo>
                <a:lnTo>
                  <a:pt x="983282" y="696951"/>
                </a:lnTo>
                <a:lnTo>
                  <a:pt x="992966" y="753426"/>
                </a:lnTo>
                <a:lnTo>
                  <a:pt x="1001279" y="811302"/>
                </a:lnTo>
                <a:lnTo>
                  <a:pt x="1008177" y="870484"/>
                </a:lnTo>
                <a:lnTo>
                  <a:pt x="1013617" y="930878"/>
                </a:lnTo>
                <a:lnTo>
                  <a:pt x="1017556" y="992390"/>
                </a:lnTo>
                <a:lnTo>
                  <a:pt x="1019951" y="1054925"/>
                </a:lnTo>
                <a:lnTo>
                  <a:pt x="1020759" y="1118389"/>
                </a:lnTo>
                <a:lnTo>
                  <a:pt x="1019951" y="1181854"/>
                </a:lnTo>
                <a:lnTo>
                  <a:pt x="1017556" y="1244390"/>
                </a:lnTo>
                <a:lnTo>
                  <a:pt x="1013617" y="1305903"/>
                </a:lnTo>
                <a:lnTo>
                  <a:pt x="1008177" y="1366298"/>
                </a:lnTo>
                <a:lnTo>
                  <a:pt x="1001279" y="1425481"/>
                </a:lnTo>
                <a:lnTo>
                  <a:pt x="992966" y="1483357"/>
                </a:lnTo>
                <a:lnTo>
                  <a:pt x="983282" y="1539833"/>
                </a:lnTo>
                <a:lnTo>
                  <a:pt x="972268" y="1594814"/>
                </a:lnTo>
                <a:lnTo>
                  <a:pt x="959970" y="1648204"/>
                </a:lnTo>
                <a:lnTo>
                  <a:pt x="946429" y="1699911"/>
                </a:lnTo>
                <a:lnTo>
                  <a:pt x="931688" y="1749839"/>
                </a:lnTo>
                <a:lnTo>
                  <a:pt x="915791" y="1797894"/>
                </a:lnTo>
                <a:lnTo>
                  <a:pt x="898781" y="1843982"/>
                </a:lnTo>
                <a:lnTo>
                  <a:pt x="880701" y="1888008"/>
                </a:lnTo>
                <a:lnTo>
                  <a:pt x="861594" y="1929878"/>
                </a:lnTo>
                <a:lnTo>
                  <a:pt x="841503" y="1969497"/>
                </a:lnTo>
                <a:lnTo>
                  <a:pt x="820471" y="2006771"/>
                </a:lnTo>
                <a:lnTo>
                  <a:pt x="798541" y="2041606"/>
                </a:lnTo>
                <a:lnTo>
                  <a:pt x="775757" y="2073907"/>
                </a:lnTo>
                <a:lnTo>
                  <a:pt x="727796" y="2130530"/>
                </a:lnTo>
                <a:lnTo>
                  <a:pt x="676933" y="2175885"/>
                </a:lnTo>
                <a:lnTo>
                  <a:pt x="623514" y="2209216"/>
                </a:lnTo>
                <a:lnTo>
                  <a:pt x="567881" y="2229769"/>
                </a:lnTo>
                <a:lnTo>
                  <a:pt x="510381" y="2236788"/>
                </a:lnTo>
                <a:lnTo>
                  <a:pt x="481419" y="2235017"/>
                </a:lnTo>
                <a:lnTo>
                  <a:pt x="424810" y="2221137"/>
                </a:lnTo>
                <a:lnTo>
                  <a:pt x="370241" y="2194101"/>
                </a:lnTo>
                <a:lnTo>
                  <a:pt x="318056" y="2154663"/>
                </a:lnTo>
                <a:lnTo>
                  <a:pt x="268601" y="2103580"/>
                </a:lnTo>
                <a:lnTo>
                  <a:pt x="222220" y="2041606"/>
                </a:lnTo>
                <a:lnTo>
                  <a:pt x="200290" y="2006771"/>
                </a:lnTo>
                <a:lnTo>
                  <a:pt x="179258" y="1969497"/>
                </a:lnTo>
                <a:lnTo>
                  <a:pt x="159166" y="1929878"/>
                </a:lnTo>
                <a:lnTo>
                  <a:pt x="140059" y="1888008"/>
                </a:lnTo>
                <a:lnTo>
                  <a:pt x="121979" y="1843982"/>
                </a:lnTo>
                <a:lnTo>
                  <a:pt x="104968" y="1797894"/>
                </a:lnTo>
                <a:lnTo>
                  <a:pt x="89071" y="1749839"/>
                </a:lnTo>
                <a:lnTo>
                  <a:pt x="74331" y="1699911"/>
                </a:lnTo>
                <a:lnTo>
                  <a:pt x="60789" y="1648204"/>
                </a:lnTo>
                <a:lnTo>
                  <a:pt x="48491" y="1594814"/>
                </a:lnTo>
                <a:lnTo>
                  <a:pt x="37477" y="1539833"/>
                </a:lnTo>
                <a:lnTo>
                  <a:pt x="27793" y="1483357"/>
                </a:lnTo>
                <a:lnTo>
                  <a:pt x="19480" y="1425481"/>
                </a:lnTo>
                <a:lnTo>
                  <a:pt x="12582" y="1366298"/>
                </a:lnTo>
                <a:lnTo>
                  <a:pt x="7142" y="1305903"/>
                </a:lnTo>
                <a:lnTo>
                  <a:pt x="3203" y="1244390"/>
                </a:lnTo>
                <a:lnTo>
                  <a:pt x="807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04816" y="5289232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49229" y="5703570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65091" y="6116320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90541" y="5951220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3999" y="0"/>
                </a:lnTo>
                <a:lnTo>
                  <a:pt x="253999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90541" y="6365557"/>
            <a:ext cx="254000" cy="247650"/>
          </a:xfrm>
          <a:custGeom>
            <a:avLst/>
            <a:gdLst/>
            <a:ahLst/>
            <a:cxnLst/>
            <a:rect l="l" t="t" r="r" b="b"/>
            <a:pathLst>
              <a:path w="254000" h="247650">
                <a:moveTo>
                  <a:pt x="0" y="0"/>
                </a:moveTo>
                <a:lnTo>
                  <a:pt x="253999" y="0"/>
                </a:lnTo>
                <a:lnTo>
                  <a:pt x="253999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49229" y="6613207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79578" y="5122545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509587" y="0"/>
                </a:moveTo>
                <a:lnTo>
                  <a:pt x="452175" y="7018"/>
                </a:lnTo>
                <a:lnTo>
                  <a:pt x="396628" y="27571"/>
                </a:lnTo>
                <a:lnTo>
                  <a:pt x="343291" y="60903"/>
                </a:lnTo>
                <a:lnTo>
                  <a:pt x="292507" y="106258"/>
                </a:lnTo>
                <a:lnTo>
                  <a:pt x="244620" y="162881"/>
                </a:lnTo>
                <a:lnTo>
                  <a:pt x="221871" y="195182"/>
                </a:lnTo>
                <a:lnTo>
                  <a:pt x="199975" y="230017"/>
                </a:lnTo>
                <a:lnTo>
                  <a:pt x="178976" y="267292"/>
                </a:lnTo>
                <a:lnTo>
                  <a:pt x="158916" y="306911"/>
                </a:lnTo>
                <a:lnTo>
                  <a:pt x="139838" y="348781"/>
                </a:lnTo>
                <a:lnTo>
                  <a:pt x="121786" y="392807"/>
                </a:lnTo>
                <a:lnTo>
                  <a:pt x="104803" y="438895"/>
                </a:lnTo>
                <a:lnTo>
                  <a:pt x="88931" y="486950"/>
                </a:lnTo>
                <a:lnTo>
                  <a:pt x="74213" y="536878"/>
                </a:lnTo>
                <a:lnTo>
                  <a:pt x="60693" y="588585"/>
                </a:lnTo>
                <a:lnTo>
                  <a:pt x="48414" y="641976"/>
                </a:lnTo>
                <a:lnTo>
                  <a:pt x="37418" y="696956"/>
                </a:lnTo>
                <a:lnTo>
                  <a:pt x="27749" y="753432"/>
                </a:lnTo>
                <a:lnTo>
                  <a:pt x="19449" y="811308"/>
                </a:lnTo>
                <a:lnTo>
                  <a:pt x="12562" y="870491"/>
                </a:lnTo>
                <a:lnTo>
                  <a:pt x="7130" y="930886"/>
                </a:lnTo>
                <a:lnTo>
                  <a:pt x="3197" y="992399"/>
                </a:lnTo>
                <a:lnTo>
                  <a:pt x="806" y="1054935"/>
                </a:lnTo>
                <a:lnTo>
                  <a:pt x="0" y="1118400"/>
                </a:lnTo>
                <a:lnTo>
                  <a:pt x="806" y="1181863"/>
                </a:lnTo>
                <a:lnTo>
                  <a:pt x="3197" y="1244398"/>
                </a:lnTo>
                <a:lnTo>
                  <a:pt x="7130" y="1305910"/>
                </a:lnTo>
                <a:lnTo>
                  <a:pt x="12562" y="1366304"/>
                </a:lnTo>
                <a:lnTo>
                  <a:pt x="19449" y="1425486"/>
                </a:lnTo>
                <a:lnTo>
                  <a:pt x="27749" y="1483362"/>
                </a:lnTo>
                <a:lnTo>
                  <a:pt x="37418" y="1539837"/>
                </a:lnTo>
                <a:lnTo>
                  <a:pt x="48414" y="1594816"/>
                </a:lnTo>
                <a:lnTo>
                  <a:pt x="60693" y="1648206"/>
                </a:lnTo>
                <a:lnTo>
                  <a:pt x="74213" y="1699912"/>
                </a:lnTo>
                <a:lnTo>
                  <a:pt x="88931" y="1749840"/>
                </a:lnTo>
                <a:lnTo>
                  <a:pt x="104803" y="1797895"/>
                </a:lnTo>
                <a:lnTo>
                  <a:pt x="121786" y="1843982"/>
                </a:lnTo>
                <a:lnTo>
                  <a:pt x="139838" y="1888008"/>
                </a:lnTo>
                <a:lnTo>
                  <a:pt x="158916" y="1929877"/>
                </a:lnTo>
                <a:lnTo>
                  <a:pt x="178976" y="1969496"/>
                </a:lnTo>
                <a:lnTo>
                  <a:pt x="199975" y="2006770"/>
                </a:lnTo>
                <a:lnTo>
                  <a:pt x="221871" y="2041605"/>
                </a:lnTo>
                <a:lnTo>
                  <a:pt x="244620" y="2073906"/>
                </a:lnTo>
                <a:lnTo>
                  <a:pt x="292507" y="2130529"/>
                </a:lnTo>
                <a:lnTo>
                  <a:pt x="343291" y="2175884"/>
                </a:lnTo>
                <a:lnTo>
                  <a:pt x="396628" y="2209215"/>
                </a:lnTo>
                <a:lnTo>
                  <a:pt x="452175" y="2229768"/>
                </a:lnTo>
                <a:lnTo>
                  <a:pt x="509587" y="2236787"/>
                </a:lnTo>
                <a:lnTo>
                  <a:pt x="538503" y="2235017"/>
                </a:lnTo>
                <a:lnTo>
                  <a:pt x="595024" y="2221136"/>
                </a:lnTo>
                <a:lnTo>
                  <a:pt x="649508" y="2194100"/>
                </a:lnTo>
                <a:lnTo>
                  <a:pt x="701611" y="2154662"/>
                </a:lnTo>
                <a:lnTo>
                  <a:pt x="750989" y="2103579"/>
                </a:lnTo>
                <a:lnTo>
                  <a:pt x="797298" y="2041605"/>
                </a:lnTo>
                <a:lnTo>
                  <a:pt x="819194" y="2006770"/>
                </a:lnTo>
                <a:lnTo>
                  <a:pt x="840193" y="1969496"/>
                </a:lnTo>
                <a:lnTo>
                  <a:pt x="860253" y="1929877"/>
                </a:lnTo>
                <a:lnTo>
                  <a:pt x="879331" y="1888008"/>
                </a:lnTo>
                <a:lnTo>
                  <a:pt x="897383" y="1843982"/>
                </a:lnTo>
                <a:lnTo>
                  <a:pt x="914367" y="1797895"/>
                </a:lnTo>
                <a:lnTo>
                  <a:pt x="930240" y="1749840"/>
                </a:lnTo>
                <a:lnTo>
                  <a:pt x="944958" y="1699912"/>
                </a:lnTo>
                <a:lnTo>
                  <a:pt x="958478" y="1648206"/>
                </a:lnTo>
                <a:lnTo>
                  <a:pt x="970758" y="1594816"/>
                </a:lnTo>
                <a:lnTo>
                  <a:pt x="981754" y="1539837"/>
                </a:lnTo>
                <a:lnTo>
                  <a:pt x="991424" y="1483362"/>
                </a:lnTo>
                <a:lnTo>
                  <a:pt x="999724" y="1425486"/>
                </a:lnTo>
                <a:lnTo>
                  <a:pt x="1006611" y="1366304"/>
                </a:lnTo>
                <a:lnTo>
                  <a:pt x="1012043" y="1305910"/>
                </a:lnTo>
                <a:lnTo>
                  <a:pt x="1015976" y="1244398"/>
                </a:lnTo>
                <a:lnTo>
                  <a:pt x="1018368" y="1181863"/>
                </a:lnTo>
                <a:lnTo>
                  <a:pt x="1019175" y="1118400"/>
                </a:lnTo>
                <a:lnTo>
                  <a:pt x="1018368" y="1054935"/>
                </a:lnTo>
                <a:lnTo>
                  <a:pt x="1015976" y="992399"/>
                </a:lnTo>
                <a:lnTo>
                  <a:pt x="1012043" y="930886"/>
                </a:lnTo>
                <a:lnTo>
                  <a:pt x="1006611" y="870491"/>
                </a:lnTo>
                <a:lnTo>
                  <a:pt x="999724" y="811308"/>
                </a:lnTo>
                <a:lnTo>
                  <a:pt x="991424" y="753432"/>
                </a:lnTo>
                <a:lnTo>
                  <a:pt x="981754" y="696956"/>
                </a:lnTo>
                <a:lnTo>
                  <a:pt x="970758" y="641976"/>
                </a:lnTo>
                <a:lnTo>
                  <a:pt x="958478" y="588585"/>
                </a:lnTo>
                <a:lnTo>
                  <a:pt x="944958" y="536878"/>
                </a:lnTo>
                <a:lnTo>
                  <a:pt x="930240" y="486950"/>
                </a:lnTo>
                <a:lnTo>
                  <a:pt x="914367" y="438895"/>
                </a:lnTo>
                <a:lnTo>
                  <a:pt x="897383" y="392807"/>
                </a:lnTo>
                <a:lnTo>
                  <a:pt x="879331" y="348781"/>
                </a:lnTo>
                <a:lnTo>
                  <a:pt x="860253" y="306911"/>
                </a:lnTo>
                <a:lnTo>
                  <a:pt x="840193" y="267292"/>
                </a:lnTo>
                <a:lnTo>
                  <a:pt x="819194" y="230017"/>
                </a:lnTo>
                <a:lnTo>
                  <a:pt x="797298" y="195182"/>
                </a:lnTo>
                <a:lnTo>
                  <a:pt x="774548" y="162881"/>
                </a:lnTo>
                <a:lnTo>
                  <a:pt x="726662" y="106258"/>
                </a:lnTo>
                <a:lnTo>
                  <a:pt x="675878" y="60903"/>
                </a:lnTo>
                <a:lnTo>
                  <a:pt x="622542" y="27571"/>
                </a:lnTo>
                <a:lnTo>
                  <a:pt x="566997" y="7018"/>
                </a:lnTo>
                <a:lnTo>
                  <a:pt x="50958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79578" y="5122545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0" y="1118389"/>
                </a:moveTo>
                <a:lnTo>
                  <a:pt x="806" y="1054925"/>
                </a:lnTo>
                <a:lnTo>
                  <a:pt x="3198" y="992390"/>
                </a:lnTo>
                <a:lnTo>
                  <a:pt x="7131" y="930878"/>
                </a:lnTo>
                <a:lnTo>
                  <a:pt x="12562" y="870484"/>
                </a:lnTo>
                <a:lnTo>
                  <a:pt x="19450" y="811302"/>
                </a:lnTo>
                <a:lnTo>
                  <a:pt x="27750" y="753426"/>
                </a:lnTo>
                <a:lnTo>
                  <a:pt x="37419" y="696951"/>
                </a:lnTo>
                <a:lnTo>
                  <a:pt x="48415" y="641971"/>
                </a:lnTo>
                <a:lnTo>
                  <a:pt x="60695" y="588581"/>
                </a:lnTo>
                <a:lnTo>
                  <a:pt x="74215" y="536875"/>
                </a:lnTo>
                <a:lnTo>
                  <a:pt x="88933" y="486947"/>
                </a:lnTo>
                <a:lnTo>
                  <a:pt x="104805" y="438892"/>
                </a:lnTo>
                <a:lnTo>
                  <a:pt x="121789" y="392805"/>
                </a:lnTo>
                <a:lnTo>
                  <a:pt x="139841" y="348779"/>
                </a:lnTo>
                <a:lnTo>
                  <a:pt x="158919" y="306909"/>
                </a:lnTo>
                <a:lnTo>
                  <a:pt x="178979" y="267290"/>
                </a:lnTo>
                <a:lnTo>
                  <a:pt x="199978" y="230016"/>
                </a:lnTo>
                <a:lnTo>
                  <a:pt x="221874" y="195181"/>
                </a:lnTo>
                <a:lnTo>
                  <a:pt x="244623" y="162880"/>
                </a:lnTo>
                <a:lnTo>
                  <a:pt x="292510" y="106257"/>
                </a:lnTo>
                <a:lnTo>
                  <a:pt x="343294" y="60903"/>
                </a:lnTo>
                <a:lnTo>
                  <a:pt x="396631" y="27571"/>
                </a:lnTo>
                <a:lnTo>
                  <a:pt x="452177" y="7018"/>
                </a:lnTo>
                <a:lnTo>
                  <a:pt x="509587" y="0"/>
                </a:lnTo>
                <a:lnTo>
                  <a:pt x="538504" y="1770"/>
                </a:lnTo>
                <a:lnTo>
                  <a:pt x="595026" y="15650"/>
                </a:lnTo>
                <a:lnTo>
                  <a:pt x="649510" y="42687"/>
                </a:lnTo>
                <a:lnTo>
                  <a:pt x="701614" y="82124"/>
                </a:lnTo>
                <a:lnTo>
                  <a:pt x="750992" y="133208"/>
                </a:lnTo>
                <a:lnTo>
                  <a:pt x="797302" y="195181"/>
                </a:lnTo>
                <a:lnTo>
                  <a:pt x="819198" y="230016"/>
                </a:lnTo>
                <a:lnTo>
                  <a:pt x="840197" y="267290"/>
                </a:lnTo>
                <a:lnTo>
                  <a:pt x="860258" y="306909"/>
                </a:lnTo>
                <a:lnTo>
                  <a:pt x="879335" y="348779"/>
                </a:lnTo>
                <a:lnTo>
                  <a:pt x="897388" y="392805"/>
                </a:lnTo>
                <a:lnTo>
                  <a:pt x="914372" y="438892"/>
                </a:lnTo>
                <a:lnTo>
                  <a:pt x="930244" y="486947"/>
                </a:lnTo>
                <a:lnTo>
                  <a:pt x="944962" y="536875"/>
                </a:lnTo>
                <a:lnTo>
                  <a:pt x="958483" y="588581"/>
                </a:lnTo>
                <a:lnTo>
                  <a:pt x="970762" y="641971"/>
                </a:lnTo>
                <a:lnTo>
                  <a:pt x="981759" y="696951"/>
                </a:lnTo>
                <a:lnTo>
                  <a:pt x="991428" y="753426"/>
                </a:lnTo>
                <a:lnTo>
                  <a:pt x="999729" y="811302"/>
                </a:lnTo>
                <a:lnTo>
                  <a:pt x="1006616" y="870484"/>
                </a:lnTo>
                <a:lnTo>
                  <a:pt x="1012048" y="930878"/>
                </a:lnTo>
                <a:lnTo>
                  <a:pt x="1015981" y="992390"/>
                </a:lnTo>
                <a:lnTo>
                  <a:pt x="1018372" y="1054925"/>
                </a:lnTo>
                <a:lnTo>
                  <a:pt x="1019179" y="1118389"/>
                </a:lnTo>
                <a:lnTo>
                  <a:pt x="1018372" y="1181854"/>
                </a:lnTo>
                <a:lnTo>
                  <a:pt x="1015981" y="1244390"/>
                </a:lnTo>
                <a:lnTo>
                  <a:pt x="1012048" y="1305903"/>
                </a:lnTo>
                <a:lnTo>
                  <a:pt x="1006616" y="1366298"/>
                </a:lnTo>
                <a:lnTo>
                  <a:pt x="999729" y="1425481"/>
                </a:lnTo>
                <a:lnTo>
                  <a:pt x="991428" y="1483357"/>
                </a:lnTo>
                <a:lnTo>
                  <a:pt x="981759" y="1539833"/>
                </a:lnTo>
                <a:lnTo>
                  <a:pt x="970762" y="1594814"/>
                </a:lnTo>
                <a:lnTo>
                  <a:pt x="958483" y="1648204"/>
                </a:lnTo>
                <a:lnTo>
                  <a:pt x="944962" y="1699911"/>
                </a:lnTo>
                <a:lnTo>
                  <a:pt x="930244" y="1749839"/>
                </a:lnTo>
                <a:lnTo>
                  <a:pt x="914372" y="1797894"/>
                </a:lnTo>
                <a:lnTo>
                  <a:pt x="897388" y="1843982"/>
                </a:lnTo>
                <a:lnTo>
                  <a:pt x="879335" y="1888008"/>
                </a:lnTo>
                <a:lnTo>
                  <a:pt x="860258" y="1929878"/>
                </a:lnTo>
                <a:lnTo>
                  <a:pt x="840197" y="1969497"/>
                </a:lnTo>
                <a:lnTo>
                  <a:pt x="819198" y="2006771"/>
                </a:lnTo>
                <a:lnTo>
                  <a:pt x="797302" y="2041606"/>
                </a:lnTo>
                <a:lnTo>
                  <a:pt x="774552" y="2073907"/>
                </a:lnTo>
                <a:lnTo>
                  <a:pt x="726665" y="2130530"/>
                </a:lnTo>
                <a:lnTo>
                  <a:pt x="675881" y="2175885"/>
                </a:lnTo>
                <a:lnTo>
                  <a:pt x="622544" y="2209216"/>
                </a:lnTo>
                <a:lnTo>
                  <a:pt x="566998" y="2229769"/>
                </a:lnTo>
                <a:lnTo>
                  <a:pt x="509587" y="2236788"/>
                </a:lnTo>
                <a:lnTo>
                  <a:pt x="480670" y="2235017"/>
                </a:lnTo>
                <a:lnTo>
                  <a:pt x="424149" y="2221137"/>
                </a:lnTo>
                <a:lnTo>
                  <a:pt x="369664" y="2194101"/>
                </a:lnTo>
                <a:lnTo>
                  <a:pt x="317561" y="2154663"/>
                </a:lnTo>
                <a:lnTo>
                  <a:pt x="268183" y="2103580"/>
                </a:lnTo>
                <a:lnTo>
                  <a:pt x="221874" y="2041606"/>
                </a:lnTo>
                <a:lnTo>
                  <a:pt x="199978" y="2006771"/>
                </a:lnTo>
                <a:lnTo>
                  <a:pt x="178979" y="1969497"/>
                </a:lnTo>
                <a:lnTo>
                  <a:pt x="158919" y="1929878"/>
                </a:lnTo>
                <a:lnTo>
                  <a:pt x="139841" y="1888008"/>
                </a:lnTo>
                <a:lnTo>
                  <a:pt x="121789" y="1843982"/>
                </a:lnTo>
                <a:lnTo>
                  <a:pt x="104805" y="1797894"/>
                </a:lnTo>
                <a:lnTo>
                  <a:pt x="88933" y="1749839"/>
                </a:lnTo>
                <a:lnTo>
                  <a:pt x="74215" y="1699911"/>
                </a:lnTo>
                <a:lnTo>
                  <a:pt x="60695" y="1648204"/>
                </a:lnTo>
                <a:lnTo>
                  <a:pt x="48415" y="1594814"/>
                </a:lnTo>
                <a:lnTo>
                  <a:pt x="37419" y="1539833"/>
                </a:lnTo>
                <a:lnTo>
                  <a:pt x="27750" y="1483357"/>
                </a:lnTo>
                <a:lnTo>
                  <a:pt x="19450" y="1425481"/>
                </a:lnTo>
                <a:lnTo>
                  <a:pt x="12562" y="1366298"/>
                </a:lnTo>
                <a:lnTo>
                  <a:pt x="7131" y="1305903"/>
                </a:lnTo>
                <a:lnTo>
                  <a:pt x="3198" y="1244390"/>
                </a:lnTo>
                <a:lnTo>
                  <a:pt x="806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889166" y="5454332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3999" y="0"/>
                </a:lnTo>
                <a:lnTo>
                  <a:pt x="253999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49441" y="5619432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4000" y="0"/>
                </a:lnTo>
                <a:lnTo>
                  <a:pt x="254000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63716" y="6033770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8" y="0"/>
                </a:lnTo>
                <a:lnTo>
                  <a:pt x="255588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73303" y="6448107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8" y="0"/>
                </a:lnTo>
                <a:lnTo>
                  <a:pt x="255588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63716" y="6448107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8" y="0"/>
                </a:lnTo>
                <a:lnTo>
                  <a:pt x="255588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90541" y="51225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190541" y="6862445"/>
            <a:ext cx="254000" cy="247650"/>
          </a:xfrm>
          <a:custGeom>
            <a:avLst/>
            <a:gdLst/>
            <a:ahLst/>
            <a:cxnLst/>
            <a:rect l="l" t="t" r="r" b="b"/>
            <a:pathLst>
              <a:path w="254000" h="247650">
                <a:moveTo>
                  <a:pt x="0" y="0"/>
                </a:moveTo>
                <a:lnTo>
                  <a:pt x="253999" y="0"/>
                </a:lnTo>
                <a:lnTo>
                  <a:pt x="253999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633578" y="6779895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360403" y="53717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360403" y="5371782"/>
            <a:ext cx="1103630" cy="744855"/>
          </a:xfrm>
          <a:custGeom>
            <a:avLst/>
            <a:gdLst/>
            <a:ahLst/>
            <a:cxnLst/>
            <a:rect l="l" t="t" r="r" b="b"/>
            <a:pathLst>
              <a:path w="1103629" h="744854">
                <a:moveTo>
                  <a:pt x="0" y="0"/>
                </a:moveTo>
                <a:lnTo>
                  <a:pt x="1103309" y="7445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44542" y="5703570"/>
            <a:ext cx="1104900" cy="330200"/>
          </a:xfrm>
          <a:custGeom>
            <a:avLst/>
            <a:gdLst/>
            <a:ahLst/>
            <a:cxnLst/>
            <a:rect l="l" t="t" r="r" b="b"/>
            <a:pathLst>
              <a:path w="1104900" h="330200">
                <a:moveTo>
                  <a:pt x="1104898" y="0"/>
                </a:moveTo>
                <a:lnTo>
                  <a:pt x="0" y="3301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44541" y="6033770"/>
            <a:ext cx="1019175" cy="82550"/>
          </a:xfrm>
          <a:custGeom>
            <a:avLst/>
            <a:gdLst/>
            <a:ahLst/>
            <a:cxnLst/>
            <a:rect l="l" t="t" r="r" b="b"/>
            <a:pathLst>
              <a:path w="1019175" h="82550">
                <a:moveTo>
                  <a:pt x="0" y="0"/>
                </a:moveTo>
                <a:lnTo>
                  <a:pt x="1019169" y="825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444541" y="6116320"/>
            <a:ext cx="1019175" cy="414655"/>
          </a:xfrm>
          <a:custGeom>
            <a:avLst/>
            <a:gdLst/>
            <a:ahLst/>
            <a:cxnLst/>
            <a:rect l="l" t="t" r="r" b="b"/>
            <a:pathLst>
              <a:path w="1019175" h="414654">
                <a:moveTo>
                  <a:pt x="0" y="0"/>
                </a:moveTo>
                <a:lnTo>
                  <a:pt x="1019169" y="41433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444547" y="6200457"/>
            <a:ext cx="1019175" cy="247650"/>
          </a:xfrm>
          <a:custGeom>
            <a:avLst/>
            <a:gdLst/>
            <a:ahLst/>
            <a:cxnLst/>
            <a:rect l="l" t="t" r="r" b="b"/>
            <a:pathLst>
              <a:path w="1019175" h="247650">
                <a:moveTo>
                  <a:pt x="1019169" y="0"/>
                </a:moveTo>
                <a:lnTo>
                  <a:pt x="0" y="2476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44541" y="6448107"/>
            <a:ext cx="1189355" cy="497205"/>
          </a:xfrm>
          <a:custGeom>
            <a:avLst/>
            <a:gdLst/>
            <a:ahLst/>
            <a:cxnLst/>
            <a:rect l="l" t="t" r="r" b="b"/>
            <a:pathLst>
              <a:path w="1189354" h="497204">
                <a:moveTo>
                  <a:pt x="0" y="0"/>
                </a:moveTo>
                <a:lnTo>
                  <a:pt x="1189039" y="4968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44541" y="6613206"/>
            <a:ext cx="1019175" cy="414655"/>
          </a:xfrm>
          <a:custGeom>
            <a:avLst/>
            <a:gdLst/>
            <a:ahLst/>
            <a:cxnLst/>
            <a:rect l="l" t="t" r="r" b="b"/>
            <a:pathLst>
              <a:path w="1019175" h="414654">
                <a:moveTo>
                  <a:pt x="0" y="414336"/>
                </a:moveTo>
                <a:lnTo>
                  <a:pt x="101916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910195" y="6096952"/>
            <a:ext cx="6578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933109" y="2574760"/>
            <a:ext cx="1093470" cy="2237105"/>
          </a:xfrm>
          <a:custGeom>
            <a:avLst/>
            <a:gdLst/>
            <a:ahLst/>
            <a:cxnLst/>
            <a:rect l="l" t="t" r="r" b="b"/>
            <a:pathLst>
              <a:path w="1093470" h="2237104">
                <a:moveTo>
                  <a:pt x="546709" y="0"/>
                </a:moveTo>
                <a:lnTo>
                  <a:pt x="485116" y="7018"/>
                </a:lnTo>
                <a:lnTo>
                  <a:pt x="425523" y="27571"/>
                </a:lnTo>
                <a:lnTo>
                  <a:pt x="368300" y="60903"/>
                </a:lnTo>
                <a:lnTo>
                  <a:pt x="313817" y="106258"/>
                </a:lnTo>
                <a:lnTo>
                  <a:pt x="262442" y="162881"/>
                </a:lnTo>
                <a:lnTo>
                  <a:pt x="238036" y="195182"/>
                </a:lnTo>
                <a:lnTo>
                  <a:pt x="214545" y="230016"/>
                </a:lnTo>
                <a:lnTo>
                  <a:pt x="192015" y="267291"/>
                </a:lnTo>
                <a:lnTo>
                  <a:pt x="170494" y="306910"/>
                </a:lnTo>
                <a:lnTo>
                  <a:pt x="150027" y="348779"/>
                </a:lnTo>
                <a:lnTo>
                  <a:pt x="130660" y="392805"/>
                </a:lnTo>
                <a:lnTo>
                  <a:pt x="112439" y="438892"/>
                </a:lnTo>
                <a:lnTo>
                  <a:pt x="95410" y="486947"/>
                </a:lnTo>
                <a:lnTo>
                  <a:pt x="79621" y="536875"/>
                </a:lnTo>
                <a:lnTo>
                  <a:pt x="65116" y="588581"/>
                </a:lnTo>
                <a:lnTo>
                  <a:pt x="51942" y="641971"/>
                </a:lnTo>
                <a:lnTo>
                  <a:pt x="40145" y="696950"/>
                </a:lnTo>
                <a:lnTo>
                  <a:pt x="29771" y="753425"/>
                </a:lnTo>
                <a:lnTo>
                  <a:pt x="20866" y="811301"/>
                </a:lnTo>
                <a:lnTo>
                  <a:pt x="13477" y="870483"/>
                </a:lnTo>
                <a:lnTo>
                  <a:pt x="7650" y="930877"/>
                </a:lnTo>
                <a:lnTo>
                  <a:pt x="3430" y="992389"/>
                </a:lnTo>
                <a:lnTo>
                  <a:pt x="865" y="1054923"/>
                </a:lnTo>
                <a:lnTo>
                  <a:pt x="0" y="1118387"/>
                </a:lnTo>
                <a:lnTo>
                  <a:pt x="865" y="1181852"/>
                </a:lnTo>
                <a:lnTo>
                  <a:pt x="3430" y="1244388"/>
                </a:lnTo>
                <a:lnTo>
                  <a:pt x="7650" y="1305900"/>
                </a:lnTo>
                <a:lnTo>
                  <a:pt x="13477" y="1366295"/>
                </a:lnTo>
                <a:lnTo>
                  <a:pt x="20866" y="1425478"/>
                </a:lnTo>
                <a:lnTo>
                  <a:pt x="29771" y="1483355"/>
                </a:lnTo>
                <a:lnTo>
                  <a:pt x="40145" y="1539831"/>
                </a:lnTo>
                <a:lnTo>
                  <a:pt x="51942" y="1594811"/>
                </a:lnTo>
                <a:lnTo>
                  <a:pt x="65116" y="1648202"/>
                </a:lnTo>
                <a:lnTo>
                  <a:pt x="79621" y="1699908"/>
                </a:lnTo>
                <a:lnTo>
                  <a:pt x="95410" y="1749836"/>
                </a:lnTo>
                <a:lnTo>
                  <a:pt x="112439" y="1797892"/>
                </a:lnTo>
                <a:lnTo>
                  <a:pt x="130660" y="1843979"/>
                </a:lnTo>
                <a:lnTo>
                  <a:pt x="150027" y="1888006"/>
                </a:lnTo>
                <a:lnTo>
                  <a:pt x="170494" y="1929875"/>
                </a:lnTo>
                <a:lnTo>
                  <a:pt x="192015" y="1969495"/>
                </a:lnTo>
                <a:lnTo>
                  <a:pt x="214545" y="2006769"/>
                </a:lnTo>
                <a:lnTo>
                  <a:pt x="238036" y="2041604"/>
                </a:lnTo>
                <a:lnTo>
                  <a:pt x="262442" y="2073905"/>
                </a:lnTo>
                <a:lnTo>
                  <a:pt x="287718" y="2103578"/>
                </a:lnTo>
                <a:lnTo>
                  <a:pt x="340693" y="2154662"/>
                </a:lnTo>
                <a:lnTo>
                  <a:pt x="396592" y="2194100"/>
                </a:lnTo>
                <a:lnTo>
                  <a:pt x="455046" y="2221136"/>
                </a:lnTo>
                <a:lnTo>
                  <a:pt x="515685" y="2235017"/>
                </a:lnTo>
                <a:lnTo>
                  <a:pt x="546709" y="2236787"/>
                </a:lnTo>
                <a:lnTo>
                  <a:pt x="577733" y="2235017"/>
                </a:lnTo>
                <a:lnTo>
                  <a:pt x="638372" y="2221136"/>
                </a:lnTo>
                <a:lnTo>
                  <a:pt x="696826" y="2194100"/>
                </a:lnTo>
                <a:lnTo>
                  <a:pt x="752725" y="2154662"/>
                </a:lnTo>
                <a:lnTo>
                  <a:pt x="805700" y="2103578"/>
                </a:lnTo>
                <a:lnTo>
                  <a:pt x="830976" y="2073905"/>
                </a:lnTo>
                <a:lnTo>
                  <a:pt x="855383" y="2041604"/>
                </a:lnTo>
                <a:lnTo>
                  <a:pt x="878874" y="2006769"/>
                </a:lnTo>
                <a:lnTo>
                  <a:pt x="901403" y="1969495"/>
                </a:lnTo>
                <a:lnTo>
                  <a:pt x="922924" y="1929875"/>
                </a:lnTo>
                <a:lnTo>
                  <a:pt x="943391" y="1888006"/>
                </a:lnTo>
                <a:lnTo>
                  <a:pt x="962758" y="1843979"/>
                </a:lnTo>
                <a:lnTo>
                  <a:pt x="980979" y="1797892"/>
                </a:lnTo>
                <a:lnTo>
                  <a:pt x="998008" y="1749836"/>
                </a:lnTo>
                <a:lnTo>
                  <a:pt x="1013797" y="1699908"/>
                </a:lnTo>
                <a:lnTo>
                  <a:pt x="1028302" y="1648202"/>
                </a:lnTo>
                <a:lnTo>
                  <a:pt x="1041477" y="1594811"/>
                </a:lnTo>
                <a:lnTo>
                  <a:pt x="1053274" y="1539831"/>
                </a:lnTo>
                <a:lnTo>
                  <a:pt x="1063647" y="1483355"/>
                </a:lnTo>
                <a:lnTo>
                  <a:pt x="1072552" y="1425478"/>
                </a:lnTo>
                <a:lnTo>
                  <a:pt x="1079941" y="1366295"/>
                </a:lnTo>
                <a:lnTo>
                  <a:pt x="1085768" y="1305900"/>
                </a:lnTo>
                <a:lnTo>
                  <a:pt x="1089988" y="1244388"/>
                </a:lnTo>
                <a:lnTo>
                  <a:pt x="1092553" y="1181852"/>
                </a:lnTo>
                <a:lnTo>
                  <a:pt x="1093419" y="1118387"/>
                </a:lnTo>
                <a:lnTo>
                  <a:pt x="1092553" y="1054923"/>
                </a:lnTo>
                <a:lnTo>
                  <a:pt x="1089988" y="992389"/>
                </a:lnTo>
                <a:lnTo>
                  <a:pt x="1085768" y="930877"/>
                </a:lnTo>
                <a:lnTo>
                  <a:pt x="1079941" y="870483"/>
                </a:lnTo>
                <a:lnTo>
                  <a:pt x="1072552" y="811301"/>
                </a:lnTo>
                <a:lnTo>
                  <a:pt x="1063647" y="753425"/>
                </a:lnTo>
                <a:lnTo>
                  <a:pt x="1053274" y="696950"/>
                </a:lnTo>
                <a:lnTo>
                  <a:pt x="1041477" y="641971"/>
                </a:lnTo>
                <a:lnTo>
                  <a:pt x="1028302" y="588581"/>
                </a:lnTo>
                <a:lnTo>
                  <a:pt x="1013797" y="536875"/>
                </a:lnTo>
                <a:lnTo>
                  <a:pt x="998008" y="486947"/>
                </a:lnTo>
                <a:lnTo>
                  <a:pt x="980979" y="438892"/>
                </a:lnTo>
                <a:lnTo>
                  <a:pt x="962758" y="392805"/>
                </a:lnTo>
                <a:lnTo>
                  <a:pt x="943391" y="348779"/>
                </a:lnTo>
                <a:lnTo>
                  <a:pt x="922924" y="306910"/>
                </a:lnTo>
                <a:lnTo>
                  <a:pt x="901403" y="267291"/>
                </a:lnTo>
                <a:lnTo>
                  <a:pt x="878874" y="230016"/>
                </a:lnTo>
                <a:lnTo>
                  <a:pt x="855383" y="195182"/>
                </a:lnTo>
                <a:lnTo>
                  <a:pt x="830976" y="162881"/>
                </a:lnTo>
                <a:lnTo>
                  <a:pt x="805700" y="133208"/>
                </a:lnTo>
                <a:lnTo>
                  <a:pt x="752725" y="82124"/>
                </a:lnTo>
                <a:lnTo>
                  <a:pt x="696826" y="42687"/>
                </a:lnTo>
                <a:lnTo>
                  <a:pt x="638372" y="15650"/>
                </a:lnTo>
                <a:lnTo>
                  <a:pt x="577733" y="1770"/>
                </a:lnTo>
                <a:lnTo>
                  <a:pt x="54670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33109" y="2574760"/>
            <a:ext cx="1093470" cy="2237105"/>
          </a:xfrm>
          <a:custGeom>
            <a:avLst/>
            <a:gdLst/>
            <a:ahLst/>
            <a:cxnLst/>
            <a:rect l="l" t="t" r="r" b="b"/>
            <a:pathLst>
              <a:path w="1093470" h="2237104">
                <a:moveTo>
                  <a:pt x="0" y="1118388"/>
                </a:moveTo>
                <a:lnTo>
                  <a:pt x="865" y="1054925"/>
                </a:lnTo>
                <a:lnTo>
                  <a:pt x="3431" y="992390"/>
                </a:lnTo>
                <a:lnTo>
                  <a:pt x="7650" y="930878"/>
                </a:lnTo>
                <a:lnTo>
                  <a:pt x="13477" y="870484"/>
                </a:lnTo>
                <a:lnTo>
                  <a:pt x="20866" y="811301"/>
                </a:lnTo>
                <a:lnTo>
                  <a:pt x="29771" y="753425"/>
                </a:lnTo>
                <a:lnTo>
                  <a:pt x="40145" y="696950"/>
                </a:lnTo>
                <a:lnTo>
                  <a:pt x="51942" y="641971"/>
                </a:lnTo>
                <a:lnTo>
                  <a:pt x="65116" y="588580"/>
                </a:lnTo>
                <a:lnTo>
                  <a:pt x="79621" y="536874"/>
                </a:lnTo>
                <a:lnTo>
                  <a:pt x="95411" y="486947"/>
                </a:lnTo>
                <a:lnTo>
                  <a:pt x="112439" y="438892"/>
                </a:lnTo>
                <a:lnTo>
                  <a:pt x="130660" y="392805"/>
                </a:lnTo>
                <a:lnTo>
                  <a:pt x="150027" y="348779"/>
                </a:lnTo>
                <a:lnTo>
                  <a:pt x="170495" y="306909"/>
                </a:lnTo>
                <a:lnTo>
                  <a:pt x="192016" y="267290"/>
                </a:lnTo>
                <a:lnTo>
                  <a:pt x="214545" y="230016"/>
                </a:lnTo>
                <a:lnTo>
                  <a:pt x="238036" y="195181"/>
                </a:lnTo>
                <a:lnTo>
                  <a:pt x="262442" y="162880"/>
                </a:lnTo>
                <a:lnTo>
                  <a:pt x="287718" y="133208"/>
                </a:lnTo>
                <a:lnTo>
                  <a:pt x="340693" y="82124"/>
                </a:lnTo>
                <a:lnTo>
                  <a:pt x="396592" y="42687"/>
                </a:lnTo>
                <a:lnTo>
                  <a:pt x="455045" y="15650"/>
                </a:lnTo>
                <a:lnTo>
                  <a:pt x="515684" y="1770"/>
                </a:lnTo>
                <a:lnTo>
                  <a:pt x="546707" y="0"/>
                </a:lnTo>
                <a:lnTo>
                  <a:pt x="577730" y="1770"/>
                </a:lnTo>
                <a:lnTo>
                  <a:pt x="638369" y="15650"/>
                </a:lnTo>
                <a:lnTo>
                  <a:pt x="696822" y="42687"/>
                </a:lnTo>
                <a:lnTo>
                  <a:pt x="752721" y="82124"/>
                </a:lnTo>
                <a:lnTo>
                  <a:pt x="805697" y="133208"/>
                </a:lnTo>
                <a:lnTo>
                  <a:pt x="830973" y="162880"/>
                </a:lnTo>
                <a:lnTo>
                  <a:pt x="855379" y="195181"/>
                </a:lnTo>
                <a:lnTo>
                  <a:pt x="878870" y="230016"/>
                </a:lnTo>
                <a:lnTo>
                  <a:pt x="901400" y="267290"/>
                </a:lnTo>
                <a:lnTo>
                  <a:pt x="922921" y="306909"/>
                </a:lnTo>
                <a:lnTo>
                  <a:pt x="943389" y="348779"/>
                </a:lnTo>
                <a:lnTo>
                  <a:pt x="962756" y="392805"/>
                </a:lnTo>
                <a:lnTo>
                  <a:pt x="980977" y="438892"/>
                </a:lnTo>
                <a:lnTo>
                  <a:pt x="998006" y="486947"/>
                </a:lnTo>
                <a:lnTo>
                  <a:pt x="1013796" y="536874"/>
                </a:lnTo>
                <a:lnTo>
                  <a:pt x="1028301" y="588580"/>
                </a:lnTo>
                <a:lnTo>
                  <a:pt x="1041475" y="641971"/>
                </a:lnTo>
                <a:lnTo>
                  <a:pt x="1053273" y="696950"/>
                </a:lnTo>
                <a:lnTo>
                  <a:pt x="1063647" y="753425"/>
                </a:lnTo>
                <a:lnTo>
                  <a:pt x="1072551" y="811301"/>
                </a:lnTo>
                <a:lnTo>
                  <a:pt x="1079941" y="870484"/>
                </a:lnTo>
                <a:lnTo>
                  <a:pt x="1085768" y="930878"/>
                </a:lnTo>
                <a:lnTo>
                  <a:pt x="1089988" y="992390"/>
                </a:lnTo>
                <a:lnTo>
                  <a:pt x="1092553" y="1054925"/>
                </a:lnTo>
                <a:lnTo>
                  <a:pt x="1093419" y="1118388"/>
                </a:lnTo>
                <a:lnTo>
                  <a:pt x="1092553" y="1181853"/>
                </a:lnTo>
                <a:lnTo>
                  <a:pt x="1089988" y="1244389"/>
                </a:lnTo>
                <a:lnTo>
                  <a:pt x="1085768" y="1305902"/>
                </a:lnTo>
                <a:lnTo>
                  <a:pt x="1079941" y="1366297"/>
                </a:lnTo>
                <a:lnTo>
                  <a:pt x="1072551" y="1425481"/>
                </a:lnTo>
                <a:lnTo>
                  <a:pt x="1063647" y="1483357"/>
                </a:lnTo>
                <a:lnTo>
                  <a:pt x="1053273" y="1539833"/>
                </a:lnTo>
                <a:lnTo>
                  <a:pt x="1041475" y="1594813"/>
                </a:lnTo>
                <a:lnTo>
                  <a:pt x="1028301" y="1648204"/>
                </a:lnTo>
                <a:lnTo>
                  <a:pt x="1013796" y="1699911"/>
                </a:lnTo>
                <a:lnTo>
                  <a:pt x="998006" y="1749839"/>
                </a:lnTo>
                <a:lnTo>
                  <a:pt x="980977" y="1797894"/>
                </a:lnTo>
                <a:lnTo>
                  <a:pt x="962756" y="1843981"/>
                </a:lnTo>
                <a:lnTo>
                  <a:pt x="943389" y="1888007"/>
                </a:lnTo>
                <a:lnTo>
                  <a:pt x="922921" y="1929877"/>
                </a:lnTo>
                <a:lnTo>
                  <a:pt x="901400" y="1969497"/>
                </a:lnTo>
                <a:lnTo>
                  <a:pt x="878870" y="2006771"/>
                </a:lnTo>
                <a:lnTo>
                  <a:pt x="855379" y="2041606"/>
                </a:lnTo>
                <a:lnTo>
                  <a:pt x="830973" y="2073907"/>
                </a:lnTo>
                <a:lnTo>
                  <a:pt x="805697" y="2103580"/>
                </a:lnTo>
                <a:lnTo>
                  <a:pt x="752721" y="2154663"/>
                </a:lnTo>
                <a:lnTo>
                  <a:pt x="696822" y="2194101"/>
                </a:lnTo>
                <a:lnTo>
                  <a:pt x="638369" y="2221137"/>
                </a:lnTo>
                <a:lnTo>
                  <a:pt x="577730" y="2235017"/>
                </a:lnTo>
                <a:lnTo>
                  <a:pt x="546707" y="2236788"/>
                </a:lnTo>
                <a:lnTo>
                  <a:pt x="515684" y="2235017"/>
                </a:lnTo>
                <a:lnTo>
                  <a:pt x="455045" y="2221137"/>
                </a:lnTo>
                <a:lnTo>
                  <a:pt x="396592" y="2194101"/>
                </a:lnTo>
                <a:lnTo>
                  <a:pt x="340693" y="2154663"/>
                </a:lnTo>
                <a:lnTo>
                  <a:pt x="287718" y="2103580"/>
                </a:lnTo>
                <a:lnTo>
                  <a:pt x="262442" y="2073907"/>
                </a:lnTo>
                <a:lnTo>
                  <a:pt x="238036" y="2041606"/>
                </a:lnTo>
                <a:lnTo>
                  <a:pt x="214545" y="2006771"/>
                </a:lnTo>
                <a:lnTo>
                  <a:pt x="192016" y="1969497"/>
                </a:lnTo>
                <a:lnTo>
                  <a:pt x="170495" y="1929877"/>
                </a:lnTo>
                <a:lnTo>
                  <a:pt x="150027" y="1888007"/>
                </a:lnTo>
                <a:lnTo>
                  <a:pt x="130660" y="1843981"/>
                </a:lnTo>
                <a:lnTo>
                  <a:pt x="112439" y="1797894"/>
                </a:lnTo>
                <a:lnTo>
                  <a:pt x="95411" y="1749839"/>
                </a:lnTo>
                <a:lnTo>
                  <a:pt x="79621" y="1699911"/>
                </a:lnTo>
                <a:lnTo>
                  <a:pt x="65116" y="1648204"/>
                </a:lnTo>
                <a:lnTo>
                  <a:pt x="51942" y="1594813"/>
                </a:lnTo>
                <a:lnTo>
                  <a:pt x="40145" y="1539833"/>
                </a:lnTo>
                <a:lnTo>
                  <a:pt x="29771" y="1483357"/>
                </a:lnTo>
                <a:lnTo>
                  <a:pt x="20866" y="1425481"/>
                </a:lnTo>
                <a:lnTo>
                  <a:pt x="13477" y="1366297"/>
                </a:lnTo>
                <a:lnTo>
                  <a:pt x="7650" y="1305902"/>
                </a:lnTo>
                <a:lnTo>
                  <a:pt x="3431" y="1244389"/>
                </a:lnTo>
                <a:lnTo>
                  <a:pt x="865" y="1181853"/>
                </a:lnTo>
                <a:lnTo>
                  <a:pt x="0" y="111838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870954" y="2481218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1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64554" y="2787332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5">
                <a:moveTo>
                  <a:pt x="0" y="0"/>
                </a:moveTo>
                <a:lnTo>
                  <a:pt x="253999" y="0"/>
                </a:lnTo>
                <a:lnTo>
                  <a:pt x="253999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616954" y="3168332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5">
                <a:moveTo>
                  <a:pt x="0" y="0"/>
                </a:moveTo>
                <a:lnTo>
                  <a:pt x="253999" y="0"/>
                </a:lnTo>
                <a:lnTo>
                  <a:pt x="253999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02666" y="3549332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3999" y="0"/>
                </a:lnTo>
                <a:lnTo>
                  <a:pt x="253999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464554" y="4311332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5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40754" y="3930332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5" h="249554">
                <a:moveTo>
                  <a:pt x="0" y="0"/>
                </a:moveTo>
                <a:lnTo>
                  <a:pt x="255587" y="0"/>
                </a:lnTo>
                <a:lnTo>
                  <a:pt x="255587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140953" y="2558732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509587" y="0"/>
                </a:moveTo>
                <a:lnTo>
                  <a:pt x="452175" y="7018"/>
                </a:lnTo>
                <a:lnTo>
                  <a:pt x="396628" y="27571"/>
                </a:lnTo>
                <a:lnTo>
                  <a:pt x="343291" y="60903"/>
                </a:lnTo>
                <a:lnTo>
                  <a:pt x="292507" y="106258"/>
                </a:lnTo>
                <a:lnTo>
                  <a:pt x="244620" y="162881"/>
                </a:lnTo>
                <a:lnTo>
                  <a:pt x="221871" y="195182"/>
                </a:lnTo>
                <a:lnTo>
                  <a:pt x="199975" y="230016"/>
                </a:lnTo>
                <a:lnTo>
                  <a:pt x="178976" y="267291"/>
                </a:lnTo>
                <a:lnTo>
                  <a:pt x="158916" y="306910"/>
                </a:lnTo>
                <a:lnTo>
                  <a:pt x="139838" y="348779"/>
                </a:lnTo>
                <a:lnTo>
                  <a:pt x="121786" y="392805"/>
                </a:lnTo>
                <a:lnTo>
                  <a:pt x="104803" y="438892"/>
                </a:lnTo>
                <a:lnTo>
                  <a:pt x="88931" y="486947"/>
                </a:lnTo>
                <a:lnTo>
                  <a:pt x="74213" y="536875"/>
                </a:lnTo>
                <a:lnTo>
                  <a:pt x="60693" y="588581"/>
                </a:lnTo>
                <a:lnTo>
                  <a:pt x="48414" y="641971"/>
                </a:lnTo>
                <a:lnTo>
                  <a:pt x="37418" y="696950"/>
                </a:lnTo>
                <a:lnTo>
                  <a:pt x="27749" y="753425"/>
                </a:lnTo>
                <a:lnTo>
                  <a:pt x="19449" y="811301"/>
                </a:lnTo>
                <a:lnTo>
                  <a:pt x="12562" y="870483"/>
                </a:lnTo>
                <a:lnTo>
                  <a:pt x="7130" y="930877"/>
                </a:lnTo>
                <a:lnTo>
                  <a:pt x="3197" y="992389"/>
                </a:lnTo>
                <a:lnTo>
                  <a:pt x="806" y="1054923"/>
                </a:lnTo>
                <a:lnTo>
                  <a:pt x="0" y="1118387"/>
                </a:lnTo>
                <a:lnTo>
                  <a:pt x="806" y="1181852"/>
                </a:lnTo>
                <a:lnTo>
                  <a:pt x="3197" y="1244388"/>
                </a:lnTo>
                <a:lnTo>
                  <a:pt x="7130" y="1305900"/>
                </a:lnTo>
                <a:lnTo>
                  <a:pt x="12562" y="1366295"/>
                </a:lnTo>
                <a:lnTo>
                  <a:pt x="19449" y="1425478"/>
                </a:lnTo>
                <a:lnTo>
                  <a:pt x="27749" y="1483355"/>
                </a:lnTo>
                <a:lnTo>
                  <a:pt x="37418" y="1539831"/>
                </a:lnTo>
                <a:lnTo>
                  <a:pt x="48414" y="1594811"/>
                </a:lnTo>
                <a:lnTo>
                  <a:pt x="60693" y="1648202"/>
                </a:lnTo>
                <a:lnTo>
                  <a:pt x="74213" y="1699908"/>
                </a:lnTo>
                <a:lnTo>
                  <a:pt x="88931" y="1749836"/>
                </a:lnTo>
                <a:lnTo>
                  <a:pt x="104803" y="1797892"/>
                </a:lnTo>
                <a:lnTo>
                  <a:pt x="121786" y="1843979"/>
                </a:lnTo>
                <a:lnTo>
                  <a:pt x="139838" y="1888006"/>
                </a:lnTo>
                <a:lnTo>
                  <a:pt x="158916" y="1929875"/>
                </a:lnTo>
                <a:lnTo>
                  <a:pt x="178976" y="1969495"/>
                </a:lnTo>
                <a:lnTo>
                  <a:pt x="199975" y="2006769"/>
                </a:lnTo>
                <a:lnTo>
                  <a:pt x="221871" y="2041604"/>
                </a:lnTo>
                <a:lnTo>
                  <a:pt x="244620" y="2073905"/>
                </a:lnTo>
                <a:lnTo>
                  <a:pt x="292507" y="2130529"/>
                </a:lnTo>
                <a:lnTo>
                  <a:pt x="343291" y="2175884"/>
                </a:lnTo>
                <a:lnTo>
                  <a:pt x="396628" y="2209215"/>
                </a:lnTo>
                <a:lnTo>
                  <a:pt x="452175" y="2229768"/>
                </a:lnTo>
                <a:lnTo>
                  <a:pt x="509587" y="2236787"/>
                </a:lnTo>
                <a:lnTo>
                  <a:pt x="538503" y="2235017"/>
                </a:lnTo>
                <a:lnTo>
                  <a:pt x="595024" y="2221136"/>
                </a:lnTo>
                <a:lnTo>
                  <a:pt x="649508" y="2194100"/>
                </a:lnTo>
                <a:lnTo>
                  <a:pt x="701611" y="2154662"/>
                </a:lnTo>
                <a:lnTo>
                  <a:pt x="750989" y="2103578"/>
                </a:lnTo>
                <a:lnTo>
                  <a:pt x="797298" y="2041604"/>
                </a:lnTo>
                <a:lnTo>
                  <a:pt x="819194" y="2006769"/>
                </a:lnTo>
                <a:lnTo>
                  <a:pt x="840193" y="1969495"/>
                </a:lnTo>
                <a:lnTo>
                  <a:pt x="860253" y="1929875"/>
                </a:lnTo>
                <a:lnTo>
                  <a:pt x="879331" y="1888006"/>
                </a:lnTo>
                <a:lnTo>
                  <a:pt x="897383" y="1843979"/>
                </a:lnTo>
                <a:lnTo>
                  <a:pt x="914367" y="1797892"/>
                </a:lnTo>
                <a:lnTo>
                  <a:pt x="930240" y="1749836"/>
                </a:lnTo>
                <a:lnTo>
                  <a:pt x="944958" y="1699908"/>
                </a:lnTo>
                <a:lnTo>
                  <a:pt x="958478" y="1648202"/>
                </a:lnTo>
                <a:lnTo>
                  <a:pt x="970758" y="1594811"/>
                </a:lnTo>
                <a:lnTo>
                  <a:pt x="981754" y="1539831"/>
                </a:lnTo>
                <a:lnTo>
                  <a:pt x="991424" y="1483355"/>
                </a:lnTo>
                <a:lnTo>
                  <a:pt x="999724" y="1425478"/>
                </a:lnTo>
                <a:lnTo>
                  <a:pt x="1006611" y="1366295"/>
                </a:lnTo>
                <a:lnTo>
                  <a:pt x="1012043" y="1305900"/>
                </a:lnTo>
                <a:lnTo>
                  <a:pt x="1015976" y="1244388"/>
                </a:lnTo>
                <a:lnTo>
                  <a:pt x="1018368" y="1181852"/>
                </a:lnTo>
                <a:lnTo>
                  <a:pt x="1019175" y="1118387"/>
                </a:lnTo>
                <a:lnTo>
                  <a:pt x="1018368" y="1054923"/>
                </a:lnTo>
                <a:lnTo>
                  <a:pt x="1015976" y="992389"/>
                </a:lnTo>
                <a:lnTo>
                  <a:pt x="1012043" y="930877"/>
                </a:lnTo>
                <a:lnTo>
                  <a:pt x="1006611" y="870483"/>
                </a:lnTo>
                <a:lnTo>
                  <a:pt x="999724" y="811301"/>
                </a:lnTo>
                <a:lnTo>
                  <a:pt x="991424" y="753425"/>
                </a:lnTo>
                <a:lnTo>
                  <a:pt x="981754" y="696950"/>
                </a:lnTo>
                <a:lnTo>
                  <a:pt x="970758" y="641971"/>
                </a:lnTo>
                <a:lnTo>
                  <a:pt x="958478" y="588581"/>
                </a:lnTo>
                <a:lnTo>
                  <a:pt x="944958" y="536875"/>
                </a:lnTo>
                <a:lnTo>
                  <a:pt x="930240" y="486947"/>
                </a:lnTo>
                <a:lnTo>
                  <a:pt x="914367" y="438892"/>
                </a:lnTo>
                <a:lnTo>
                  <a:pt x="897383" y="392805"/>
                </a:lnTo>
                <a:lnTo>
                  <a:pt x="879331" y="348779"/>
                </a:lnTo>
                <a:lnTo>
                  <a:pt x="860253" y="306910"/>
                </a:lnTo>
                <a:lnTo>
                  <a:pt x="840193" y="267291"/>
                </a:lnTo>
                <a:lnTo>
                  <a:pt x="819194" y="230016"/>
                </a:lnTo>
                <a:lnTo>
                  <a:pt x="797298" y="195182"/>
                </a:lnTo>
                <a:lnTo>
                  <a:pt x="774548" y="162881"/>
                </a:lnTo>
                <a:lnTo>
                  <a:pt x="726662" y="106258"/>
                </a:lnTo>
                <a:lnTo>
                  <a:pt x="675878" y="60903"/>
                </a:lnTo>
                <a:lnTo>
                  <a:pt x="622542" y="27571"/>
                </a:lnTo>
                <a:lnTo>
                  <a:pt x="566997" y="7018"/>
                </a:lnTo>
                <a:lnTo>
                  <a:pt x="50958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140953" y="2558732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0" y="1118389"/>
                </a:moveTo>
                <a:lnTo>
                  <a:pt x="806" y="1054925"/>
                </a:lnTo>
                <a:lnTo>
                  <a:pt x="3198" y="992390"/>
                </a:lnTo>
                <a:lnTo>
                  <a:pt x="7131" y="930878"/>
                </a:lnTo>
                <a:lnTo>
                  <a:pt x="12562" y="870484"/>
                </a:lnTo>
                <a:lnTo>
                  <a:pt x="19450" y="811302"/>
                </a:lnTo>
                <a:lnTo>
                  <a:pt x="27750" y="753426"/>
                </a:lnTo>
                <a:lnTo>
                  <a:pt x="37419" y="696951"/>
                </a:lnTo>
                <a:lnTo>
                  <a:pt x="48415" y="641971"/>
                </a:lnTo>
                <a:lnTo>
                  <a:pt x="60695" y="588581"/>
                </a:lnTo>
                <a:lnTo>
                  <a:pt x="74215" y="536875"/>
                </a:lnTo>
                <a:lnTo>
                  <a:pt x="88933" y="486947"/>
                </a:lnTo>
                <a:lnTo>
                  <a:pt x="104805" y="438892"/>
                </a:lnTo>
                <a:lnTo>
                  <a:pt x="121789" y="392805"/>
                </a:lnTo>
                <a:lnTo>
                  <a:pt x="139841" y="348779"/>
                </a:lnTo>
                <a:lnTo>
                  <a:pt x="158919" y="306909"/>
                </a:lnTo>
                <a:lnTo>
                  <a:pt x="178979" y="267290"/>
                </a:lnTo>
                <a:lnTo>
                  <a:pt x="199978" y="230016"/>
                </a:lnTo>
                <a:lnTo>
                  <a:pt x="221874" y="195181"/>
                </a:lnTo>
                <a:lnTo>
                  <a:pt x="244623" y="162880"/>
                </a:lnTo>
                <a:lnTo>
                  <a:pt x="292510" y="106257"/>
                </a:lnTo>
                <a:lnTo>
                  <a:pt x="343294" y="60903"/>
                </a:lnTo>
                <a:lnTo>
                  <a:pt x="396631" y="27571"/>
                </a:lnTo>
                <a:lnTo>
                  <a:pt x="452176" y="7018"/>
                </a:lnTo>
                <a:lnTo>
                  <a:pt x="509587" y="0"/>
                </a:lnTo>
                <a:lnTo>
                  <a:pt x="538504" y="1770"/>
                </a:lnTo>
                <a:lnTo>
                  <a:pt x="595026" y="15650"/>
                </a:lnTo>
                <a:lnTo>
                  <a:pt x="649510" y="42687"/>
                </a:lnTo>
                <a:lnTo>
                  <a:pt x="701614" y="82124"/>
                </a:lnTo>
                <a:lnTo>
                  <a:pt x="750992" y="133208"/>
                </a:lnTo>
                <a:lnTo>
                  <a:pt x="797301" y="195181"/>
                </a:lnTo>
                <a:lnTo>
                  <a:pt x="819198" y="230016"/>
                </a:lnTo>
                <a:lnTo>
                  <a:pt x="840197" y="267290"/>
                </a:lnTo>
                <a:lnTo>
                  <a:pt x="860257" y="306909"/>
                </a:lnTo>
                <a:lnTo>
                  <a:pt x="879335" y="348779"/>
                </a:lnTo>
                <a:lnTo>
                  <a:pt x="897388" y="392805"/>
                </a:lnTo>
                <a:lnTo>
                  <a:pt x="914372" y="438892"/>
                </a:lnTo>
                <a:lnTo>
                  <a:pt x="930244" y="486947"/>
                </a:lnTo>
                <a:lnTo>
                  <a:pt x="944962" y="536875"/>
                </a:lnTo>
                <a:lnTo>
                  <a:pt x="958483" y="588581"/>
                </a:lnTo>
                <a:lnTo>
                  <a:pt x="970762" y="641971"/>
                </a:lnTo>
                <a:lnTo>
                  <a:pt x="981759" y="696951"/>
                </a:lnTo>
                <a:lnTo>
                  <a:pt x="991428" y="753426"/>
                </a:lnTo>
                <a:lnTo>
                  <a:pt x="999728" y="811302"/>
                </a:lnTo>
                <a:lnTo>
                  <a:pt x="1006616" y="870484"/>
                </a:lnTo>
                <a:lnTo>
                  <a:pt x="1012048" y="930878"/>
                </a:lnTo>
                <a:lnTo>
                  <a:pt x="1015981" y="992390"/>
                </a:lnTo>
                <a:lnTo>
                  <a:pt x="1018372" y="1054925"/>
                </a:lnTo>
                <a:lnTo>
                  <a:pt x="1019179" y="1118389"/>
                </a:lnTo>
                <a:lnTo>
                  <a:pt x="1018372" y="1181854"/>
                </a:lnTo>
                <a:lnTo>
                  <a:pt x="1015981" y="1244390"/>
                </a:lnTo>
                <a:lnTo>
                  <a:pt x="1012048" y="1305902"/>
                </a:lnTo>
                <a:lnTo>
                  <a:pt x="1006616" y="1366298"/>
                </a:lnTo>
                <a:lnTo>
                  <a:pt x="999728" y="1425481"/>
                </a:lnTo>
                <a:lnTo>
                  <a:pt x="991428" y="1483357"/>
                </a:lnTo>
                <a:lnTo>
                  <a:pt x="981759" y="1539833"/>
                </a:lnTo>
                <a:lnTo>
                  <a:pt x="970762" y="1594814"/>
                </a:lnTo>
                <a:lnTo>
                  <a:pt x="958483" y="1648204"/>
                </a:lnTo>
                <a:lnTo>
                  <a:pt x="944962" y="1699911"/>
                </a:lnTo>
                <a:lnTo>
                  <a:pt x="930244" y="1749839"/>
                </a:lnTo>
                <a:lnTo>
                  <a:pt x="914372" y="1797894"/>
                </a:lnTo>
                <a:lnTo>
                  <a:pt x="897388" y="1843982"/>
                </a:lnTo>
                <a:lnTo>
                  <a:pt x="879335" y="1888008"/>
                </a:lnTo>
                <a:lnTo>
                  <a:pt x="860257" y="1929878"/>
                </a:lnTo>
                <a:lnTo>
                  <a:pt x="840197" y="1969497"/>
                </a:lnTo>
                <a:lnTo>
                  <a:pt x="819198" y="2006771"/>
                </a:lnTo>
                <a:lnTo>
                  <a:pt x="797301" y="2041606"/>
                </a:lnTo>
                <a:lnTo>
                  <a:pt x="774552" y="2073907"/>
                </a:lnTo>
                <a:lnTo>
                  <a:pt x="726665" y="2130530"/>
                </a:lnTo>
                <a:lnTo>
                  <a:pt x="675881" y="2175885"/>
                </a:lnTo>
                <a:lnTo>
                  <a:pt x="622544" y="2209216"/>
                </a:lnTo>
                <a:lnTo>
                  <a:pt x="566998" y="2229769"/>
                </a:lnTo>
                <a:lnTo>
                  <a:pt x="509587" y="2236788"/>
                </a:lnTo>
                <a:lnTo>
                  <a:pt x="480670" y="2235017"/>
                </a:lnTo>
                <a:lnTo>
                  <a:pt x="424149" y="2221137"/>
                </a:lnTo>
                <a:lnTo>
                  <a:pt x="369664" y="2194101"/>
                </a:lnTo>
                <a:lnTo>
                  <a:pt x="317561" y="2154663"/>
                </a:lnTo>
                <a:lnTo>
                  <a:pt x="268183" y="2103580"/>
                </a:lnTo>
                <a:lnTo>
                  <a:pt x="221874" y="2041606"/>
                </a:lnTo>
                <a:lnTo>
                  <a:pt x="199978" y="2006771"/>
                </a:lnTo>
                <a:lnTo>
                  <a:pt x="178979" y="1969497"/>
                </a:lnTo>
                <a:lnTo>
                  <a:pt x="158919" y="1929878"/>
                </a:lnTo>
                <a:lnTo>
                  <a:pt x="139841" y="1888008"/>
                </a:lnTo>
                <a:lnTo>
                  <a:pt x="121789" y="1843982"/>
                </a:lnTo>
                <a:lnTo>
                  <a:pt x="104805" y="1797894"/>
                </a:lnTo>
                <a:lnTo>
                  <a:pt x="88933" y="1749839"/>
                </a:lnTo>
                <a:lnTo>
                  <a:pt x="74215" y="1699911"/>
                </a:lnTo>
                <a:lnTo>
                  <a:pt x="60695" y="1648204"/>
                </a:lnTo>
                <a:lnTo>
                  <a:pt x="48415" y="1594814"/>
                </a:lnTo>
                <a:lnTo>
                  <a:pt x="37419" y="1539833"/>
                </a:lnTo>
                <a:lnTo>
                  <a:pt x="27750" y="1483357"/>
                </a:lnTo>
                <a:lnTo>
                  <a:pt x="19450" y="1425481"/>
                </a:lnTo>
                <a:lnTo>
                  <a:pt x="12562" y="1366298"/>
                </a:lnTo>
                <a:lnTo>
                  <a:pt x="7131" y="1305902"/>
                </a:lnTo>
                <a:lnTo>
                  <a:pt x="3198" y="1244390"/>
                </a:lnTo>
                <a:lnTo>
                  <a:pt x="806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040272" y="2508884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2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566404" y="2807970"/>
            <a:ext cx="254000" cy="247650"/>
          </a:xfrm>
          <a:custGeom>
            <a:avLst/>
            <a:gdLst/>
            <a:ahLst/>
            <a:cxnLst/>
            <a:rect l="l" t="t" r="r" b="b"/>
            <a:pathLst>
              <a:path w="254000" h="247650">
                <a:moveTo>
                  <a:pt x="0" y="0"/>
                </a:moveTo>
                <a:lnTo>
                  <a:pt x="253999" y="0"/>
                </a:lnTo>
                <a:lnTo>
                  <a:pt x="253999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369553" y="3168332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5">
                <a:moveTo>
                  <a:pt x="0" y="0"/>
                </a:moveTo>
                <a:lnTo>
                  <a:pt x="253999" y="0"/>
                </a:lnTo>
                <a:lnTo>
                  <a:pt x="253999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226678" y="3552507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3999" y="0"/>
                </a:lnTo>
                <a:lnTo>
                  <a:pt x="253999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293353" y="3930332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7"/>
                </a:lnTo>
                <a:lnTo>
                  <a:pt x="0" y="249237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445754" y="4311332"/>
            <a:ext cx="255904" cy="247650"/>
          </a:xfrm>
          <a:custGeom>
            <a:avLst/>
            <a:gdLst/>
            <a:ahLst/>
            <a:cxnLst/>
            <a:rect l="l" t="t" r="r" b="b"/>
            <a:pathLst>
              <a:path w="255904" h="247650">
                <a:moveTo>
                  <a:pt x="0" y="0"/>
                </a:moveTo>
                <a:lnTo>
                  <a:pt x="255587" y="0"/>
                </a:lnTo>
                <a:lnTo>
                  <a:pt x="255587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516941" y="25555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693155" y="2939732"/>
            <a:ext cx="1905000" cy="0"/>
          </a:xfrm>
          <a:custGeom>
            <a:avLst/>
            <a:gdLst/>
            <a:ahLst/>
            <a:cxnLst/>
            <a:rect l="l" t="t" r="r" b="b"/>
            <a:pathLst>
              <a:path w="1905000">
                <a:moveTo>
                  <a:pt x="19049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845554" y="3320732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3998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845554" y="3701733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8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769354" y="4082732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3998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00290" y="3658552"/>
            <a:ext cx="415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007354" y="5122545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509587" y="0"/>
                </a:moveTo>
                <a:lnTo>
                  <a:pt x="452175" y="7018"/>
                </a:lnTo>
                <a:lnTo>
                  <a:pt x="396628" y="27571"/>
                </a:lnTo>
                <a:lnTo>
                  <a:pt x="343291" y="60903"/>
                </a:lnTo>
                <a:lnTo>
                  <a:pt x="292507" y="106258"/>
                </a:lnTo>
                <a:lnTo>
                  <a:pt x="244620" y="162881"/>
                </a:lnTo>
                <a:lnTo>
                  <a:pt x="221871" y="195182"/>
                </a:lnTo>
                <a:lnTo>
                  <a:pt x="199975" y="230017"/>
                </a:lnTo>
                <a:lnTo>
                  <a:pt x="178976" y="267292"/>
                </a:lnTo>
                <a:lnTo>
                  <a:pt x="158916" y="306911"/>
                </a:lnTo>
                <a:lnTo>
                  <a:pt x="139838" y="348781"/>
                </a:lnTo>
                <a:lnTo>
                  <a:pt x="121786" y="392807"/>
                </a:lnTo>
                <a:lnTo>
                  <a:pt x="104803" y="438895"/>
                </a:lnTo>
                <a:lnTo>
                  <a:pt x="88931" y="486950"/>
                </a:lnTo>
                <a:lnTo>
                  <a:pt x="74213" y="536878"/>
                </a:lnTo>
                <a:lnTo>
                  <a:pt x="60693" y="588585"/>
                </a:lnTo>
                <a:lnTo>
                  <a:pt x="48414" y="641976"/>
                </a:lnTo>
                <a:lnTo>
                  <a:pt x="37418" y="696956"/>
                </a:lnTo>
                <a:lnTo>
                  <a:pt x="27749" y="753432"/>
                </a:lnTo>
                <a:lnTo>
                  <a:pt x="19449" y="811308"/>
                </a:lnTo>
                <a:lnTo>
                  <a:pt x="12562" y="870491"/>
                </a:lnTo>
                <a:lnTo>
                  <a:pt x="7130" y="930886"/>
                </a:lnTo>
                <a:lnTo>
                  <a:pt x="3197" y="992399"/>
                </a:lnTo>
                <a:lnTo>
                  <a:pt x="806" y="1054935"/>
                </a:lnTo>
                <a:lnTo>
                  <a:pt x="0" y="1118400"/>
                </a:lnTo>
                <a:lnTo>
                  <a:pt x="806" y="1181863"/>
                </a:lnTo>
                <a:lnTo>
                  <a:pt x="3197" y="1244398"/>
                </a:lnTo>
                <a:lnTo>
                  <a:pt x="7130" y="1305910"/>
                </a:lnTo>
                <a:lnTo>
                  <a:pt x="12562" y="1366304"/>
                </a:lnTo>
                <a:lnTo>
                  <a:pt x="19449" y="1425486"/>
                </a:lnTo>
                <a:lnTo>
                  <a:pt x="27749" y="1483362"/>
                </a:lnTo>
                <a:lnTo>
                  <a:pt x="37418" y="1539837"/>
                </a:lnTo>
                <a:lnTo>
                  <a:pt x="48414" y="1594816"/>
                </a:lnTo>
                <a:lnTo>
                  <a:pt x="60693" y="1648206"/>
                </a:lnTo>
                <a:lnTo>
                  <a:pt x="74213" y="1699912"/>
                </a:lnTo>
                <a:lnTo>
                  <a:pt x="88931" y="1749840"/>
                </a:lnTo>
                <a:lnTo>
                  <a:pt x="104803" y="1797895"/>
                </a:lnTo>
                <a:lnTo>
                  <a:pt x="121786" y="1843982"/>
                </a:lnTo>
                <a:lnTo>
                  <a:pt x="139838" y="1888008"/>
                </a:lnTo>
                <a:lnTo>
                  <a:pt x="158916" y="1929877"/>
                </a:lnTo>
                <a:lnTo>
                  <a:pt x="178976" y="1969496"/>
                </a:lnTo>
                <a:lnTo>
                  <a:pt x="199975" y="2006770"/>
                </a:lnTo>
                <a:lnTo>
                  <a:pt x="221871" y="2041605"/>
                </a:lnTo>
                <a:lnTo>
                  <a:pt x="244620" y="2073906"/>
                </a:lnTo>
                <a:lnTo>
                  <a:pt x="292507" y="2130529"/>
                </a:lnTo>
                <a:lnTo>
                  <a:pt x="343291" y="2175884"/>
                </a:lnTo>
                <a:lnTo>
                  <a:pt x="396628" y="2209215"/>
                </a:lnTo>
                <a:lnTo>
                  <a:pt x="452175" y="2229768"/>
                </a:lnTo>
                <a:lnTo>
                  <a:pt x="509587" y="2236787"/>
                </a:lnTo>
                <a:lnTo>
                  <a:pt x="538503" y="2235017"/>
                </a:lnTo>
                <a:lnTo>
                  <a:pt x="595024" y="2221136"/>
                </a:lnTo>
                <a:lnTo>
                  <a:pt x="649508" y="2194100"/>
                </a:lnTo>
                <a:lnTo>
                  <a:pt x="701611" y="2154662"/>
                </a:lnTo>
                <a:lnTo>
                  <a:pt x="750989" y="2103579"/>
                </a:lnTo>
                <a:lnTo>
                  <a:pt x="797298" y="2041605"/>
                </a:lnTo>
                <a:lnTo>
                  <a:pt x="819194" y="2006770"/>
                </a:lnTo>
                <a:lnTo>
                  <a:pt x="840193" y="1969496"/>
                </a:lnTo>
                <a:lnTo>
                  <a:pt x="860253" y="1929877"/>
                </a:lnTo>
                <a:lnTo>
                  <a:pt x="879331" y="1888008"/>
                </a:lnTo>
                <a:lnTo>
                  <a:pt x="897383" y="1843982"/>
                </a:lnTo>
                <a:lnTo>
                  <a:pt x="914367" y="1797895"/>
                </a:lnTo>
                <a:lnTo>
                  <a:pt x="930240" y="1749840"/>
                </a:lnTo>
                <a:lnTo>
                  <a:pt x="944958" y="1699912"/>
                </a:lnTo>
                <a:lnTo>
                  <a:pt x="958478" y="1648206"/>
                </a:lnTo>
                <a:lnTo>
                  <a:pt x="970758" y="1594816"/>
                </a:lnTo>
                <a:lnTo>
                  <a:pt x="981754" y="1539837"/>
                </a:lnTo>
                <a:lnTo>
                  <a:pt x="991424" y="1483362"/>
                </a:lnTo>
                <a:lnTo>
                  <a:pt x="999724" y="1425486"/>
                </a:lnTo>
                <a:lnTo>
                  <a:pt x="1006611" y="1366304"/>
                </a:lnTo>
                <a:lnTo>
                  <a:pt x="1012043" y="1305910"/>
                </a:lnTo>
                <a:lnTo>
                  <a:pt x="1015976" y="1244398"/>
                </a:lnTo>
                <a:lnTo>
                  <a:pt x="1018368" y="1181863"/>
                </a:lnTo>
                <a:lnTo>
                  <a:pt x="1019174" y="1118400"/>
                </a:lnTo>
                <a:lnTo>
                  <a:pt x="1018368" y="1054935"/>
                </a:lnTo>
                <a:lnTo>
                  <a:pt x="1015976" y="992399"/>
                </a:lnTo>
                <a:lnTo>
                  <a:pt x="1012043" y="930886"/>
                </a:lnTo>
                <a:lnTo>
                  <a:pt x="1006611" y="870491"/>
                </a:lnTo>
                <a:lnTo>
                  <a:pt x="999724" y="811308"/>
                </a:lnTo>
                <a:lnTo>
                  <a:pt x="991424" y="753432"/>
                </a:lnTo>
                <a:lnTo>
                  <a:pt x="981754" y="696956"/>
                </a:lnTo>
                <a:lnTo>
                  <a:pt x="970758" y="641976"/>
                </a:lnTo>
                <a:lnTo>
                  <a:pt x="958478" y="588585"/>
                </a:lnTo>
                <a:lnTo>
                  <a:pt x="944958" y="536878"/>
                </a:lnTo>
                <a:lnTo>
                  <a:pt x="930240" y="486950"/>
                </a:lnTo>
                <a:lnTo>
                  <a:pt x="914367" y="438895"/>
                </a:lnTo>
                <a:lnTo>
                  <a:pt x="897383" y="392807"/>
                </a:lnTo>
                <a:lnTo>
                  <a:pt x="879331" y="348781"/>
                </a:lnTo>
                <a:lnTo>
                  <a:pt x="860253" y="306911"/>
                </a:lnTo>
                <a:lnTo>
                  <a:pt x="840193" y="267292"/>
                </a:lnTo>
                <a:lnTo>
                  <a:pt x="819194" y="230017"/>
                </a:lnTo>
                <a:lnTo>
                  <a:pt x="797298" y="195182"/>
                </a:lnTo>
                <a:lnTo>
                  <a:pt x="774548" y="162881"/>
                </a:lnTo>
                <a:lnTo>
                  <a:pt x="726662" y="106258"/>
                </a:lnTo>
                <a:lnTo>
                  <a:pt x="675878" y="60903"/>
                </a:lnTo>
                <a:lnTo>
                  <a:pt x="622542" y="27571"/>
                </a:lnTo>
                <a:lnTo>
                  <a:pt x="566997" y="7018"/>
                </a:lnTo>
                <a:lnTo>
                  <a:pt x="509587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07354" y="5122545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0" y="1118389"/>
                </a:moveTo>
                <a:lnTo>
                  <a:pt x="806" y="1054925"/>
                </a:lnTo>
                <a:lnTo>
                  <a:pt x="3198" y="992390"/>
                </a:lnTo>
                <a:lnTo>
                  <a:pt x="7131" y="930878"/>
                </a:lnTo>
                <a:lnTo>
                  <a:pt x="12562" y="870484"/>
                </a:lnTo>
                <a:lnTo>
                  <a:pt x="19450" y="811302"/>
                </a:lnTo>
                <a:lnTo>
                  <a:pt x="27750" y="753426"/>
                </a:lnTo>
                <a:lnTo>
                  <a:pt x="37419" y="696951"/>
                </a:lnTo>
                <a:lnTo>
                  <a:pt x="48415" y="641971"/>
                </a:lnTo>
                <a:lnTo>
                  <a:pt x="60695" y="588581"/>
                </a:lnTo>
                <a:lnTo>
                  <a:pt x="74215" y="536875"/>
                </a:lnTo>
                <a:lnTo>
                  <a:pt x="88933" y="486947"/>
                </a:lnTo>
                <a:lnTo>
                  <a:pt x="104805" y="438892"/>
                </a:lnTo>
                <a:lnTo>
                  <a:pt x="121789" y="392805"/>
                </a:lnTo>
                <a:lnTo>
                  <a:pt x="139841" y="348779"/>
                </a:lnTo>
                <a:lnTo>
                  <a:pt x="158918" y="306909"/>
                </a:lnTo>
                <a:lnTo>
                  <a:pt x="178979" y="267290"/>
                </a:lnTo>
                <a:lnTo>
                  <a:pt x="199978" y="230016"/>
                </a:lnTo>
                <a:lnTo>
                  <a:pt x="221874" y="195181"/>
                </a:lnTo>
                <a:lnTo>
                  <a:pt x="244623" y="162880"/>
                </a:lnTo>
                <a:lnTo>
                  <a:pt x="292510" y="106257"/>
                </a:lnTo>
                <a:lnTo>
                  <a:pt x="343293" y="60903"/>
                </a:lnTo>
                <a:lnTo>
                  <a:pt x="396630" y="27571"/>
                </a:lnTo>
                <a:lnTo>
                  <a:pt x="452176" y="7018"/>
                </a:lnTo>
                <a:lnTo>
                  <a:pt x="509587" y="0"/>
                </a:lnTo>
                <a:lnTo>
                  <a:pt x="538504" y="1770"/>
                </a:lnTo>
                <a:lnTo>
                  <a:pt x="595026" y="15650"/>
                </a:lnTo>
                <a:lnTo>
                  <a:pt x="649510" y="42687"/>
                </a:lnTo>
                <a:lnTo>
                  <a:pt x="701614" y="82124"/>
                </a:lnTo>
                <a:lnTo>
                  <a:pt x="750993" y="133208"/>
                </a:lnTo>
                <a:lnTo>
                  <a:pt x="797302" y="195181"/>
                </a:lnTo>
                <a:lnTo>
                  <a:pt x="819198" y="230016"/>
                </a:lnTo>
                <a:lnTo>
                  <a:pt x="840197" y="267290"/>
                </a:lnTo>
                <a:lnTo>
                  <a:pt x="860258" y="306909"/>
                </a:lnTo>
                <a:lnTo>
                  <a:pt x="879336" y="348779"/>
                </a:lnTo>
                <a:lnTo>
                  <a:pt x="897388" y="392805"/>
                </a:lnTo>
                <a:lnTo>
                  <a:pt x="914372" y="438892"/>
                </a:lnTo>
                <a:lnTo>
                  <a:pt x="930244" y="486947"/>
                </a:lnTo>
                <a:lnTo>
                  <a:pt x="944962" y="536875"/>
                </a:lnTo>
                <a:lnTo>
                  <a:pt x="958483" y="588581"/>
                </a:lnTo>
                <a:lnTo>
                  <a:pt x="970762" y="641971"/>
                </a:lnTo>
                <a:lnTo>
                  <a:pt x="981759" y="696951"/>
                </a:lnTo>
                <a:lnTo>
                  <a:pt x="991428" y="753426"/>
                </a:lnTo>
                <a:lnTo>
                  <a:pt x="999728" y="811302"/>
                </a:lnTo>
                <a:lnTo>
                  <a:pt x="1006616" y="870484"/>
                </a:lnTo>
                <a:lnTo>
                  <a:pt x="1012048" y="930878"/>
                </a:lnTo>
                <a:lnTo>
                  <a:pt x="1015981" y="992390"/>
                </a:lnTo>
                <a:lnTo>
                  <a:pt x="1018372" y="1054925"/>
                </a:lnTo>
                <a:lnTo>
                  <a:pt x="1019179" y="1118389"/>
                </a:lnTo>
                <a:lnTo>
                  <a:pt x="1018372" y="1181854"/>
                </a:lnTo>
                <a:lnTo>
                  <a:pt x="1015981" y="1244390"/>
                </a:lnTo>
                <a:lnTo>
                  <a:pt x="1012048" y="1305903"/>
                </a:lnTo>
                <a:lnTo>
                  <a:pt x="1006616" y="1366298"/>
                </a:lnTo>
                <a:lnTo>
                  <a:pt x="999728" y="1425481"/>
                </a:lnTo>
                <a:lnTo>
                  <a:pt x="991428" y="1483357"/>
                </a:lnTo>
                <a:lnTo>
                  <a:pt x="981759" y="1539833"/>
                </a:lnTo>
                <a:lnTo>
                  <a:pt x="970762" y="1594814"/>
                </a:lnTo>
                <a:lnTo>
                  <a:pt x="958483" y="1648204"/>
                </a:lnTo>
                <a:lnTo>
                  <a:pt x="944962" y="1699911"/>
                </a:lnTo>
                <a:lnTo>
                  <a:pt x="930244" y="1749839"/>
                </a:lnTo>
                <a:lnTo>
                  <a:pt x="914372" y="1797894"/>
                </a:lnTo>
                <a:lnTo>
                  <a:pt x="897388" y="1843982"/>
                </a:lnTo>
                <a:lnTo>
                  <a:pt x="879336" y="1888008"/>
                </a:lnTo>
                <a:lnTo>
                  <a:pt x="860258" y="1929878"/>
                </a:lnTo>
                <a:lnTo>
                  <a:pt x="840197" y="1969497"/>
                </a:lnTo>
                <a:lnTo>
                  <a:pt x="819198" y="2006771"/>
                </a:lnTo>
                <a:lnTo>
                  <a:pt x="797302" y="2041606"/>
                </a:lnTo>
                <a:lnTo>
                  <a:pt x="774552" y="2073907"/>
                </a:lnTo>
                <a:lnTo>
                  <a:pt x="726665" y="2130530"/>
                </a:lnTo>
                <a:lnTo>
                  <a:pt x="675881" y="2175885"/>
                </a:lnTo>
                <a:lnTo>
                  <a:pt x="622544" y="2209216"/>
                </a:lnTo>
                <a:lnTo>
                  <a:pt x="566998" y="2229769"/>
                </a:lnTo>
                <a:lnTo>
                  <a:pt x="509587" y="2236788"/>
                </a:lnTo>
                <a:lnTo>
                  <a:pt x="480670" y="2235017"/>
                </a:lnTo>
                <a:lnTo>
                  <a:pt x="424149" y="2221137"/>
                </a:lnTo>
                <a:lnTo>
                  <a:pt x="369664" y="2194101"/>
                </a:lnTo>
                <a:lnTo>
                  <a:pt x="317561" y="2154663"/>
                </a:lnTo>
                <a:lnTo>
                  <a:pt x="268183" y="2103580"/>
                </a:lnTo>
                <a:lnTo>
                  <a:pt x="221874" y="2041606"/>
                </a:lnTo>
                <a:lnTo>
                  <a:pt x="199978" y="2006771"/>
                </a:lnTo>
                <a:lnTo>
                  <a:pt x="178979" y="1969497"/>
                </a:lnTo>
                <a:lnTo>
                  <a:pt x="158918" y="1929878"/>
                </a:lnTo>
                <a:lnTo>
                  <a:pt x="139841" y="1888008"/>
                </a:lnTo>
                <a:lnTo>
                  <a:pt x="121789" y="1843982"/>
                </a:lnTo>
                <a:lnTo>
                  <a:pt x="104805" y="1797894"/>
                </a:lnTo>
                <a:lnTo>
                  <a:pt x="88933" y="1749839"/>
                </a:lnTo>
                <a:lnTo>
                  <a:pt x="74215" y="1699911"/>
                </a:lnTo>
                <a:lnTo>
                  <a:pt x="60695" y="1648204"/>
                </a:lnTo>
                <a:lnTo>
                  <a:pt x="48415" y="1594814"/>
                </a:lnTo>
                <a:lnTo>
                  <a:pt x="37419" y="1539833"/>
                </a:lnTo>
                <a:lnTo>
                  <a:pt x="27750" y="1483357"/>
                </a:lnTo>
                <a:lnTo>
                  <a:pt x="19450" y="1425481"/>
                </a:lnTo>
                <a:lnTo>
                  <a:pt x="12562" y="1366298"/>
                </a:lnTo>
                <a:lnTo>
                  <a:pt x="7131" y="1305903"/>
                </a:lnTo>
                <a:lnTo>
                  <a:pt x="3198" y="1244390"/>
                </a:lnTo>
                <a:lnTo>
                  <a:pt x="806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432003" y="5371071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800" y="0"/>
                </a:lnTo>
                <a:lnTo>
                  <a:pt x="254800" y="248538"/>
                </a:lnTo>
                <a:lnTo>
                  <a:pt x="0" y="248538"/>
                </a:lnTo>
                <a:lnTo>
                  <a:pt x="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432003" y="5371071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93" y="0"/>
                </a:lnTo>
                <a:lnTo>
                  <a:pt x="254793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62141" y="5702452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800" y="0"/>
                </a:lnTo>
                <a:lnTo>
                  <a:pt x="254800" y="248526"/>
                </a:lnTo>
                <a:lnTo>
                  <a:pt x="0" y="248526"/>
                </a:lnTo>
                <a:lnTo>
                  <a:pt x="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62141" y="5702452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93" y="0"/>
                </a:lnTo>
                <a:lnTo>
                  <a:pt x="254793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092278" y="6116675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800" y="0"/>
                </a:lnTo>
                <a:lnTo>
                  <a:pt x="254800" y="248526"/>
                </a:lnTo>
                <a:lnTo>
                  <a:pt x="0" y="248526"/>
                </a:lnTo>
                <a:lnTo>
                  <a:pt x="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092278" y="6116675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93" y="0"/>
                </a:lnTo>
                <a:lnTo>
                  <a:pt x="254793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601866" y="6116675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800" y="0"/>
                </a:lnTo>
                <a:lnTo>
                  <a:pt x="254800" y="248526"/>
                </a:lnTo>
                <a:lnTo>
                  <a:pt x="0" y="248526"/>
                </a:lnTo>
                <a:lnTo>
                  <a:pt x="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601866" y="6116675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93" y="0"/>
                </a:lnTo>
                <a:lnTo>
                  <a:pt x="254793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177216" y="6530886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87" y="0"/>
                </a:lnTo>
                <a:lnTo>
                  <a:pt x="254787" y="248536"/>
                </a:lnTo>
                <a:lnTo>
                  <a:pt x="0" y="248536"/>
                </a:lnTo>
                <a:lnTo>
                  <a:pt x="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177216" y="6530886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93" y="0"/>
                </a:lnTo>
                <a:lnTo>
                  <a:pt x="254793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516941" y="6779423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87" y="0"/>
                </a:lnTo>
                <a:lnTo>
                  <a:pt x="254787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516941" y="6779423"/>
            <a:ext cx="255270" cy="248920"/>
          </a:xfrm>
          <a:custGeom>
            <a:avLst/>
            <a:gdLst/>
            <a:ahLst/>
            <a:cxnLst/>
            <a:rect l="l" t="t" r="r" b="b"/>
            <a:pathLst>
              <a:path w="255269" h="248920">
                <a:moveTo>
                  <a:pt x="0" y="0"/>
                </a:moveTo>
                <a:lnTo>
                  <a:pt x="254793" y="0"/>
                </a:lnTo>
                <a:lnTo>
                  <a:pt x="254793" y="248531"/>
                </a:lnTo>
                <a:lnTo>
                  <a:pt x="0" y="248531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131428" y="5122545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509587" y="0"/>
                </a:moveTo>
                <a:lnTo>
                  <a:pt x="452175" y="7018"/>
                </a:lnTo>
                <a:lnTo>
                  <a:pt x="396628" y="27571"/>
                </a:lnTo>
                <a:lnTo>
                  <a:pt x="343291" y="60903"/>
                </a:lnTo>
                <a:lnTo>
                  <a:pt x="292507" y="106258"/>
                </a:lnTo>
                <a:lnTo>
                  <a:pt x="244620" y="162881"/>
                </a:lnTo>
                <a:lnTo>
                  <a:pt x="221871" y="195182"/>
                </a:lnTo>
                <a:lnTo>
                  <a:pt x="199975" y="230017"/>
                </a:lnTo>
                <a:lnTo>
                  <a:pt x="178976" y="267292"/>
                </a:lnTo>
                <a:lnTo>
                  <a:pt x="158916" y="306911"/>
                </a:lnTo>
                <a:lnTo>
                  <a:pt x="139838" y="348781"/>
                </a:lnTo>
                <a:lnTo>
                  <a:pt x="121786" y="392807"/>
                </a:lnTo>
                <a:lnTo>
                  <a:pt x="104803" y="438895"/>
                </a:lnTo>
                <a:lnTo>
                  <a:pt x="88931" y="486950"/>
                </a:lnTo>
                <a:lnTo>
                  <a:pt x="74213" y="536878"/>
                </a:lnTo>
                <a:lnTo>
                  <a:pt x="60693" y="588585"/>
                </a:lnTo>
                <a:lnTo>
                  <a:pt x="48414" y="641976"/>
                </a:lnTo>
                <a:lnTo>
                  <a:pt x="37418" y="696956"/>
                </a:lnTo>
                <a:lnTo>
                  <a:pt x="27749" y="753432"/>
                </a:lnTo>
                <a:lnTo>
                  <a:pt x="19449" y="811308"/>
                </a:lnTo>
                <a:lnTo>
                  <a:pt x="12562" y="870491"/>
                </a:lnTo>
                <a:lnTo>
                  <a:pt x="7130" y="930886"/>
                </a:lnTo>
                <a:lnTo>
                  <a:pt x="3197" y="992399"/>
                </a:lnTo>
                <a:lnTo>
                  <a:pt x="806" y="1054935"/>
                </a:lnTo>
                <a:lnTo>
                  <a:pt x="0" y="1118400"/>
                </a:lnTo>
                <a:lnTo>
                  <a:pt x="806" y="1181863"/>
                </a:lnTo>
                <a:lnTo>
                  <a:pt x="3197" y="1244398"/>
                </a:lnTo>
                <a:lnTo>
                  <a:pt x="7130" y="1305910"/>
                </a:lnTo>
                <a:lnTo>
                  <a:pt x="12562" y="1366304"/>
                </a:lnTo>
                <a:lnTo>
                  <a:pt x="19449" y="1425486"/>
                </a:lnTo>
                <a:lnTo>
                  <a:pt x="27749" y="1483362"/>
                </a:lnTo>
                <a:lnTo>
                  <a:pt x="37418" y="1539837"/>
                </a:lnTo>
                <a:lnTo>
                  <a:pt x="48414" y="1594816"/>
                </a:lnTo>
                <a:lnTo>
                  <a:pt x="60693" y="1648206"/>
                </a:lnTo>
                <a:lnTo>
                  <a:pt x="74213" y="1699912"/>
                </a:lnTo>
                <a:lnTo>
                  <a:pt x="88931" y="1749840"/>
                </a:lnTo>
                <a:lnTo>
                  <a:pt x="104803" y="1797895"/>
                </a:lnTo>
                <a:lnTo>
                  <a:pt x="121786" y="1843982"/>
                </a:lnTo>
                <a:lnTo>
                  <a:pt x="139838" y="1888008"/>
                </a:lnTo>
                <a:lnTo>
                  <a:pt x="158916" y="1929877"/>
                </a:lnTo>
                <a:lnTo>
                  <a:pt x="178976" y="1969496"/>
                </a:lnTo>
                <a:lnTo>
                  <a:pt x="199975" y="2006770"/>
                </a:lnTo>
                <a:lnTo>
                  <a:pt x="221871" y="2041605"/>
                </a:lnTo>
                <a:lnTo>
                  <a:pt x="244620" y="2073906"/>
                </a:lnTo>
                <a:lnTo>
                  <a:pt x="292507" y="2130529"/>
                </a:lnTo>
                <a:lnTo>
                  <a:pt x="343291" y="2175884"/>
                </a:lnTo>
                <a:lnTo>
                  <a:pt x="396628" y="2209215"/>
                </a:lnTo>
                <a:lnTo>
                  <a:pt x="452175" y="2229768"/>
                </a:lnTo>
                <a:lnTo>
                  <a:pt x="509587" y="2236787"/>
                </a:lnTo>
                <a:lnTo>
                  <a:pt x="538503" y="2235017"/>
                </a:lnTo>
                <a:lnTo>
                  <a:pt x="595024" y="2221136"/>
                </a:lnTo>
                <a:lnTo>
                  <a:pt x="649508" y="2194100"/>
                </a:lnTo>
                <a:lnTo>
                  <a:pt x="701611" y="2154662"/>
                </a:lnTo>
                <a:lnTo>
                  <a:pt x="750989" y="2103579"/>
                </a:lnTo>
                <a:lnTo>
                  <a:pt x="797298" y="2041605"/>
                </a:lnTo>
                <a:lnTo>
                  <a:pt x="819194" y="2006770"/>
                </a:lnTo>
                <a:lnTo>
                  <a:pt x="840193" y="1969496"/>
                </a:lnTo>
                <a:lnTo>
                  <a:pt x="860253" y="1929877"/>
                </a:lnTo>
                <a:lnTo>
                  <a:pt x="879331" y="1888008"/>
                </a:lnTo>
                <a:lnTo>
                  <a:pt x="897383" y="1843982"/>
                </a:lnTo>
                <a:lnTo>
                  <a:pt x="914367" y="1797895"/>
                </a:lnTo>
                <a:lnTo>
                  <a:pt x="930240" y="1749840"/>
                </a:lnTo>
                <a:lnTo>
                  <a:pt x="944958" y="1699912"/>
                </a:lnTo>
                <a:lnTo>
                  <a:pt x="958478" y="1648206"/>
                </a:lnTo>
                <a:lnTo>
                  <a:pt x="970758" y="1594816"/>
                </a:lnTo>
                <a:lnTo>
                  <a:pt x="981754" y="1539837"/>
                </a:lnTo>
                <a:lnTo>
                  <a:pt x="991424" y="1483362"/>
                </a:lnTo>
                <a:lnTo>
                  <a:pt x="999724" y="1425486"/>
                </a:lnTo>
                <a:lnTo>
                  <a:pt x="1006611" y="1366304"/>
                </a:lnTo>
                <a:lnTo>
                  <a:pt x="1012043" y="1305910"/>
                </a:lnTo>
                <a:lnTo>
                  <a:pt x="1015976" y="1244398"/>
                </a:lnTo>
                <a:lnTo>
                  <a:pt x="1018368" y="1181863"/>
                </a:lnTo>
                <a:lnTo>
                  <a:pt x="1019175" y="1118400"/>
                </a:lnTo>
                <a:lnTo>
                  <a:pt x="1018368" y="1054935"/>
                </a:lnTo>
                <a:lnTo>
                  <a:pt x="1015976" y="992399"/>
                </a:lnTo>
                <a:lnTo>
                  <a:pt x="1012043" y="930886"/>
                </a:lnTo>
                <a:lnTo>
                  <a:pt x="1006611" y="870491"/>
                </a:lnTo>
                <a:lnTo>
                  <a:pt x="999724" y="811308"/>
                </a:lnTo>
                <a:lnTo>
                  <a:pt x="991424" y="753432"/>
                </a:lnTo>
                <a:lnTo>
                  <a:pt x="981754" y="696956"/>
                </a:lnTo>
                <a:lnTo>
                  <a:pt x="970758" y="641976"/>
                </a:lnTo>
                <a:lnTo>
                  <a:pt x="958478" y="588585"/>
                </a:lnTo>
                <a:lnTo>
                  <a:pt x="944958" y="536878"/>
                </a:lnTo>
                <a:lnTo>
                  <a:pt x="930240" y="486950"/>
                </a:lnTo>
                <a:lnTo>
                  <a:pt x="914367" y="438895"/>
                </a:lnTo>
                <a:lnTo>
                  <a:pt x="897383" y="392807"/>
                </a:lnTo>
                <a:lnTo>
                  <a:pt x="879331" y="348781"/>
                </a:lnTo>
                <a:lnTo>
                  <a:pt x="860253" y="306911"/>
                </a:lnTo>
                <a:lnTo>
                  <a:pt x="840193" y="267292"/>
                </a:lnTo>
                <a:lnTo>
                  <a:pt x="819194" y="230017"/>
                </a:lnTo>
                <a:lnTo>
                  <a:pt x="797298" y="195182"/>
                </a:lnTo>
                <a:lnTo>
                  <a:pt x="774548" y="162881"/>
                </a:lnTo>
                <a:lnTo>
                  <a:pt x="726662" y="106258"/>
                </a:lnTo>
                <a:lnTo>
                  <a:pt x="675878" y="60903"/>
                </a:lnTo>
                <a:lnTo>
                  <a:pt x="622542" y="27571"/>
                </a:lnTo>
                <a:lnTo>
                  <a:pt x="566997" y="7018"/>
                </a:lnTo>
                <a:lnTo>
                  <a:pt x="50958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131428" y="5122545"/>
            <a:ext cx="1019175" cy="2237105"/>
          </a:xfrm>
          <a:custGeom>
            <a:avLst/>
            <a:gdLst/>
            <a:ahLst/>
            <a:cxnLst/>
            <a:rect l="l" t="t" r="r" b="b"/>
            <a:pathLst>
              <a:path w="1019175" h="2237104">
                <a:moveTo>
                  <a:pt x="0" y="1118389"/>
                </a:moveTo>
                <a:lnTo>
                  <a:pt x="806" y="1054925"/>
                </a:lnTo>
                <a:lnTo>
                  <a:pt x="3198" y="992390"/>
                </a:lnTo>
                <a:lnTo>
                  <a:pt x="7131" y="930878"/>
                </a:lnTo>
                <a:lnTo>
                  <a:pt x="12562" y="870484"/>
                </a:lnTo>
                <a:lnTo>
                  <a:pt x="19450" y="811302"/>
                </a:lnTo>
                <a:lnTo>
                  <a:pt x="27750" y="753426"/>
                </a:lnTo>
                <a:lnTo>
                  <a:pt x="37419" y="696951"/>
                </a:lnTo>
                <a:lnTo>
                  <a:pt x="48415" y="641971"/>
                </a:lnTo>
                <a:lnTo>
                  <a:pt x="60695" y="588581"/>
                </a:lnTo>
                <a:lnTo>
                  <a:pt x="74215" y="536875"/>
                </a:lnTo>
                <a:lnTo>
                  <a:pt x="88933" y="486947"/>
                </a:lnTo>
                <a:lnTo>
                  <a:pt x="104805" y="438892"/>
                </a:lnTo>
                <a:lnTo>
                  <a:pt x="121789" y="392805"/>
                </a:lnTo>
                <a:lnTo>
                  <a:pt x="139841" y="348779"/>
                </a:lnTo>
                <a:lnTo>
                  <a:pt x="158918" y="306909"/>
                </a:lnTo>
                <a:lnTo>
                  <a:pt x="178979" y="267290"/>
                </a:lnTo>
                <a:lnTo>
                  <a:pt x="199978" y="230016"/>
                </a:lnTo>
                <a:lnTo>
                  <a:pt x="221874" y="195181"/>
                </a:lnTo>
                <a:lnTo>
                  <a:pt x="244623" y="162880"/>
                </a:lnTo>
                <a:lnTo>
                  <a:pt x="292510" y="106257"/>
                </a:lnTo>
                <a:lnTo>
                  <a:pt x="343293" y="60903"/>
                </a:lnTo>
                <a:lnTo>
                  <a:pt x="396630" y="27571"/>
                </a:lnTo>
                <a:lnTo>
                  <a:pt x="452176" y="7018"/>
                </a:lnTo>
                <a:lnTo>
                  <a:pt x="509587" y="0"/>
                </a:lnTo>
                <a:lnTo>
                  <a:pt x="538504" y="1770"/>
                </a:lnTo>
                <a:lnTo>
                  <a:pt x="595025" y="15650"/>
                </a:lnTo>
                <a:lnTo>
                  <a:pt x="649510" y="42687"/>
                </a:lnTo>
                <a:lnTo>
                  <a:pt x="701614" y="82124"/>
                </a:lnTo>
                <a:lnTo>
                  <a:pt x="750992" y="133208"/>
                </a:lnTo>
                <a:lnTo>
                  <a:pt x="797301" y="195181"/>
                </a:lnTo>
                <a:lnTo>
                  <a:pt x="819197" y="230016"/>
                </a:lnTo>
                <a:lnTo>
                  <a:pt x="840197" y="267290"/>
                </a:lnTo>
                <a:lnTo>
                  <a:pt x="860257" y="306909"/>
                </a:lnTo>
                <a:lnTo>
                  <a:pt x="879335" y="348779"/>
                </a:lnTo>
                <a:lnTo>
                  <a:pt x="897388" y="392805"/>
                </a:lnTo>
                <a:lnTo>
                  <a:pt x="914372" y="438892"/>
                </a:lnTo>
                <a:lnTo>
                  <a:pt x="930244" y="486947"/>
                </a:lnTo>
                <a:lnTo>
                  <a:pt x="944962" y="536875"/>
                </a:lnTo>
                <a:lnTo>
                  <a:pt x="958482" y="588581"/>
                </a:lnTo>
                <a:lnTo>
                  <a:pt x="970762" y="641971"/>
                </a:lnTo>
                <a:lnTo>
                  <a:pt x="981759" y="696951"/>
                </a:lnTo>
                <a:lnTo>
                  <a:pt x="991428" y="753426"/>
                </a:lnTo>
                <a:lnTo>
                  <a:pt x="999728" y="811302"/>
                </a:lnTo>
                <a:lnTo>
                  <a:pt x="1006616" y="870484"/>
                </a:lnTo>
                <a:lnTo>
                  <a:pt x="1012048" y="930878"/>
                </a:lnTo>
                <a:lnTo>
                  <a:pt x="1015981" y="992390"/>
                </a:lnTo>
                <a:lnTo>
                  <a:pt x="1018372" y="1054925"/>
                </a:lnTo>
                <a:lnTo>
                  <a:pt x="1019179" y="1118389"/>
                </a:lnTo>
                <a:lnTo>
                  <a:pt x="1018372" y="1181854"/>
                </a:lnTo>
                <a:lnTo>
                  <a:pt x="1015981" y="1244390"/>
                </a:lnTo>
                <a:lnTo>
                  <a:pt x="1012048" y="1305903"/>
                </a:lnTo>
                <a:lnTo>
                  <a:pt x="1006616" y="1366298"/>
                </a:lnTo>
                <a:lnTo>
                  <a:pt x="999728" y="1425481"/>
                </a:lnTo>
                <a:lnTo>
                  <a:pt x="991428" y="1483357"/>
                </a:lnTo>
                <a:lnTo>
                  <a:pt x="981759" y="1539833"/>
                </a:lnTo>
                <a:lnTo>
                  <a:pt x="970762" y="1594814"/>
                </a:lnTo>
                <a:lnTo>
                  <a:pt x="958482" y="1648204"/>
                </a:lnTo>
                <a:lnTo>
                  <a:pt x="944962" y="1699911"/>
                </a:lnTo>
                <a:lnTo>
                  <a:pt x="930244" y="1749839"/>
                </a:lnTo>
                <a:lnTo>
                  <a:pt x="914372" y="1797894"/>
                </a:lnTo>
                <a:lnTo>
                  <a:pt x="897388" y="1843982"/>
                </a:lnTo>
                <a:lnTo>
                  <a:pt x="879335" y="1888008"/>
                </a:lnTo>
                <a:lnTo>
                  <a:pt x="860257" y="1929878"/>
                </a:lnTo>
                <a:lnTo>
                  <a:pt x="840197" y="1969497"/>
                </a:lnTo>
                <a:lnTo>
                  <a:pt x="819197" y="2006771"/>
                </a:lnTo>
                <a:lnTo>
                  <a:pt x="797301" y="2041606"/>
                </a:lnTo>
                <a:lnTo>
                  <a:pt x="774552" y="2073907"/>
                </a:lnTo>
                <a:lnTo>
                  <a:pt x="726665" y="2130530"/>
                </a:lnTo>
                <a:lnTo>
                  <a:pt x="675881" y="2175885"/>
                </a:lnTo>
                <a:lnTo>
                  <a:pt x="622544" y="2209216"/>
                </a:lnTo>
                <a:lnTo>
                  <a:pt x="566998" y="2229769"/>
                </a:lnTo>
                <a:lnTo>
                  <a:pt x="509587" y="2236788"/>
                </a:lnTo>
                <a:lnTo>
                  <a:pt x="480670" y="2235017"/>
                </a:lnTo>
                <a:lnTo>
                  <a:pt x="424149" y="2221137"/>
                </a:lnTo>
                <a:lnTo>
                  <a:pt x="369664" y="2194101"/>
                </a:lnTo>
                <a:lnTo>
                  <a:pt x="317561" y="2154663"/>
                </a:lnTo>
                <a:lnTo>
                  <a:pt x="268183" y="2103580"/>
                </a:lnTo>
                <a:lnTo>
                  <a:pt x="221874" y="2041606"/>
                </a:lnTo>
                <a:lnTo>
                  <a:pt x="199978" y="2006771"/>
                </a:lnTo>
                <a:lnTo>
                  <a:pt x="178979" y="1969497"/>
                </a:lnTo>
                <a:lnTo>
                  <a:pt x="158918" y="1929878"/>
                </a:lnTo>
                <a:lnTo>
                  <a:pt x="139841" y="1888008"/>
                </a:lnTo>
                <a:lnTo>
                  <a:pt x="121789" y="1843982"/>
                </a:lnTo>
                <a:lnTo>
                  <a:pt x="104805" y="1797894"/>
                </a:lnTo>
                <a:lnTo>
                  <a:pt x="88933" y="1749839"/>
                </a:lnTo>
                <a:lnTo>
                  <a:pt x="74215" y="1699911"/>
                </a:lnTo>
                <a:lnTo>
                  <a:pt x="60695" y="1648204"/>
                </a:lnTo>
                <a:lnTo>
                  <a:pt x="48415" y="1594814"/>
                </a:lnTo>
                <a:lnTo>
                  <a:pt x="37419" y="1539833"/>
                </a:lnTo>
                <a:lnTo>
                  <a:pt x="27750" y="1483357"/>
                </a:lnTo>
                <a:lnTo>
                  <a:pt x="19450" y="1425481"/>
                </a:lnTo>
                <a:lnTo>
                  <a:pt x="12562" y="1366298"/>
                </a:lnTo>
                <a:lnTo>
                  <a:pt x="7131" y="1305903"/>
                </a:lnTo>
                <a:lnTo>
                  <a:pt x="3198" y="1244390"/>
                </a:lnTo>
                <a:lnTo>
                  <a:pt x="806" y="1181854"/>
                </a:lnTo>
                <a:lnTo>
                  <a:pt x="0" y="111838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556878" y="5371782"/>
            <a:ext cx="254000" cy="247650"/>
          </a:xfrm>
          <a:custGeom>
            <a:avLst/>
            <a:gdLst/>
            <a:ahLst/>
            <a:cxnLst/>
            <a:rect l="l" t="t" r="r" b="b"/>
            <a:pathLst>
              <a:path w="254000" h="247650">
                <a:moveTo>
                  <a:pt x="0" y="0"/>
                </a:moveTo>
                <a:lnTo>
                  <a:pt x="253999" y="0"/>
                </a:lnTo>
                <a:lnTo>
                  <a:pt x="253999" y="247649"/>
                </a:lnTo>
                <a:lnTo>
                  <a:pt x="0" y="2476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215566" y="6116320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726741" y="6116320"/>
            <a:ext cx="254000" cy="249554"/>
          </a:xfrm>
          <a:custGeom>
            <a:avLst/>
            <a:gdLst/>
            <a:ahLst/>
            <a:cxnLst/>
            <a:rect l="l" t="t" r="r" b="b"/>
            <a:pathLst>
              <a:path w="254000" h="249554">
                <a:moveTo>
                  <a:pt x="0" y="0"/>
                </a:moveTo>
                <a:lnTo>
                  <a:pt x="253999" y="0"/>
                </a:lnTo>
                <a:lnTo>
                  <a:pt x="253999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301291" y="6530657"/>
            <a:ext cx="255904" cy="249554"/>
          </a:xfrm>
          <a:custGeom>
            <a:avLst/>
            <a:gdLst/>
            <a:ahLst/>
            <a:cxnLst/>
            <a:rect l="l" t="t" r="r" b="b"/>
            <a:pathLst>
              <a:path w="255904" h="249554">
                <a:moveTo>
                  <a:pt x="0" y="0"/>
                </a:moveTo>
                <a:lnTo>
                  <a:pt x="255587" y="0"/>
                </a:lnTo>
                <a:lnTo>
                  <a:pt x="255587" y="249236"/>
                </a:lnTo>
                <a:lnTo>
                  <a:pt x="0" y="2492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686804" y="5452745"/>
            <a:ext cx="1870075" cy="82550"/>
          </a:xfrm>
          <a:custGeom>
            <a:avLst/>
            <a:gdLst/>
            <a:ahLst/>
            <a:cxnLst/>
            <a:rect l="l" t="t" r="r" b="b"/>
            <a:pathLst>
              <a:path w="1870075" h="82550">
                <a:moveTo>
                  <a:pt x="0" y="0"/>
                </a:moveTo>
                <a:lnTo>
                  <a:pt x="1870068" y="825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516940" y="5536882"/>
            <a:ext cx="2040255" cy="332105"/>
          </a:xfrm>
          <a:custGeom>
            <a:avLst/>
            <a:gdLst/>
            <a:ahLst/>
            <a:cxnLst/>
            <a:rect l="l" t="t" r="r" b="b"/>
            <a:pathLst>
              <a:path w="2040254" h="332104">
                <a:moveTo>
                  <a:pt x="2039938" y="0"/>
                </a:moveTo>
                <a:lnTo>
                  <a:pt x="0" y="3317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856666" y="6283007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>
                <a:moveTo>
                  <a:pt x="0" y="0"/>
                </a:moveTo>
                <a:lnTo>
                  <a:pt x="13588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432804" y="6613207"/>
            <a:ext cx="1868805" cy="0"/>
          </a:xfrm>
          <a:custGeom>
            <a:avLst/>
            <a:gdLst/>
            <a:ahLst/>
            <a:cxnLst/>
            <a:rect l="l" t="t" r="r" b="b"/>
            <a:pathLst>
              <a:path w="1868804">
                <a:moveTo>
                  <a:pt x="0" y="0"/>
                </a:moveTo>
                <a:lnTo>
                  <a:pt x="186848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772529" y="6697344"/>
            <a:ext cx="1529080" cy="247650"/>
          </a:xfrm>
          <a:custGeom>
            <a:avLst/>
            <a:gdLst/>
            <a:ahLst/>
            <a:cxnLst/>
            <a:rect l="l" t="t" r="r" b="b"/>
            <a:pathLst>
              <a:path w="1529079" h="247650">
                <a:moveTo>
                  <a:pt x="0" y="247649"/>
                </a:moveTo>
                <a:lnTo>
                  <a:pt x="152875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400290" y="6173152"/>
            <a:ext cx="4445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2" name="object 12"/>
          <p:cNvSpPr txBox="1"/>
          <p:nvPr/>
        </p:nvSpPr>
        <p:spPr>
          <a:xfrm>
            <a:off x="853440" y="1644650"/>
            <a:ext cx="5017061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2400" i="1" dirty="0">
                <a:latin typeface="Times New Roman"/>
                <a:cs typeface="Times New Roman"/>
              </a:rPr>
              <a:t>Beziehungstyp R zwischen E</a:t>
            </a:r>
            <a:r>
              <a:rPr lang="de-DE" sz="2400" i="1" baseline="-25000" dirty="0">
                <a:latin typeface="Times New Roman"/>
                <a:cs typeface="Times New Roman"/>
              </a:rPr>
              <a:t>1</a:t>
            </a:r>
            <a:r>
              <a:rPr lang="de-DE" sz="2400" i="1" dirty="0">
                <a:latin typeface="Times New Roman"/>
                <a:cs typeface="Times New Roman"/>
              </a:rPr>
              <a:t> und E</a:t>
            </a:r>
            <a:r>
              <a:rPr lang="de-DE" sz="2400" i="1" baseline="-25000" dirty="0">
                <a:latin typeface="Times New Roman"/>
                <a:cs typeface="Times New Roman"/>
              </a:rPr>
              <a:t>2</a:t>
            </a:r>
            <a:r>
              <a:rPr lang="de-DE" sz="2400" i="1" dirty="0">
                <a:latin typeface="Times New Roman"/>
                <a:cs typeface="Times New Roman"/>
              </a:rPr>
              <a:t>: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113" name="object 12"/>
          <p:cNvSpPr txBox="1"/>
          <p:nvPr/>
        </p:nvSpPr>
        <p:spPr>
          <a:xfrm>
            <a:off x="850900" y="1989620"/>
            <a:ext cx="5017061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2000" i="1" dirty="0">
                <a:latin typeface="Times New Roman"/>
                <a:cs typeface="Times New Roman"/>
              </a:rPr>
              <a:t>(Grad der Beziehung ist 2 / 2stellig, binär)</a:t>
            </a:r>
            <a:endParaRPr sz="2000" baseline="-20833" dirty="0">
              <a:latin typeface="Times New Roman"/>
              <a:cs typeface="Times New Roman"/>
            </a:endParaRPr>
          </a:p>
        </p:txBody>
      </p:sp>
      <p:sp>
        <p:nvSpPr>
          <p:cNvPr id="114" name="object 12"/>
          <p:cNvSpPr txBox="1"/>
          <p:nvPr/>
        </p:nvSpPr>
        <p:spPr>
          <a:xfrm flipH="1">
            <a:off x="8482572" y="3392543"/>
            <a:ext cx="1903269" cy="256608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i="1" dirty="0">
                <a:latin typeface="Times New Roman"/>
                <a:cs typeface="Times New Roman"/>
              </a:rPr>
              <a:t>Nicht alle Elemente müssen teilnehmen (</a:t>
            </a:r>
            <a:r>
              <a:rPr lang="de-DE" sz="1400" i="1" dirty="0" err="1">
                <a:latin typeface="Times New Roman"/>
                <a:cs typeface="Times New Roman"/>
              </a:rPr>
              <a:t>heissen</a:t>
            </a:r>
            <a:r>
              <a:rPr lang="de-DE" sz="1400" i="1" dirty="0">
                <a:latin typeface="Times New Roman"/>
                <a:cs typeface="Times New Roman"/>
              </a:rPr>
              <a:t> partielle Funktionen)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i="1" dirty="0">
                <a:latin typeface="Times New Roman"/>
                <a:cs typeface="Times New Roman"/>
              </a:rPr>
              <a:t>Funktionen habe Richtungen … </a:t>
            </a:r>
            <a:r>
              <a:rPr lang="de-DE" sz="1400" i="1" dirty="0">
                <a:latin typeface="Times New Roman"/>
                <a:cs typeface="Times New Roman"/>
                <a:sym typeface="Wingdings" panose="05000000000000000000" pitchFamily="2" charset="2"/>
              </a:rPr>
              <a:t> 1</a:t>
            </a: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i="1" dirty="0">
                <a:latin typeface="Times New Roman"/>
                <a:cs typeface="Times New Roman"/>
                <a:sym typeface="Wingdings" panose="05000000000000000000" pitchFamily="2" charset="2"/>
              </a:rPr>
              <a:t>Funktionen haben immer nur ein Bild (also N:1, 1:1, 1:N wird umgekehrt, N:M ist keine Funktion)</a:t>
            </a:r>
            <a:endParaRPr lang="de-DE" sz="1400" i="1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endParaRPr sz="1400" baseline="-20833" dirty="0">
              <a:latin typeface="Times New Roman"/>
              <a:cs typeface="Times New Roman"/>
            </a:endParaRPr>
          </a:p>
        </p:txBody>
      </p:sp>
      <p:sp>
        <p:nvSpPr>
          <p:cNvPr id="115" name="object 12"/>
          <p:cNvSpPr txBox="1"/>
          <p:nvPr/>
        </p:nvSpPr>
        <p:spPr>
          <a:xfrm flipH="1">
            <a:off x="1029910" y="716287"/>
            <a:ext cx="1903269" cy="22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dirty="0" err="1">
                <a:latin typeface="Times New Roman"/>
                <a:cs typeface="Times New Roman"/>
              </a:rPr>
              <a:t>Entitytyp</a:t>
            </a:r>
            <a:r>
              <a:rPr lang="de-DE" sz="1400" dirty="0">
                <a:latin typeface="Times New Roman"/>
                <a:cs typeface="Times New Roman"/>
              </a:rPr>
              <a:t> 1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6" name="object 12"/>
          <p:cNvSpPr txBox="1"/>
          <p:nvPr/>
        </p:nvSpPr>
        <p:spPr>
          <a:xfrm flipH="1">
            <a:off x="7181329" y="642832"/>
            <a:ext cx="1903269" cy="22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dirty="0" err="1">
                <a:latin typeface="Times New Roman"/>
                <a:cs typeface="Times New Roman"/>
              </a:rPr>
              <a:t>Entitytyp</a:t>
            </a:r>
            <a:r>
              <a:rPr lang="de-DE" sz="1400" dirty="0">
                <a:latin typeface="Times New Roman"/>
                <a:cs typeface="Times New Roman"/>
              </a:rPr>
              <a:t> 2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Funktion: Ordnet jedem x genau ein </a:t>
            </a:r>
            <a:r>
              <a:rPr lang="de-DE" sz="2400" dirty="0" err="1"/>
              <a:t>y</a:t>
            </a:r>
            <a:r>
              <a:rPr lang="de-DE" sz="2400" dirty="0"/>
              <a:t> zu (nicht mehr!)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Partielle Funktion: Jeder Kombination von Elementen x wird höchstens ein Element y zugeordnet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In Relationen erlaubt das Hinschreiben der partiellen Funktionen ein tieferes Verständnis der Relationen (also z.B. welche N:1 Unter-Relationen kann ich finden)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4F1D1E8-8895-FD52-9AD7-57D135581D19}"/>
              </a:ext>
            </a:extLst>
          </p:cNvPr>
          <p:cNvSpPr txBox="1">
            <a:spLocks/>
          </p:cNvSpPr>
          <p:nvPr/>
        </p:nvSpPr>
        <p:spPr>
          <a:xfrm>
            <a:off x="933109" y="91336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Einschub</a:t>
            </a:r>
            <a:r>
              <a:rPr lang="en-GB" spc="-5" dirty="0"/>
              <a:t>: </a:t>
            </a:r>
            <a:r>
              <a:rPr lang="en-GB" spc="-5" dirty="0" err="1"/>
              <a:t>Funktionen</a:t>
            </a:r>
            <a:r>
              <a:rPr lang="en-GB" spc="-5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2136859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16087" y="2790825"/>
            <a:ext cx="21336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36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n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887" y="2790825"/>
            <a:ext cx="21336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36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2086" y="4467225"/>
            <a:ext cx="21336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R="15240" algn="ctr">
              <a:lnSpc>
                <a:spcPct val="100000"/>
              </a:lnSpc>
              <a:spcBef>
                <a:spcPts val="359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k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11686" y="2714625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457200" y="0"/>
                </a:moveTo>
                <a:lnTo>
                  <a:pt x="0" y="304800"/>
                </a:lnTo>
                <a:lnTo>
                  <a:pt x="457200" y="609600"/>
                </a:lnTo>
                <a:lnTo>
                  <a:pt x="914400" y="304800"/>
                </a:lnTo>
                <a:lnTo>
                  <a:pt x="457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11686" y="2714626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0" y="304799"/>
                </a:moveTo>
                <a:lnTo>
                  <a:pt x="457199" y="0"/>
                </a:lnTo>
                <a:lnTo>
                  <a:pt x="914399" y="304799"/>
                </a:lnTo>
                <a:lnTo>
                  <a:pt x="457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31727" y="282384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49687" y="3019425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761999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087" y="3019425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799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68886" y="3324225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1" y="1142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73686" y="34004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599"/>
                </a:moveTo>
                <a:lnTo>
                  <a:pt x="228599" y="0"/>
                </a:lnTo>
              </a:path>
            </a:pathLst>
          </a:custGeom>
          <a:ln w="7619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11686" y="3400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228599"/>
                </a:lnTo>
              </a:path>
            </a:pathLst>
          </a:custGeom>
          <a:ln w="7619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114158"/>
              </p:ext>
            </p:extLst>
          </p:nvPr>
        </p:nvGraphicFramePr>
        <p:xfrm>
          <a:off x="4198911" y="1263650"/>
          <a:ext cx="2133600" cy="14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6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i="1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855676" y="2671445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8877" y="267144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73027" y="396684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75100" y="5530419"/>
            <a:ext cx="6213020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de-DE" sz="2400" i="1" dirty="0">
                <a:latin typeface="Times New Roman"/>
                <a:cs typeface="Times New Roman"/>
              </a:rPr>
              <a:t>Relation </a:t>
            </a:r>
            <a:r>
              <a:rPr sz="2400" i="1" dirty="0">
                <a:latin typeface="Times New Roman"/>
                <a:cs typeface="Times New Roman"/>
              </a:rPr>
              <a:t>R : E</a:t>
            </a:r>
            <a:r>
              <a:rPr sz="2400" i="1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spc="-5" dirty="0">
                <a:latin typeface="Tahoma"/>
                <a:cs typeface="Tahoma"/>
              </a:rPr>
              <a:t>...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i="1" spc="-7" baseline="-20833" dirty="0">
                <a:latin typeface="Times New Roman"/>
                <a:cs typeface="Times New Roman"/>
              </a:rPr>
              <a:t>k-</a:t>
            </a:r>
            <a:r>
              <a:rPr sz="2400" spc="-7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lang="de-DE" sz="24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i="1" spc="-5" dirty="0" err="1">
                <a:latin typeface="Times New Roman"/>
                <a:cs typeface="Times New Roman"/>
              </a:rPr>
              <a:t>E</a:t>
            </a:r>
            <a:r>
              <a:rPr sz="2400" i="1" spc="-7" baseline="-20833" dirty="0" err="1">
                <a:latin typeface="Times New Roman"/>
                <a:cs typeface="Times New Roman"/>
              </a:rPr>
              <a:t>k</a:t>
            </a:r>
            <a:r>
              <a:rPr lang="de-DE" sz="2400" spc="-7" baseline="-20833" dirty="0">
                <a:latin typeface="Times New Roman"/>
                <a:cs typeface="Times New Roman"/>
              </a:rPr>
              <a:t> </a:t>
            </a:r>
            <a:r>
              <a:rPr lang="de-DE" sz="2400" spc="-5" dirty="0">
                <a:latin typeface="Tahoma"/>
                <a:cs typeface="Tahoma"/>
              </a:rPr>
              <a:t> </a:t>
            </a:r>
            <a:r>
              <a:rPr lang="de-DE" sz="2400" dirty="0">
                <a:latin typeface="Tahoma"/>
                <a:cs typeface="Tahoma"/>
              </a:rPr>
              <a:t>x </a:t>
            </a:r>
            <a:r>
              <a:rPr lang="de-DE" sz="2400" i="1" spc="-5" dirty="0">
                <a:latin typeface="Times New Roman"/>
                <a:cs typeface="Times New Roman"/>
              </a:rPr>
              <a:t>E</a:t>
            </a:r>
            <a:r>
              <a:rPr lang="de-DE" sz="2400" i="1" spc="-7" baseline="-20833" dirty="0">
                <a:latin typeface="Times New Roman"/>
                <a:cs typeface="Times New Roman"/>
              </a:rPr>
              <a:t>k+</a:t>
            </a:r>
            <a:r>
              <a:rPr lang="de-DE" sz="2400" spc="-7" baseline="-20833" dirty="0">
                <a:latin typeface="Times New Roman"/>
                <a:cs typeface="Times New Roman"/>
              </a:rPr>
              <a:t>1</a:t>
            </a:r>
            <a:r>
              <a:rPr sz="2400" spc="-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spc="-5" dirty="0">
                <a:latin typeface="Tahoma"/>
                <a:cs typeface="Tahoma"/>
              </a:rPr>
              <a:t>...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i="1" dirty="0" err="1">
                <a:latin typeface="Times New Roman"/>
                <a:cs typeface="Times New Roman"/>
              </a:rPr>
              <a:t>E</a:t>
            </a:r>
            <a:r>
              <a:rPr sz="2400" i="1" baseline="-20833" dirty="0" err="1">
                <a:latin typeface="Times New Roman"/>
                <a:cs typeface="Times New Roman"/>
              </a:rPr>
              <a:t>n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20" name="object 18"/>
          <p:cNvSpPr txBox="1"/>
          <p:nvPr/>
        </p:nvSpPr>
        <p:spPr>
          <a:xfrm>
            <a:off x="1536700" y="6045950"/>
            <a:ext cx="868680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de-DE" sz="2400" i="1" dirty="0">
                <a:latin typeface="Times New Roman"/>
                <a:cs typeface="Times New Roman"/>
              </a:rPr>
              <a:t>Partielle Relation / Funktion </a:t>
            </a:r>
            <a:r>
              <a:rPr sz="2400" i="1" dirty="0">
                <a:latin typeface="Times New Roman"/>
                <a:cs typeface="Times New Roman"/>
              </a:rPr>
              <a:t>R : E</a:t>
            </a:r>
            <a:r>
              <a:rPr sz="2400" i="1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spc="-5" dirty="0">
                <a:latin typeface="Tahoma"/>
                <a:cs typeface="Tahoma"/>
              </a:rPr>
              <a:t>...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i="1" spc="-7" baseline="-20833" dirty="0">
                <a:latin typeface="Times New Roman"/>
                <a:cs typeface="Times New Roman"/>
              </a:rPr>
              <a:t>k-</a:t>
            </a:r>
            <a:r>
              <a:rPr sz="2400" spc="-7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i="1" spc="-7" baseline="-20833" dirty="0">
                <a:latin typeface="Times New Roman"/>
                <a:cs typeface="Times New Roman"/>
              </a:rPr>
              <a:t>k+</a:t>
            </a:r>
            <a:r>
              <a:rPr sz="2400" spc="-7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spc="-5" dirty="0">
                <a:latin typeface="Tahoma"/>
                <a:cs typeface="Tahoma"/>
              </a:rPr>
              <a:t>... </a:t>
            </a:r>
            <a:r>
              <a:rPr sz="2400" dirty="0">
                <a:latin typeface="Tahoma"/>
                <a:cs typeface="Tahoma"/>
              </a:rPr>
              <a:t>x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baseline="-20833" dirty="0">
                <a:latin typeface="Times New Roman"/>
                <a:cs typeface="Times New Roman"/>
              </a:rPr>
              <a:t>n </a:t>
            </a:r>
            <a:r>
              <a:rPr sz="2450" i="1" spc="-50" dirty="0">
                <a:latin typeface="Symbol"/>
                <a:cs typeface="Symbol"/>
              </a:rPr>
              <a:t></a:t>
            </a:r>
            <a:r>
              <a:rPr sz="2450" i="1" spc="-34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400" i="1" baseline="-20833" dirty="0">
                <a:solidFill>
                  <a:srgbClr val="FF2600"/>
                </a:solidFill>
                <a:latin typeface="Times New Roman"/>
                <a:cs typeface="Times New Roman"/>
              </a:rPr>
              <a:t>k</a:t>
            </a:r>
            <a:endParaRPr sz="2400" baseline="-20833" dirty="0">
              <a:latin typeface="Times New Roman"/>
              <a:cs typeface="Times New Roman"/>
            </a:endParaRPr>
          </a:p>
        </p:txBody>
      </p:sp>
      <p:sp>
        <p:nvSpPr>
          <p:cNvPr id="21" name="object 12"/>
          <p:cNvSpPr txBox="1"/>
          <p:nvPr/>
        </p:nvSpPr>
        <p:spPr>
          <a:xfrm flipH="1">
            <a:off x="6666399" y="3930535"/>
            <a:ext cx="1903269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dirty="0">
                <a:latin typeface="Times New Roman"/>
                <a:cs typeface="Times New Roman"/>
              </a:rPr>
              <a:t>´Wo sich eine 1 befindet haben wir eine Funktion mit den anderen </a:t>
            </a:r>
            <a:r>
              <a:rPr lang="de-DE" sz="1400" dirty="0" err="1">
                <a:latin typeface="Times New Roman"/>
                <a:cs typeface="Times New Roman"/>
              </a:rPr>
              <a:t>Entities</a:t>
            </a:r>
            <a:r>
              <a:rPr lang="de-DE" sz="1400" dirty="0">
                <a:latin typeface="Times New Roman"/>
                <a:cs typeface="Times New Roman"/>
              </a:rPr>
              <a:t> auf die Entity mit der 1.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0500" y="652474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Muss </a:t>
            </a:r>
            <a:r>
              <a:rPr lang="en-US" dirty="0" err="1">
                <a:solidFill>
                  <a:srgbClr val="FF0000"/>
                </a:solidFill>
              </a:rPr>
              <a:t>aber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Funktion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mr-IN" dirty="0">
                <a:solidFill>
                  <a:srgbClr val="FF0000"/>
                </a:solidFill>
              </a:rPr>
              <a:t>–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nicht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mehrere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Bilder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FAC2BB69-EBBF-2A72-0277-48A3A15D833D}"/>
              </a:ext>
            </a:extLst>
          </p:cNvPr>
          <p:cNvSpPr txBox="1">
            <a:spLocks/>
          </p:cNvSpPr>
          <p:nvPr/>
        </p:nvSpPr>
        <p:spPr>
          <a:xfrm>
            <a:off x="933109" y="50165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Funktionalitäten</a:t>
            </a:r>
            <a:r>
              <a:rPr lang="en-GB" spc="-5" dirty="0"/>
              <a:t> </a:t>
            </a:r>
            <a:r>
              <a:rPr lang="en-GB" dirty="0" err="1"/>
              <a:t>bei</a:t>
            </a:r>
            <a:r>
              <a:rPr lang="en-GB" spc="-85" dirty="0"/>
              <a:t> </a:t>
            </a:r>
            <a:r>
              <a:rPr lang="en-GB" b="1" i="1" spc="-5" dirty="0">
                <a:latin typeface="Times New Roman"/>
                <a:cs typeface="Times New Roman"/>
              </a:rPr>
              <a:t>n-</a:t>
            </a:r>
            <a:r>
              <a:rPr lang="en-GB" spc="-5" dirty="0" err="1"/>
              <a:t>stelligen</a:t>
            </a:r>
            <a:r>
              <a:rPr lang="en-GB" spc="-5" dirty="0"/>
              <a:t> </a:t>
            </a:r>
            <a:r>
              <a:rPr lang="en-GB" spc="-5" dirty="0" err="1"/>
              <a:t>Beziehungen</a:t>
            </a:r>
            <a:endParaRPr lang="en-GB"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231900" y="1595261"/>
            <a:ext cx="8768588" cy="5289550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Sie haben folgende </a:t>
            </a:r>
            <a:r>
              <a:rPr lang="de-DE" sz="2400" dirty="0" err="1"/>
              <a:t>Entities</a:t>
            </a:r>
            <a:r>
              <a:rPr lang="de-DE" sz="2400" dirty="0"/>
              <a:t>: Studenten, Professoren, Seminarthemen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Mehrere Studenten werden von jeweils einem Professor betreut (keine Überschneidungen)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Studenten dürfen nur einmal ein Seminarthema bei einem bestimmten Professor machen (keine Lieblingsprofessoren)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Studenten d</a:t>
            </a:r>
            <a:r>
              <a:rPr lang="de-DE" sz="2400" dirty="0">
                <a:cs typeface="Times New Roman"/>
              </a:rPr>
              <a:t>ürfen dasselbe Seminarthema nur einmal bearbeiten </a:t>
            </a:r>
            <a:r>
              <a:rPr lang="mr-IN" sz="2400" dirty="0">
                <a:cs typeface="Times New Roman"/>
              </a:rPr>
              <a:t>–</a:t>
            </a:r>
            <a:r>
              <a:rPr lang="de-DE" sz="2400" dirty="0">
                <a:cs typeface="Times New Roman"/>
              </a:rPr>
              <a:t> nicht bei einem anderen Professor dasselbe Thema nochmals</a:t>
            </a:r>
            <a:endParaRPr lang="de-DE" sz="2400" dirty="0"/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/>
              <a:t>Schreiben Sie das in relationaler Form und dann mittels einer Tabelle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FD7F23AF-40C7-FB1E-B02D-08E5E57DEB2A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Kleine</a:t>
            </a:r>
            <a:r>
              <a:rPr lang="en-GB" spc="-5" dirty="0"/>
              <a:t> </a:t>
            </a:r>
            <a:r>
              <a:rPr lang="en-GB" spc="-5" dirty="0" err="1"/>
              <a:t>Übung</a:t>
            </a:r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139114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Inhaltsplatzhalter 2"/>
          <p:cNvSpPr>
            <a:spLocks noGrp="1"/>
          </p:cNvSpPr>
          <p:nvPr>
            <p:ph idx="1"/>
          </p:nvPr>
        </p:nvSpPr>
        <p:spPr>
          <a:xfrm>
            <a:off x="3213100" y="1339850"/>
            <a:ext cx="4191000" cy="5289550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000" dirty="0"/>
              <a:t>Mehrere Studenten werden von jeweils einem Professor betreut (keine Überschneidungen)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917701" y="30923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838200" y="0"/>
                </a:moveTo>
                <a:lnTo>
                  <a:pt x="0" y="304800"/>
                </a:lnTo>
                <a:lnTo>
                  <a:pt x="838200" y="609600"/>
                </a:lnTo>
                <a:lnTo>
                  <a:pt x="1676400" y="304800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304799"/>
                </a:moveTo>
                <a:lnTo>
                  <a:pt x="838199" y="0"/>
                </a:lnTo>
                <a:lnTo>
                  <a:pt x="1676399" y="304799"/>
                </a:lnTo>
                <a:lnTo>
                  <a:pt x="838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1741" y="3125355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betreuen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1701" y="4235450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876300" y="0"/>
                </a:moveTo>
                <a:lnTo>
                  <a:pt x="804429" y="757"/>
                </a:lnTo>
                <a:lnTo>
                  <a:pt x="734158" y="2992"/>
                </a:lnTo>
                <a:lnTo>
                  <a:pt x="665713" y="6643"/>
                </a:lnTo>
                <a:lnTo>
                  <a:pt x="599319" y="11654"/>
                </a:lnTo>
                <a:lnTo>
                  <a:pt x="535202" y="17964"/>
                </a:lnTo>
                <a:lnTo>
                  <a:pt x="473587" y="25516"/>
                </a:lnTo>
                <a:lnTo>
                  <a:pt x="414700" y="34249"/>
                </a:lnTo>
                <a:lnTo>
                  <a:pt x="358766" y="44106"/>
                </a:lnTo>
                <a:lnTo>
                  <a:pt x="306011" y="55028"/>
                </a:lnTo>
                <a:lnTo>
                  <a:pt x="256660" y="66955"/>
                </a:lnTo>
                <a:lnTo>
                  <a:pt x="210939" y="79830"/>
                </a:lnTo>
                <a:lnTo>
                  <a:pt x="169073" y="93592"/>
                </a:lnTo>
                <a:lnTo>
                  <a:pt x="131288" y="108183"/>
                </a:lnTo>
                <a:lnTo>
                  <a:pt x="68863" y="139619"/>
                </a:lnTo>
                <a:lnTo>
                  <a:pt x="25467" y="173665"/>
                </a:lnTo>
                <a:lnTo>
                  <a:pt x="2904" y="209851"/>
                </a:lnTo>
                <a:lnTo>
                  <a:pt x="0" y="228600"/>
                </a:lnTo>
                <a:lnTo>
                  <a:pt x="2904" y="247348"/>
                </a:lnTo>
                <a:lnTo>
                  <a:pt x="25467" y="283534"/>
                </a:lnTo>
                <a:lnTo>
                  <a:pt x="68863" y="317580"/>
                </a:lnTo>
                <a:lnTo>
                  <a:pt x="131288" y="349016"/>
                </a:lnTo>
                <a:lnTo>
                  <a:pt x="169073" y="363607"/>
                </a:lnTo>
                <a:lnTo>
                  <a:pt x="210939" y="377369"/>
                </a:lnTo>
                <a:lnTo>
                  <a:pt x="256660" y="390244"/>
                </a:lnTo>
                <a:lnTo>
                  <a:pt x="306011" y="402171"/>
                </a:lnTo>
                <a:lnTo>
                  <a:pt x="358766" y="413093"/>
                </a:lnTo>
                <a:lnTo>
                  <a:pt x="414700" y="422950"/>
                </a:lnTo>
                <a:lnTo>
                  <a:pt x="473587" y="431683"/>
                </a:lnTo>
                <a:lnTo>
                  <a:pt x="535202" y="439235"/>
                </a:lnTo>
                <a:lnTo>
                  <a:pt x="599319" y="445545"/>
                </a:lnTo>
                <a:lnTo>
                  <a:pt x="665713" y="450556"/>
                </a:lnTo>
                <a:lnTo>
                  <a:pt x="734158" y="454207"/>
                </a:lnTo>
                <a:lnTo>
                  <a:pt x="804429" y="456442"/>
                </a:lnTo>
                <a:lnTo>
                  <a:pt x="876300" y="457200"/>
                </a:lnTo>
                <a:lnTo>
                  <a:pt x="948169" y="456442"/>
                </a:lnTo>
                <a:lnTo>
                  <a:pt x="1018438" y="454207"/>
                </a:lnTo>
                <a:lnTo>
                  <a:pt x="1086882" y="450556"/>
                </a:lnTo>
                <a:lnTo>
                  <a:pt x="1153275" y="445545"/>
                </a:lnTo>
                <a:lnTo>
                  <a:pt x="1217392" y="439235"/>
                </a:lnTo>
                <a:lnTo>
                  <a:pt x="1279006" y="431683"/>
                </a:lnTo>
                <a:lnTo>
                  <a:pt x="1337893" y="422950"/>
                </a:lnTo>
                <a:lnTo>
                  <a:pt x="1393827" y="413093"/>
                </a:lnTo>
                <a:lnTo>
                  <a:pt x="1446583" y="402171"/>
                </a:lnTo>
                <a:lnTo>
                  <a:pt x="1495934" y="390244"/>
                </a:lnTo>
                <a:lnTo>
                  <a:pt x="1541656" y="377369"/>
                </a:lnTo>
                <a:lnTo>
                  <a:pt x="1583522" y="363607"/>
                </a:lnTo>
                <a:lnTo>
                  <a:pt x="1621308" y="349016"/>
                </a:lnTo>
                <a:lnTo>
                  <a:pt x="1683734" y="317580"/>
                </a:lnTo>
                <a:lnTo>
                  <a:pt x="1727131" y="283534"/>
                </a:lnTo>
                <a:lnTo>
                  <a:pt x="1749695" y="247348"/>
                </a:lnTo>
                <a:lnTo>
                  <a:pt x="1752600" y="228600"/>
                </a:lnTo>
                <a:lnTo>
                  <a:pt x="1749695" y="209851"/>
                </a:lnTo>
                <a:lnTo>
                  <a:pt x="1727131" y="173665"/>
                </a:lnTo>
                <a:lnTo>
                  <a:pt x="1683734" y="139619"/>
                </a:lnTo>
                <a:lnTo>
                  <a:pt x="1621308" y="108183"/>
                </a:lnTo>
                <a:lnTo>
                  <a:pt x="1583522" y="93592"/>
                </a:lnTo>
                <a:lnTo>
                  <a:pt x="1541656" y="79830"/>
                </a:lnTo>
                <a:lnTo>
                  <a:pt x="1495934" y="66955"/>
                </a:lnTo>
                <a:lnTo>
                  <a:pt x="1446583" y="55028"/>
                </a:lnTo>
                <a:lnTo>
                  <a:pt x="1393827" y="44106"/>
                </a:lnTo>
                <a:lnTo>
                  <a:pt x="1337893" y="34249"/>
                </a:lnTo>
                <a:lnTo>
                  <a:pt x="1279006" y="25516"/>
                </a:lnTo>
                <a:lnTo>
                  <a:pt x="1217392" y="17964"/>
                </a:lnTo>
                <a:lnTo>
                  <a:pt x="1153275" y="11654"/>
                </a:lnTo>
                <a:lnTo>
                  <a:pt x="1086882" y="6643"/>
                </a:lnTo>
                <a:lnTo>
                  <a:pt x="1018438" y="2992"/>
                </a:lnTo>
                <a:lnTo>
                  <a:pt x="948169" y="757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pPr algn="ctr"/>
            <a:r>
              <a:rPr lang="en-GB" dirty="0"/>
              <a:t>NOTE</a:t>
            </a:r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441700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0" y="228599"/>
                </a:moveTo>
                <a:lnTo>
                  <a:pt x="11469" y="191519"/>
                </a:lnTo>
                <a:lnTo>
                  <a:pt x="44674" y="156344"/>
                </a:lnTo>
                <a:lnTo>
                  <a:pt x="97810" y="123545"/>
                </a:lnTo>
                <a:lnTo>
                  <a:pt x="169075" y="93591"/>
                </a:lnTo>
                <a:lnTo>
                  <a:pt x="210940" y="79829"/>
                </a:lnTo>
                <a:lnTo>
                  <a:pt x="256662" y="66955"/>
                </a:lnTo>
                <a:lnTo>
                  <a:pt x="306013" y="55028"/>
                </a:lnTo>
                <a:lnTo>
                  <a:pt x="358768" y="44106"/>
                </a:lnTo>
                <a:lnTo>
                  <a:pt x="414702" y="34249"/>
                </a:lnTo>
                <a:lnTo>
                  <a:pt x="473589" y="25515"/>
                </a:lnTo>
                <a:lnTo>
                  <a:pt x="535204" y="17964"/>
                </a:lnTo>
                <a:lnTo>
                  <a:pt x="599321" y="11654"/>
                </a:lnTo>
                <a:lnTo>
                  <a:pt x="665714" y="6643"/>
                </a:lnTo>
                <a:lnTo>
                  <a:pt x="734159" y="2991"/>
                </a:lnTo>
                <a:lnTo>
                  <a:pt x="804429" y="757"/>
                </a:lnTo>
                <a:lnTo>
                  <a:pt x="876299" y="0"/>
                </a:lnTo>
                <a:lnTo>
                  <a:pt x="948170" y="757"/>
                </a:lnTo>
                <a:lnTo>
                  <a:pt x="1018440" y="2991"/>
                </a:lnTo>
                <a:lnTo>
                  <a:pt x="1086885" y="6643"/>
                </a:lnTo>
                <a:lnTo>
                  <a:pt x="1153278" y="11654"/>
                </a:lnTo>
                <a:lnTo>
                  <a:pt x="1217395" y="17964"/>
                </a:lnTo>
                <a:lnTo>
                  <a:pt x="1279010" y="25515"/>
                </a:lnTo>
                <a:lnTo>
                  <a:pt x="1337897" y="34249"/>
                </a:lnTo>
                <a:lnTo>
                  <a:pt x="1393831" y="44106"/>
                </a:lnTo>
                <a:lnTo>
                  <a:pt x="1446586" y="55028"/>
                </a:lnTo>
                <a:lnTo>
                  <a:pt x="1495937" y="66955"/>
                </a:lnTo>
                <a:lnTo>
                  <a:pt x="1541658" y="79829"/>
                </a:lnTo>
                <a:lnTo>
                  <a:pt x="1583524" y="93591"/>
                </a:lnTo>
                <a:lnTo>
                  <a:pt x="1621309" y="108183"/>
                </a:lnTo>
                <a:lnTo>
                  <a:pt x="1683735" y="139618"/>
                </a:lnTo>
                <a:lnTo>
                  <a:pt x="1727131" y="173664"/>
                </a:lnTo>
                <a:lnTo>
                  <a:pt x="1749693" y="209851"/>
                </a:lnTo>
                <a:lnTo>
                  <a:pt x="1752598" y="228599"/>
                </a:lnTo>
                <a:lnTo>
                  <a:pt x="1749693" y="247348"/>
                </a:lnTo>
                <a:lnTo>
                  <a:pt x="1727131" y="283534"/>
                </a:lnTo>
                <a:lnTo>
                  <a:pt x="1683735" y="317580"/>
                </a:lnTo>
                <a:lnTo>
                  <a:pt x="1621309" y="349016"/>
                </a:lnTo>
                <a:lnTo>
                  <a:pt x="1583524" y="363607"/>
                </a:lnTo>
                <a:lnTo>
                  <a:pt x="1541658" y="377369"/>
                </a:lnTo>
                <a:lnTo>
                  <a:pt x="1495937" y="390244"/>
                </a:lnTo>
                <a:lnTo>
                  <a:pt x="1446586" y="402171"/>
                </a:lnTo>
                <a:lnTo>
                  <a:pt x="1393831" y="413092"/>
                </a:lnTo>
                <a:lnTo>
                  <a:pt x="1337897" y="422949"/>
                </a:lnTo>
                <a:lnTo>
                  <a:pt x="1279010" y="431683"/>
                </a:lnTo>
                <a:lnTo>
                  <a:pt x="1217395" y="439234"/>
                </a:lnTo>
                <a:lnTo>
                  <a:pt x="1153278" y="445545"/>
                </a:lnTo>
                <a:lnTo>
                  <a:pt x="1086885" y="450555"/>
                </a:lnTo>
                <a:lnTo>
                  <a:pt x="1018440" y="454207"/>
                </a:lnTo>
                <a:lnTo>
                  <a:pt x="948170" y="456441"/>
                </a:lnTo>
                <a:lnTo>
                  <a:pt x="876299" y="457199"/>
                </a:lnTo>
                <a:lnTo>
                  <a:pt x="804429" y="456441"/>
                </a:lnTo>
                <a:lnTo>
                  <a:pt x="734159" y="454207"/>
                </a:lnTo>
                <a:lnTo>
                  <a:pt x="665714" y="450555"/>
                </a:lnTo>
                <a:lnTo>
                  <a:pt x="599321" y="445545"/>
                </a:lnTo>
                <a:lnTo>
                  <a:pt x="535204" y="439234"/>
                </a:lnTo>
                <a:lnTo>
                  <a:pt x="473589" y="431683"/>
                </a:lnTo>
                <a:lnTo>
                  <a:pt x="414702" y="422949"/>
                </a:lnTo>
                <a:lnTo>
                  <a:pt x="358768" y="413092"/>
                </a:lnTo>
                <a:lnTo>
                  <a:pt x="306013" y="402171"/>
                </a:lnTo>
                <a:lnTo>
                  <a:pt x="256662" y="390244"/>
                </a:lnTo>
                <a:lnTo>
                  <a:pt x="210940" y="377369"/>
                </a:lnTo>
                <a:lnTo>
                  <a:pt x="169075" y="363607"/>
                </a:lnTo>
                <a:lnTo>
                  <a:pt x="131289" y="349016"/>
                </a:lnTo>
                <a:lnTo>
                  <a:pt x="68863" y="317580"/>
                </a:lnTo>
                <a:lnTo>
                  <a:pt x="25467" y="283534"/>
                </a:lnTo>
                <a:lnTo>
                  <a:pt x="2904" y="24734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6501" y="332093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9905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3701" y="3473335"/>
            <a:ext cx="914400" cy="762000"/>
          </a:xfrm>
          <a:custGeom>
            <a:avLst/>
            <a:gdLst/>
            <a:ahLst/>
            <a:cxnLst/>
            <a:rect l="l" t="t" r="r" b="b"/>
            <a:pathLst>
              <a:path w="914400" h="762000">
                <a:moveTo>
                  <a:pt x="914399" y="0"/>
                </a:moveTo>
                <a:lnTo>
                  <a:pt x="0" y="761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23100" y="3473335"/>
            <a:ext cx="20574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Seminarthemen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3100" y="26351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6300" y="2863735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0" y="304799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56300" y="3473335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0"/>
                </a:moveTo>
                <a:lnTo>
                  <a:pt x="1066799" y="228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08141" y="2591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7641" y="29729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472AAD48-0E31-944B-BD3A-9D4F001B0DF3}"/>
              </a:ext>
            </a:extLst>
          </p:cNvPr>
          <p:cNvSpPr txBox="1"/>
          <p:nvPr/>
        </p:nvSpPr>
        <p:spPr>
          <a:xfrm flipH="1">
            <a:off x="7899399" y="4558379"/>
            <a:ext cx="1600200" cy="197874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Bemerkung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Diese 2-stellige Beziehung werden wir im folgenden nicht weiter betrachten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Wir werden nur die 3-stelligen weiterbetrachten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5A18FF67-C12D-A14F-45E9-8784DF17960C}"/>
              </a:ext>
            </a:extLst>
          </p:cNvPr>
          <p:cNvSpPr txBox="1">
            <a:spLocks/>
          </p:cNvSpPr>
          <p:nvPr/>
        </p:nvSpPr>
        <p:spPr>
          <a:xfrm>
            <a:off x="933109" y="53525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Beispiel-Beziehung</a:t>
            </a:r>
            <a:r>
              <a:rPr lang="en-GB" spc="-5" dirty="0"/>
              <a:t>: </a:t>
            </a:r>
            <a:r>
              <a:rPr lang="en-GB" b="1" i="1" spc="-5" dirty="0" err="1"/>
              <a:t>betreuen</a:t>
            </a:r>
            <a:endParaRPr lang="en-GB"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"/>
          <p:cNvSpPr>
            <a:spLocks noGrp="1"/>
          </p:cNvSpPr>
          <p:nvPr>
            <p:ph idx="1"/>
          </p:nvPr>
        </p:nvSpPr>
        <p:spPr>
          <a:xfrm>
            <a:off x="2984500" y="1442861"/>
            <a:ext cx="4724400" cy="1497189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000" dirty="0"/>
              <a:t>Studenten dürfen nur einmal ein Seminarthema bei einem bestimmten Professor machen (keine Lieblingsprofessoren)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917701" y="30923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838200" y="0"/>
                </a:moveTo>
                <a:lnTo>
                  <a:pt x="0" y="304800"/>
                </a:lnTo>
                <a:lnTo>
                  <a:pt x="838200" y="609600"/>
                </a:lnTo>
                <a:lnTo>
                  <a:pt x="1676400" y="304800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304799"/>
                </a:moveTo>
                <a:lnTo>
                  <a:pt x="838199" y="0"/>
                </a:lnTo>
                <a:lnTo>
                  <a:pt x="1676399" y="304799"/>
                </a:lnTo>
                <a:lnTo>
                  <a:pt x="838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1741" y="3125355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betreuen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1701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876300" y="0"/>
                </a:moveTo>
                <a:lnTo>
                  <a:pt x="804429" y="757"/>
                </a:lnTo>
                <a:lnTo>
                  <a:pt x="734158" y="2992"/>
                </a:lnTo>
                <a:lnTo>
                  <a:pt x="665713" y="6643"/>
                </a:lnTo>
                <a:lnTo>
                  <a:pt x="599319" y="11654"/>
                </a:lnTo>
                <a:lnTo>
                  <a:pt x="535202" y="17964"/>
                </a:lnTo>
                <a:lnTo>
                  <a:pt x="473587" y="25516"/>
                </a:lnTo>
                <a:lnTo>
                  <a:pt x="414700" y="34249"/>
                </a:lnTo>
                <a:lnTo>
                  <a:pt x="358766" y="44106"/>
                </a:lnTo>
                <a:lnTo>
                  <a:pt x="306011" y="55028"/>
                </a:lnTo>
                <a:lnTo>
                  <a:pt x="256660" y="66955"/>
                </a:lnTo>
                <a:lnTo>
                  <a:pt x="210939" y="79830"/>
                </a:lnTo>
                <a:lnTo>
                  <a:pt x="169073" y="93592"/>
                </a:lnTo>
                <a:lnTo>
                  <a:pt x="131288" y="108183"/>
                </a:lnTo>
                <a:lnTo>
                  <a:pt x="68863" y="139619"/>
                </a:lnTo>
                <a:lnTo>
                  <a:pt x="25467" y="173665"/>
                </a:lnTo>
                <a:lnTo>
                  <a:pt x="2904" y="209851"/>
                </a:lnTo>
                <a:lnTo>
                  <a:pt x="0" y="228600"/>
                </a:lnTo>
                <a:lnTo>
                  <a:pt x="2904" y="247348"/>
                </a:lnTo>
                <a:lnTo>
                  <a:pt x="25467" y="283534"/>
                </a:lnTo>
                <a:lnTo>
                  <a:pt x="68863" y="317580"/>
                </a:lnTo>
                <a:lnTo>
                  <a:pt x="131288" y="349016"/>
                </a:lnTo>
                <a:lnTo>
                  <a:pt x="169073" y="363607"/>
                </a:lnTo>
                <a:lnTo>
                  <a:pt x="210939" y="377369"/>
                </a:lnTo>
                <a:lnTo>
                  <a:pt x="256660" y="390244"/>
                </a:lnTo>
                <a:lnTo>
                  <a:pt x="306011" y="402171"/>
                </a:lnTo>
                <a:lnTo>
                  <a:pt x="358766" y="413093"/>
                </a:lnTo>
                <a:lnTo>
                  <a:pt x="414700" y="422950"/>
                </a:lnTo>
                <a:lnTo>
                  <a:pt x="473587" y="431683"/>
                </a:lnTo>
                <a:lnTo>
                  <a:pt x="535202" y="439235"/>
                </a:lnTo>
                <a:lnTo>
                  <a:pt x="599319" y="445545"/>
                </a:lnTo>
                <a:lnTo>
                  <a:pt x="665713" y="450556"/>
                </a:lnTo>
                <a:lnTo>
                  <a:pt x="734158" y="454207"/>
                </a:lnTo>
                <a:lnTo>
                  <a:pt x="804429" y="456442"/>
                </a:lnTo>
                <a:lnTo>
                  <a:pt x="876300" y="457200"/>
                </a:lnTo>
                <a:lnTo>
                  <a:pt x="948169" y="456442"/>
                </a:lnTo>
                <a:lnTo>
                  <a:pt x="1018438" y="454207"/>
                </a:lnTo>
                <a:lnTo>
                  <a:pt x="1086882" y="450556"/>
                </a:lnTo>
                <a:lnTo>
                  <a:pt x="1153275" y="445545"/>
                </a:lnTo>
                <a:lnTo>
                  <a:pt x="1217392" y="439235"/>
                </a:lnTo>
                <a:lnTo>
                  <a:pt x="1279006" y="431683"/>
                </a:lnTo>
                <a:lnTo>
                  <a:pt x="1337893" y="422950"/>
                </a:lnTo>
                <a:lnTo>
                  <a:pt x="1393827" y="413093"/>
                </a:lnTo>
                <a:lnTo>
                  <a:pt x="1446583" y="402171"/>
                </a:lnTo>
                <a:lnTo>
                  <a:pt x="1495934" y="390244"/>
                </a:lnTo>
                <a:lnTo>
                  <a:pt x="1541656" y="377369"/>
                </a:lnTo>
                <a:lnTo>
                  <a:pt x="1583522" y="363607"/>
                </a:lnTo>
                <a:lnTo>
                  <a:pt x="1621308" y="349016"/>
                </a:lnTo>
                <a:lnTo>
                  <a:pt x="1683734" y="317580"/>
                </a:lnTo>
                <a:lnTo>
                  <a:pt x="1727131" y="283534"/>
                </a:lnTo>
                <a:lnTo>
                  <a:pt x="1749695" y="247348"/>
                </a:lnTo>
                <a:lnTo>
                  <a:pt x="1752600" y="228600"/>
                </a:lnTo>
                <a:lnTo>
                  <a:pt x="1749695" y="209851"/>
                </a:lnTo>
                <a:lnTo>
                  <a:pt x="1727131" y="173665"/>
                </a:lnTo>
                <a:lnTo>
                  <a:pt x="1683734" y="139619"/>
                </a:lnTo>
                <a:lnTo>
                  <a:pt x="1621308" y="108183"/>
                </a:lnTo>
                <a:lnTo>
                  <a:pt x="1583522" y="93592"/>
                </a:lnTo>
                <a:lnTo>
                  <a:pt x="1541656" y="79830"/>
                </a:lnTo>
                <a:lnTo>
                  <a:pt x="1495934" y="66955"/>
                </a:lnTo>
                <a:lnTo>
                  <a:pt x="1446583" y="55028"/>
                </a:lnTo>
                <a:lnTo>
                  <a:pt x="1393827" y="44106"/>
                </a:lnTo>
                <a:lnTo>
                  <a:pt x="1337893" y="34249"/>
                </a:lnTo>
                <a:lnTo>
                  <a:pt x="1279006" y="25516"/>
                </a:lnTo>
                <a:lnTo>
                  <a:pt x="1217392" y="17964"/>
                </a:lnTo>
                <a:lnTo>
                  <a:pt x="1153275" y="11654"/>
                </a:lnTo>
                <a:lnTo>
                  <a:pt x="1086882" y="6643"/>
                </a:lnTo>
                <a:lnTo>
                  <a:pt x="1018438" y="2992"/>
                </a:lnTo>
                <a:lnTo>
                  <a:pt x="948169" y="757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41700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0" y="228599"/>
                </a:moveTo>
                <a:lnTo>
                  <a:pt x="11469" y="191519"/>
                </a:lnTo>
                <a:lnTo>
                  <a:pt x="44674" y="156344"/>
                </a:lnTo>
                <a:lnTo>
                  <a:pt x="97810" y="123545"/>
                </a:lnTo>
                <a:lnTo>
                  <a:pt x="169075" y="93591"/>
                </a:lnTo>
                <a:lnTo>
                  <a:pt x="210940" y="79829"/>
                </a:lnTo>
                <a:lnTo>
                  <a:pt x="256662" y="66955"/>
                </a:lnTo>
                <a:lnTo>
                  <a:pt x="306013" y="55028"/>
                </a:lnTo>
                <a:lnTo>
                  <a:pt x="358768" y="44106"/>
                </a:lnTo>
                <a:lnTo>
                  <a:pt x="414702" y="34249"/>
                </a:lnTo>
                <a:lnTo>
                  <a:pt x="473589" y="25515"/>
                </a:lnTo>
                <a:lnTo>
                  <a:pt x="535204" y="17964"/>
                </a:lnTo>
                <a:lnTo>
                  <a:pt x="599321" y="11654"/>
                </a:lnTo>
                <a:lnTo>
                  <a:pt x="665714" y="6643"/>
                </a:lnTo>
                <a:lnTo>
                  <a:pt x="734159" y="2991"/>
                </a:lnTo>
                <a:lnTo>
                  <a:pt x="804429" y="757"/>
                </a:lnTo>
                <a:lnTo>
                  <a:pt x="876299" y="0"/>
                </a:lnTo>
                <a:lnTo>
                  <a:pt x="948170" y="757"/>
                </a:lnTo>
                <a:lnTo>
                  <a:pt x="1018440" y="2991"/>
                </a:lnTo>
                <a:lnTo>
                  <a:pt x="1086885" y="6643"/>
                </a:lnTo>
                <a:lnTo>
                  <a:pt x="1153278" y="11654"/>
                </a:lnTo>
                <a:lnTo>
                  <a:pt x="1217395" y="17964"/>
                </a:lnTo>
                <a:lnTo>
                  <a:pt x="1279010" y="25515"/>
                </a:lnTo>
                <a:lnTo>
                  <a:pt x="1337897" y="34249"/>
                </a:lnTo>
                <a:lnTo>
                  <a:pt x="1393831" y="44106"/>
                </a:lnTo>
                <a:lnTo>
                  <a:pt x="1446586" y="55028"/>
                </a:lnTo>
                <a:lnTo>
                  <a:pt x="1495937" y="66955"/>
                </a:lnTo>
                <a:lnTo>
                  <a:pt x="1541658" y="79829"/>
                </a:lnTo>
                <a:lnTo>
                  <a:pt x="1583524" y="93591"/>
                </a:lnTo>
                <a:lnTo>
                  <a:pt x="1621309" y="108183"/>
                </a:lnTo>
                <a:lnTo>
                  <a:pt x="1683735" y="139618"/>
                </a:lnTo>
                <a:lnTo>
                  <a:pt x="1727131" y="173664"/>
                </a:lnTo>
                <a:lnTo>
                  <a:pt x="1749693" y="209851"/>
                </a:lnTo>
                <a:lnTo>
                  <a:pt x="1752598" y="228599"/>
                </a:lnTo>
                <a:lnTo>
                  <a:pt x="1749693" y="247348"/>
                </a:lnTo>
                <a:lnTo>
                  <a:pt x="1727131" y="283534"/>
                </a:lnTo>
                <a:lnTo>
                  <a:pt x="1683735" y="317580"/>
                </a:lnTo>
                <a:lnTo>
                  <a:pt x="1621309" y="349016"/>
                </a:lnTo>
                <a:lnTo>
                  <a:pt x="1583524" y="363607"/>
                </a:lnTo>
                <a:lnTo>
                  <a:pt x="1541658" y="377369"/>
                </a:lnTo>
                <a:lnTo>
                  <a:pt x="1495937" y="390244"/>
                </a:lnTo>
                <a:lnTo>
                  <a:pt x="1446586" y="402171"/>
                </a:lnTo>
                <a:lnTo>
                  <a:pt x="1393831" y="413092"/>
                </a:lnTo>
                <a:lnTo>
                  <a:pt x="1337897" y="422949"/>
                </a:lnTo>
                <a:lnTo>
                  <a:pt x="1279010" y="431683"/>
                </a:lnTo>
                <a:lnTo>
                  <a:pt x="1217395" y="439234"/>
                </a:lnTo>
                <a:lnTo>
                  <a:pt x="1153278" y="445545"/>
                </a:lnTo>
                <a:lnTo>
                  <a:pt x="1086885" y="450555"/>
                </a:lnTo>
                <a:lnTo>
                  <a:pt x="1018440" y="454207"/>
                </a:lnTo>
                <a:lnTo>
                  <a:pt x="948170" y="456441"/>
                </a:lnTo>
                <a:lnTo>
                  <a:pt x="876299" y="457199"/>
                </a:lnTo>
                <a:lnTo>
                  <a:pt x="804429" y="456441"/>
                </a:lnTo>
                <a:lnTo>
                  <a:pt x="734159" y="454207"/>
                </a:lnTo>
                <a:lnTo>
                  <a:pt x="665714" y="450555"/>
                </a:lnTo>
                <a:lnTo>
                  <a:pt x="599321" y="445545"/>
                </a:lnTo>
                <a:lnTo>
                  <a:pt x="535204" y="439234"/>
                </a:lnTo>
                <a:lnTo>
                  <a:pt x="473589" y="431683"/>
                </a:lnTo>
                <a:lnTo>
                  <a:pt x="414702" y="422949"/>
                </a:lnTo>
                <a:lnTo>
                  <a:pt x="358768" y="413092"/>
                </a:lnTo>
                <a:lnTo>
                  <a:pt x="306013" y="402171"/>
                </a:lnTo>
                <a:lnTo>
                  <a:pt x="256662" y="390244"/>
                </a:lnTo>
                <a:lnTo>
                  <a:pt x="210940" y="377369"/>
                </a:lnTo>
                <a:lnTo>
                  <a:pt x="169075" y="363607"/>
                </a:lnTo>
                <a:lnTo>
                  <a:pt x="131289" y="349016"/>
                </a:lnTo>
                <a:lnTo>
                  <a:pt x="68863" y="317580"/>
                </a:lnTo>
                <a:lnTo>
                  <a:pt x="25467" y="283534"/>
                </a:lnTo>
                <a:lnTo>
                  <a:pt x="2904" y="24734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6501" y="332093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9905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3701" y="3473335"/>
            <a:ext cx="914400" cy="762000"/>
          </a:xfrm>
          <a:custGeom>
            <a:avLst/>
            <a:gdLst/>
            <a:ahLst/>
            <a:cxnLst/>
            <a:rect l="l" t="t" r="r" b="b"/>
            <a:pathLst>
              <a:path w="914400" h="762000">
                <a:moveTo>
                  <a:pt x="914399" y="0"/>
                </a:moveTo>
                <a:lnTo>
                  <a:pt x="0" y="761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23100" y="3473335"/>
            <a:ext cx="20574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Seminarthemen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3100" y="26351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6300" y="2863735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0" y="304799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56300" y="3473335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0"/>
                </a:moveTo>
                <a:lnTo>
                  <a:pt x="1066799" y="228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08141" y="332220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141" y="2591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7641" y="29729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6375" y="4268355"/>
            <a:ext cx="8289925" cy="149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23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R1-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betreuen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Professoren </a:t>
            </a:r>
            <a:r>
              <a:rPr sz="2800" spc="-440" dirty="0">
                <a:solidFill>
                  <a:srgbClr val="0433FF"/>
                </a:solidFill>
                <a:latin typeface="Arial"/>
                <a:cs typeface="Arial"/>
              </a:rPr>
              <a:t>x </a:t>
            </a:r>
            <a:r>
              <a:rPr lang="de-DE" sz="2800" spc="-440" dirty="0">
                <a:solidFill>
                  <a:srgbClr val="0433FF"/>
                </a:solidFill>
                <a:latin typeface="Arial"/>
                <a:cs typeface="Arial"/>
              </a:rPr>
              <a:t> 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Studenten </a:t>
            </a:r>
            <a:r>
              <a:rPr sz="2800" dirty="0">
                <a:solidFill>
                  <a:srgbClr val="0433FF"/>
                </a:solidFill>
                <a:latin typeface="Symbol"/>
                <a:cs typeface="Symbol"/>
              </a:rPr>
              <a:t></a:t>
            </a:r>
            <a:r>
              <a:rPr sz="2800" dirty="0">
                <a:solidFill>
                  <a:srgbClr val="0433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Seminarthemen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1FF1D016-ACA3-811B-C499-3D12C79AC4CC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Beispiel-Beziehung</a:t>
            </a:r>
            <a:r>
              <a:rPr lang="en-GB" spc="-5" dirty="0"/>
              <a:t>: </a:t>
            </a:r>
            <a:r>
              <a:rPr lang="en-GB" b="1" i="1" spc="-5" dirty="0" err="1"/>
              <a:t>betreuen</a:t>
            </a:r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4034343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nhaltsplatzhalter 2"/>
          <p:cNvSpPr>
            <a:spLocks noGrp="1"/>
          </p:cNvSpPr>
          <p:nvPr>
            <p:ph idx="1"/>
          </p:nvPr>
        </p:nvSpPr>
        <p:spPr>
          <a:xfrm>
            <a:off x="3213100" y="1416050"/>
            <a:ext cx="4495800" cy="1497189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000" dirty="0"/>
              <a:t>Studenten d</a:t>
            </a:r>
            <a:r>
              <a:rPr lang="de-DE" sz="2000" dirty="0">
                <a:cs typeface="Times New Roman"/>
              </a:rPr>
              <a:t>ürfen dasselbe Seminarthema nur einmal bearbeiten </a:t>
            </a:r>
            <a:r>
              <a:rPr lang="mr-IN" sz="2000" dirty="0">
                <a:cs typeface="Times New Roman"/>
              </a:rPr>
              <a:t>–</a:t>
            </a:r>
            <a:r>
              <a:rPr lang="de-DE" sz="2000" dirty="0">
                <a:cs typeface="Times New Roman"/>
              </a:rPr>
              <a:t> nicht bei einem anderen Professor dasselbe Thema nochmals</a:t>
            </a:r>
            <a:endParaRPr lang="de-DE" sz="200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917701" y="30923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838200" y="0"/>
                </a:moveTo>
                <a:lnTo>
                  <a:pt x="0" y="304800"/>
                </a:lnTo>
                <a:lnTo>
                  <a:pt x="838200" y="609600"/>
                </a:lnTo>
                <a:lnTo>
                  <a:pt x="1676400" y="304800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304799"/>
                </a:moveTo>
                <a:lnTo>
                  <a:pt x="838199" y="0"/>
                </a:lnTo>
                <a:lnTo>
                  <a:pt x="1676399" y="304799"/>
                </a:lnTo>
                <a:lnTo>
                  <a:pt x="838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1741" y="3125355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betreuen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1701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876300" y="0"/>
                </a:moveTo>
                <a:lnTo>
                  <a:pt x="804429" y="757"/>
                </a:lnTo>
                <a:lnTo>
                  <a:pt x="734158" y="2992"/>
                </a:lnTo>
                <a:lnTo>
                  <a:pt x="665713" y="6643"/>
                </a:lnTo>
                <a:lnTo>
                  <a:pt x="599319" y="11654"/>
                </a:lnTo>
                <a:lnTo>
                  <a:pt x="535202" y="17964"/>
                </a:lnTo>
                <a:lnTo>
                  <a:pt x="473587" y="25516"/>
                </a:lnTo>
                <a:lnTo>
                  <a:pt x="414700" y="34249"/>
                </a:lnTo>
                <a:lnTo>
                  <a:pt x="358766" y="44106"/>
                </a:lnTo>
                <a:lnTo>
                  <a:pt x="306011" y="55028"/>
                </a:lnTo>
                <a:lnTo>
                  <a:pt x="256660" y="66955"/>
                </a:lnTo>
                <a:lnTo>
                  <a:pt x="210939" y="79830"/>
                </a:lnTo>
                <a:lnTo>
                  <a:pt x="169073" y="93592"/>
                </a:lnTo>
                <a:lnTo>
                  <a:pt x="131288" y="108183"/>
                </a:lnTo>
                <a:lnTo>
                  <a:pt x="68863" y="139619"/>
                </a:lnTo>
                <a:lnTo>
                  <a:pt x="25467" y="173665"/>
                </a:lnTo>
                <a:lnTo>
                  <a:pt x="2904" y="209851"/>
                </a:lnTo>
                <a:lnTo>
                  <a:pt x="0" y="228600"/>
                </a:lnTo>
                <a:lnTo>
                  <a:pt x="2904" y="247348"/>
                </a:lnTo>
                <a:lnTo>
                  <a:pt x="25467" y="283534"/>
                </a:lnTo>
                <a:lnTo>
                  <a:pt x="68863" y="317580"/>
                </a:lnTo>
                <a:lnTo>
                  <a:pt x="131288" y="349016"/>
                </a:lnTo>
                <a:lnTo>
                  <a:pt x="169073" y="363607"/>
                </a:lnTo>
                <a:lnTo>
                  <a:pt x="210939" y="377369"/>
                </a:lnTo>
                <a:lnTo>
                  <a:pt x="256660" y="390244"/>
                </a:lnTo>
                <a:lnTo>
                  <a:pt x="306011" y="402171"/>
                </a:lnTo>
                <a:lnTo>
                  <a:pt x="358766" y="413093"/>
                </a:lnTo>
                <a:lnTo>
                  <a:pt x="414700" y="422950"/>
                </a:lnTo>
                <a:lnTo>
                  <a:pt x="473587" y="431683"/>
                </a:lnTo>
                <a:lnTo>
                  <a:pt x="535202" y="439235"/>
                </a:lnTo>
                <a:lnTo>
                  <a:pt x="599319" y="445545"/>
                </a:lnTo>
                <a:lnTo>
                  <a:pt x="665713" y="450556"/>
                </a:lnTo>
                <a:lnTo>
                  <a:pt x="734158" y="454207"/>
                </a:lnTo>
                <a:lnTo>
                  <a:pt x="804429" y="456442"/>
                </a:lnTo>
                <a:lnTo>
                  <a:pt x="876300" y="457200"/>
                </a:lnTo>
                <a:lnTo>
                  <a:pt x="948169" y="456442"/>
                </a:lnTo>
                <a:lnTo>
                  <a:pt x="1018438" y="454207"/>
                </a:lnTo>
                <a:lnTo>
                  <a:pt x="1086882" y="450556"/>
                </a:lnTo>
                <a:lnTo>
                  <a:pt x="1153275" y="445545"/>
                </a:lnTo>
                <a:lnTo>
                  <a:pt x="1217392" y="439235"/>
                </a:lnTo>
                <a:lnTo>
                  <a:pt x="1279006" y="431683"/>
                </a:lnTo>
                <a:lnTo>
                  <a:pt x="1337893" y="422950"/>
                </a:lnTo>
                <a:lnTo>
                  <a:pt x="1393827" y="413093"/>
                </a:lnTo>
                <a:lnTo>
                  <a:pt x="1446583" y="402171"/>
                </a:lnTo>
                <a:lnTo>
                  <a:pt x="1495934" y="390244"/>
                </a:lnTo>
                <a:lnTo>
                  <a:pt x="1541656" y="377369"/>
                </a:lnTo>
                <a:lnTo>
                  <a:pt x="1583522" y="363607"/>
                </a:lnTo>
                <a:lnTo>
                  <a:pt x="1621308" y="349016"/>
                </a:lnTo>
                <a:lnTo>
                  <a:pt x="1683734" y="317580"/>
                </a:lnTo>
                <a:lnTo>
                  <a:pt x="1727131" y="283534"/>
                </a:lnTo>
                <a:lnTo>
                  <a:pt x="1749695" y="247348"/>
                </a:lnTo>
                <a:lnTo>
                  <a:pt x="1752600" y="228600"/>
                </a:lnTo>
                <a:lnTo>
                  <a:pt x="1749695" y="209851"/>
                </a:lnTo>
                <a:lnTo>
                  <a:pt x="1727131" y="173665"/>
                </a:lnTo>
                <a:lnTo>
                  <a:pt x="1683734" y="139619"/>
                </a:lnTo>
                <a:lnTo>
                  <a:pt x="1621308" y="108183"/>
                </a:lnTo>
                <a:lnTo>
                  <a:pt x="1583522" y="93592"/>
                </a:lnTo>
                <a:lnTo>
                  <a:pt x="1541656" y="79830"/>
                </a:lnTo>
                <a:lnTo>
                  <a:pt x="1495934" y="66955"/>
                </a:lnTo>
                <a:lnTo>
                  <a:pt x="1446583" y="55028"/>
                </a:lnTo>
                <a:lnTo>
                  <a:pt x="1393827" y="44106"/>
                </a:lnTo>
                <a:lnTo>
                  <a:pt x="1337893" y="34249"/>
                </a:lnTo>
                <a:lnTo>
                  <a:pt x="1279006" y="25516"/>
                </a:lnTo>
                <a:lnTo>
                  <a:pt x="1217392" y="17964"/>
                </a:lnTo>
                <a:lnTo>
                  <a:pt x="1153275" y="11654"/>
                </a:lnTo>
                <a:lnTo>
                  <a:pt x="1086882" y="6643"/>
                </a:lnTo>
                <a:lnTo>
                  <a:pt x="1018438" y="2992"/>
                </a:lnTo>
                <a:lnTo>
                  <a:pt x="948169" y="757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41700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0" y="228599"/>
                </a:moveTo>
                <a:lnTo>
                  <a:pt x="11469" y="191519"/>
                </a:lnTo>
                <a:lnTo>
                  <a:pt x="44674" y="156344"/>
                </a:lnTo>
                <a:lnTo>
                  <a:pt x="97810" y="123545"/>
                </a:lnTo>
                <a:lnTo>
                  <a:pt x="169075" y="93591"/>
                </a:lnTo>
                <a:lnTo>
                  <a:pt x="210940" y="79829"/>
                </a:lnTo>
                <a:lnTo>
                  <a:pt x="256662" y="66955"/>
                </a:lnTo>
                <a:lnTo>
                  <a:pt x="306013" y="55028"/>
                </a:lnTo>
                <a:lnTo>
                  <a:pt x="358768" y="44106"/>
                </a:lnTo>
                <a:lnTo>
                  <a:pt x="414702" y="34249"/>
                </a:lnTo>
                <a:lnTo>
                  <a:pt x="473589" y="25515"/>
                </a:lnTo>
                <a:lnTo>
                  <a:pt x="535204" y="17964"/>
                </a:lnTo>
                <a:lnTo>
                  <a:pt x="599321" y="11654"/>
                </a:lnTo>
                <a:lnTo>
                  <a:pt x="665714" y="6643"/>
                </a:lnTo>
                <a:lnTo>
                  <a:pt x="734159" y="2991"/>
                </a:lnTo>
                <a:lnTo>
                  <a:pt x="804429" y="757"/>
                </a:lnTo>
                <a:lnTo>
                  <a:pt x="876299" y="0"/>
                </a:lnTo>
                <a:lnTo>
                  <a:pt x="948170" y="757"/>
                </a:lnTo>
                <a:lnTo>
                  <a:pt x="1018440" y="2991"/>
                </a:lnTo>
                <a:lnTo>
                  <a:pt x="1086885" y="6643"/>
                </a:lnTo>
                <a:lnTo>
                  <a:pt x="1153278" y="11654"/>
                </a:lnTo>
                <a:lnTo>
                  <a:pt x="1217395" y="17964"/>
                </a:lnTo>
                <a:lnTo>
                  <a:pt x="1279010" y="25515"/>
                </a:lnTo>
                <a:lnTo>
                  <a:pt x="1337897" y="34249"/>
                </a:lnTo>
                <a:lnTo>
                  <a:pt x="1393831" y="44106"/>
                </a:lnTo>
                <a:lnTo>
                  <a:pt x="1446586" y="55028"/>
                </a:lnTo>
                <a:lnTo>
                  <a:pt x="1495937" y="66955"/>
                </a:lnTo>
                <a:lnTo>
                  <a:pt x="1541658" y="79829"/>
                </a:lnTo>
                <a:lnTo>
                  <a:pt x="1583524" y="93591"/>
                </a:lnTo>
                <a:lnTo>
                  <a:pt x="1621309" y="108183"/>
                </a:lnTo>
                <a:lnTo>
                  <a:pt x="1683735" y="139618"/>
                </a:lnTo>
                <a:lnTo>
                  <a:pt x="1727131" y="173664"/>
                </a:lnTo>
                <a:lnTo>
                  <a:pt x="1749693" y="209851"/>
                </a:lnTo>
                <a:lnTo>
                  <a:pt x="1752598" y="228599"/>
                </a:lnTo>
                <a:lnTo>
                  <a:pt x="1749693" y="247348"/>
                </a:lnTo>
                <a:lnTo>
                  <a:pt x="1727131" y="283534"/>
                </a:lnTo>
                <a:lnTo>
                  <a:pt x="1683735" y="317580"/>
                </a:lnTo>
                <a:lnTo>
                  <a:pt x="1621309" y="349016"/>
                </a:lnTo>
                <a:lnTo>
                  <a:pt x="1583524" y="363607"/>
                </a:lnTo>
                <a:lnTo>
                  <a:pt x="1541658" y="377369"/>
                </a:lnTo>
                <a:lnTo>
                  <a:pt x="1495937" y="390244"/>
                </a:lnTo>
                <a:lnTo>
                  <a:pt x="1446586" y="402171"/>
                </a:lnTo>
                <a:lnTo>
                  <a:pt x="1393831" y="413092"/>
                </a:lnTo>
                <a:lnTo>
                  <a:pt x="1337897" y="422949"/>
                </a:lnTo>
                <a:lnTo>
                  <a:pt x="1279010" y="431683"/>
                </a:lnTo>
                <a:lnTo>
                  <a:pt x="1217395" y="439234"/>
                </a:lnTo>
                <a:lnTo>
                  <a:pt x="1153278" y="445545"/>
                </a:lnTo>
                <a:lnTo>
                  <a:pt x="1086885" y="450555"/>
                </a:lnTo>
                <a:lnTo>
                  <a:pt x="1018440" y="454207"/>
                </a:lnTo>
                <a:lnTo>
                  <a:pt x="948170" y="456441"/>
                </a:lnTo>
                <a:lnTo>
                  <a:pt x="876299" y="457199"/>
                </a:lnTo>
                <a:lnTo>
                  <a:pt x="804429" y="456441"/>
                </a:lnTo>
                <a:lnTo>
                  <a:pt x="734159" y="454207"/>
                </a:lnTo>
                <a:lnTo>
                  <a:pt x="665714" y="450555"/>
                </a:lnTo>
                <a:lnTo>
                  <a:pt x="599321" y="445545"/>
                </a:lnTo>
                <a:lnTo>
                  <a:pt x="535204" y="439234"/>
                </a:lnTo>
                <a:lnTo>
                  <a:pt x="473589" y="431683"/>
                </a:lnTo>
                <a:lnTo>
                  <a:pt x="414702" y="422949"/>
                </a:lnTo>
                <a:lnTo>
                  <a:pt x="358768" y="413092"/>
                </a:lnTo>
                <a:lnTo>
                  <a:pt x="306013" y="402171"/>
                </a:lnTo>
                <a:lnTo>
                  <a:pt x="256662" y="390244"/>
                </a:lnTo>
                <a:lnTo>
                  <a:pt x="210940" y="377369"/>
                </a:lnTo>
                <a:lnTo>
                  <a:pt x="169075" y="363607"/>
                </a:lnTo>
                <a:lnTo>
                  <a:pt x="131289" y="349016"/>
                </a:lnTo>
                <a:lnTo>
                  <a:pt x="68863" y="317580"/>
                </a:lnTo>
                <a:lnTo>
                  <a:pt x="25467" y="283534"/>
                </a:lnTo>
                <a:lnTo>
                  <a:pt x="2904" y="24734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6501" y="332093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9905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3701" y="3473335"/>
            <a:ext cx="914400" cy="762000"/>
          </a:xfrm>
          <a:custGeom>
            <a:avLst/>
            <a:gdLst/>
            <a:ahLst/>
            <a:cxnLst/>
            <a:rect l="l" t="t" r="r" b="b"/>
            <a:pathLst>
              <a:path w="914400" h="762000">
                <a:moveTo>
                  <a:pt x="914399" y="0"/>
                </a:moveTo>
                <a:lnTo>
                  <a:pt x="0" y="761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23100" y="3473335"/>
            <a:ext cx="20574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Seminarthemen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3100" y="26351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6300" y="2863735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0" y="304799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56300" y="3473335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0"/>
                </a:moveTo>
                <a:lnTo>
                  <a:pt x="1066799" y="228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08141" y="332220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141" y="2591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7641" y="29729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6375" y="4268355"/>
            <a:ext cx="8289925" cy="216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23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R1-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betreuen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Professoren </a:t>
            </a:r>
            <a:r>
              <a:rPr sz="2800" spc="-440" dirty="0">
                <a:solidFill>
                  <a:srgbClr val="0433FF"/>
                </a:solidFill>
                <a:latin typeface="Arial"/>
                <a:cs typeface="Arial"/>
              </a:rPr>
              <a:t>x </a:t>
            </a:r>
            <a:r>
              <a:rPr lang="de-DE" sz="2800" spc="-440" dirty="0">
                <a:solidFill>
                  <a:srgbClr val="0433FF"/>
                </a:solidFill>
                <a:latin typeface="Arial"/>
                <a:cs typeface="Arial"/>
              </a:rPr>
              <a:t> 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Studenten </a:t>
            </a:r>
            <a:r>
              <a:rPr sz="2800" dirty="0">
                <a:solidFill>
                  <a:srgbClr val="0433FF"/>
                </a:solidFill>
                <a:latin typeface="Symbol"/>
                <a:cs typeface="Symbol"/>
              </a:rPr>
              <a:t></a:t>
            </a:r>
            <a:r>
              <a:rPr sz="2800" dirty="0">
                <a:solidFill>
                  <a:srgbClr val="0433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Seminarthemen  </a:t>
            </a:r>
            <a:r>
              <a:rPr lang="en-GB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R2</a:t>
            </a:r>
            <a:r>
              <a:rPr lang="en-GB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betreuen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Seminarthemen </a:t>
            </a:r>
            <a:r>
              <a:rPr sz="2800" spc="-440" dirty="0">
                <a:solidFill>
                  <a:srgbClr val="FF2600"/>
                </a:solidFill>
                <a:latin typeface="Arial"/>
                <a:cs typeface="Arial"/>
              </a:rPr>
              <a:t>x </a:t>
            </a:r>
            <a:r>
              <a:rPr lang="de-DE" sz="2800" spc="-440" dirty="0">
                <a:solidFill>
                  <a:srgbClr val="FF2600"/>
                </a:solidFill>
                <a:latin typeface="Arial"/>
                <a:cs typeface="Arial"/>
              </a:rPr>
              <a:t>  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Studenten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2600"/>
                </a:solidFill>
                <a:latin typeface="Symbol"/>
                <a:cs typeface="Symbol"/>
              </a:rPr>
              <a:t></a:t>
            </a:r>
            <a:r>
              <a:rPr sz="28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Professoren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BCA06D6B-FC5D-FFE1-61A0-D335E1EB0D9C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Beispiel-Beziehung</a:t>
            </a:r>
            <a:r>
              <a:rPr lang="en-GB" spc="-5" dirty="0"/>
              <a:t>: </a:t>
            </a:r>
            <a:r>
              <a:rPr lang="en-GB" b="1" i="1" spc="-5" dirty="0" err="1"/>
              <a:t>betreuen</a:t>
            </a:r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536753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917701" y="30923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838200" y="0"/>
                </a:moveTo>
                <a:lnTo>
                  <a:pt x="0" y="304800"/>
                </a:lnTo>
                <a:lnTo>
                  <a:pt x="838200" y="609600"/>
                </a:lnTo>
                <a:lnTo>
                  <a:pt x="1676400" y="304800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7100" y="3016135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304799"/>
                </a:moveTo>
                <a:lnTo>
                  <a:pt x="838199" y="0"/>
                </a:lnTo>
                <a:lnTo>
                  <a:pt x="1676399" y="304799"/>
                </a:lnTo>
                <a:lnTo>
                  <a:pt x="838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1741" y="3125355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betreuen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1701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876300" y="0"/>
                </a:moveTo>
                <a:lnTo>
                  <a:pt x="804429" y="757"/>
                </a:lnTo>
                <a:lnTo>
                  <a:pt x="734158" y="2992"/>
                </a:lnTo>
                <a:lnTo>
                  <a:pt x="665713" y="6643"/>
                </a:lnTo>
                <a:lnTo>
                  <a:pt x="599319" y="11654"/>
                </a:lnTo>
                <a:lnTo>
                  <a:pt x="535202" y="17964"/>
                </a:lnTo>
                <a:lnTo>
                  <a:pt x="473587" y="25516"/>
                </a:lnTo>
                <a:lnTo>
                  <a:pt x="414700" y="34249"/>
                </a:lnTo>
                <a:lnTo>
                  <a:pt x="358766" y="44106"/>
                </a:lnTo>
                <a:lnTo>
                  <a:pt x="306011" y="55028"/>
                </a:lnTo>
                <a:lnTo>
                  <a:pt x="256660" y="66955"/>
                </a:lnTo>
                <a:lnTo>
                  <a:pt x="210939" y="79830"/>
                </a:lnTo>
                <a:lnTo>
                  <a:pt x="169073" y="93592"/>
                </a:lnTo>
                <a:lnTo>
                  <a:pt x="131288" y="108183"/>
                </a:lnTo>
                <a:lnTo>
                  <a:pt x="68863" y="139619"/>
                </a:lnTo>
                <a:lnTo>
                  <a:pt x="25467" y="173665"/>
                </a:lnTo>
                <a:lnTo>
                  <a:pt x="2904" y="209851"/>
                </a:lnTo>
                <a:lnTo>
                  <a:pt x="0" y="228600"/>
                </a:lnTo>
                <a:lnTo>
                  <a:pt x="2904" y="247348"/>
                </a:lnTo>
                <a:lnTo>
                  <a:pt x="25467" y="283534"/>
                </a:lnTo>
                <a:lnTo>
                  <a:pt x="68863" y="317580"/>
                </a:lnTo>
                <a:lnTo>
                  <a:pt x="131288" y="349016"/>
                </a:lnTo>
                <a:lnTo>
                  <a:pt x="169073" y="363607"/>
                </a:lnTo>
                <a:lnTo>
                  <a:pt x="210939" y="377369"/>
                </a:lnTo>
                <a:lnTo>
                  <a:pt x="256660" y="390244"/>
                </a:lnTo>
                <a:lnTo>
                  <a:pt x="306011" y="402171"/>
                </a:lnTo>
                <a:lnTo>
                  <a:pt x="358766" y="413093"/>
                </a:lnTo>
                <a:lnTo>
                  <a:pt x="414700" y="422950"/>
                </a:lnTo>
                <a:lnTo>
                  <a:pt x="473587" y="431683"/>
                </a:lnTo>
                <a:lnTo>
                  <a:pt x="535202" y="439235"/>
                </a:lnTo>
                <a:lnTo>
                  <a:pt x="599319" y="445545"/>
                </a:lnTo>
                <a:lnTo>
                  <a:pt x="665713" y="450556"/>
                </a:lnTo>
                <a:lnTo>
                  <a:pt x="734158" y="454207"/>
                </a:lnTo>
                <a:lnTo>
                  <a:pt x="804429" y="456442"/>
                </a:lnTo>
                <a:lnTo>
                  <a:pt x="876300" y="457200"/>
                </a:lnTo>
                <a:lnTo>
                  <a:pt x="948169" y="456442"/>
                </a:lnTo>
                <a:lnTo>
                  <a:pt x="1018438" y="454207"/>
                </a:lnTo>
                <a:lnTo>
                  <a:pt x="1086882" y="450556"/>
                </a:lnTo>
                <a:lnTo>
                  <a:pt x="1153275" y="445545"/>
                </a:lnTo>
                <a:lnTo>
                  <a:pt x="1217392" y="439235"/>
                </a:lnTo>
                <a:lnTo>
                  <a:pt x="1279006" y="431683"/>
                </a:lnTo>
                <a:lnTo>
                  <a:pt x="1337893" y="422950"/>
                </a:lnTo>
                <a:lnTo>
                  <a:pt x="1393827" y="413093"/>
                </a:lnTo>
                <a:lnTo>
                  <a:pt x="1446583" y="402171"/>
                </a:lnTo>
                <a:lnTo>
                  <a:pt x="1495934" y="390244"/>
                </a:lnTo>
                <a:lnTo>
                  <a:pt x="1541656" y="377369"/>
                </a:lnTo>
                <a:lnTo>
                  <a:pt x="1583522" y="363607"/>
                </a:lnTo>
                <a:lnTo>
                  <a:pt x="1621308" y="349016"/>
                </a:lnTo>
                <a:lnTo>
                  <a:pt x="1683734" y="317580"/>
                </a:lnTo>
                <a:lnTo>
                  <a:pt x="1727131" y="283534"/>
                </a:lnTo>
                <a:lnTo>
                  <a:pt x="1749695" y="247348"/>
                </a:lnTo>
                <a:lnTo>
                  <a:pt x="1752600" y="228600"/>
                </a:lnTo>
                <a:lnTo>
                  <a:pt x="1749695" y="209851"/>
                </a:lnTo>
                <a:lnTo>
                  <a:pt x="1727131" y="173665"/>
                </a:lnTo>
                <a:lnTo>
                  <a:pt x="1683734" y="139619"/>
                </a:lnTo>
                <a:lnTo>
                  <a:pt x="1621308" y="108183"/>
                </a:lnTo>
                <a:lnTo>
                  <a:pt x="1583522" y="93592"/>
                </a:lnTo>
                <a:lnTo>
                  <a:pt x="1541656" y="79830"/>
                </a:lnTo>
                <a:lnTo>
                  <a:pt x="1495934" y="66955"/>
                </a:lnTo>
                <a:lnTo>
                  <a:pt x="1446583" y="55028"/>
                </a:lnTo>
                <a:lnTo>
                  <a:pt x="1393827" y="44106"/>
                </a:lnTo>
                <a:lnTo>
                  <a:pt x="1337893" y="34249"/>
                </a:lnTo>
                <a:lnTo>
                  <a:pt x="1279006" y="25516"/>
                </a:lnTo>
                <a:lnTo>
                  <a:pt x="1217392" y="17964"/>
                </a:lnTo>
                <a:lnTo>
                  <a:pt x="1153275" y="11654"/>
                </a:lnTo>
                <a:lnTo>
                  <a:pt x="1086882" y="6643"/>
                </a:lnTo>
                <a:lnTo>
                  <a:pt x="1018438" y="2992"/>
                </a:lnTo>
                <a:lnTo>
                  <a:pt x="948169" y="757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41700" y="4235335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0" y="228599"/>
                </a:moveTo>
                <a:lnTo>
                  <a:pt x="11469" y="191519"/>
                </a:lnTo>
                <a:lnTo>
                  <a:pt x="44674" y="156344"/>
                </a:lnTo>
                <a:lnTo>
                  <a:pt x="97810" y="123545"/>
                </a:lnTo>
                <a:lnTo>
                  <a:pt x="169075" y="93591"/>
                </a:lnTo>
                <a:lnTo>
                  <a:pt x="210940" y="79829"/>
                </a:lnTo>
                <a:lnTo>
                  <a:pt x="256662" y="66955"/>
                </a:lnTo>
                <a:lnTo>
                  <a:pt x="306013" y="55028"/>
                </a:lnTo>
                <a:lnTo>
                  <a:pt x="358768" y="44106"/>
                </a:lnTo>
                <a:lnTo>
                  <a:pt x="414702" y="34249"/>
                </a:lnTo>
                <a:lnTo>
                  <a:pt x="473589" y="25515"/>
                </a:lnTo>
                <a:lnTo>
                  <a:pt x="535204" y="17964"/>
                </a:lnTo>
                <a:lnTo>
                  <a:pt x="599321" y="11654"/>
                </a:lnTo>
                <a:lnTo>
                  <a:pt x="665714" y="6643"/>
                </a:lnTo>
                <a:lnTo>
                  <a:pt x="734159" y="2991"/>
                </a:lnTo>
                <a:lnTo>
                  <a:pt x="804429" y="757"/>
                </a:lnTo>
                <a:lnTo>
                  <a:pt x="876299" y="0"/>
                </a:lnTo>
                <a:lnTo>
                  <a:pt x="948170" y="757"/>
                </a:lnTo>
                <a:lnTo>
                  <a:pt x="1018440" y="2991"/>
                </a:lnTo>
                <a:lnTo>
                  <a:pt x="1086885" y="6643"/>
                </a:lnTo>
                <a:lnTo>
                  <a:pt x="1153278" y="11654"/>
                </a:lnTo>
                <a:lnTo>
                  <a:pt x="1217395" y="17964"/>
                </a:lnTo>
                <a:lnTo>
                  <a:pt x="1279010" y="25515"/>
                </a:lnTo>
                <a:lnTo>
                  <a:pt x="1337897" y="34249"/>
                </a:lnTo>
                <a:lnTo>
                  <a:pt x="1393831" y="44106"/>
                </a:lnTo>
                <a:lnTo>
                  <a:pt x="1446586" y="55028"/>
                </a:lnTo>
                <a:lnTo>
                  <a:pt x="1495937" y="66955"/>
                </a:lnTo>
                <a:lnTo>
                  <a:pt x="1541658" y="79829"/>
                </a:lnTo>
                <a:lnTo>
                  <a:pt x="1583524" y="93591"/>
                </a:lnTo>
                <a:lnTo>
                  <a:pt x="1621309" y="108183"/>
                </a:lnTo>
                <a:lnTo>
                  <a:pt x="1683735" y="139618"/>
                </a:lnTo>
                <a:lnTo>
                  <a:pt x="1727131" y="173664"/>
                </a:lnTo>
                <a:lnTo>
                  <a:pt x="1749693" y="209851"/>
                </a:lnTo>
                <a:lnTo>
                  <a:pt x="1752598" y="228599"/>
                </a:lnTo>
                <a:lnTo>
                  <a:pt x="1749693" y="247348"/>
                </a:lnTo>
                <a:lnTo>
                  <a:pt x="1727131" y="283534"/>
                </a:lnTo>
                <a:lnTo>
                  <a:pt x="1683735" y="317580"/>
                </a:lnTo>
                <a:lnTo>
                  <a:pt x="1621309" y="349016"/>
                </a:lnTo>
                <a:lnTo>
                  <a:pt x="1583524" y="363607"/>
                </a:lnTo>
                <a:lnTo>
                  <a:pt x="1541658" y="377369"/>
                </a:lnTo>
                <a:lnTo>
                  <a:pt x="1495937" y="390244"/>
                </a:lnTo>
                <a:lnTo>
                  <a:pt x="1446586" y="402171"/>
                </a:lnTo>
                <a:lnTo>
                  <a:pt x="1393831" y="413092"/>
                </a:lnTo>
                <a:lnTo>
                  <a:pt x="1337897" y="422949"/>
                </a:lnTo>
                <a:lnTo>
                  <a:pt x="1279010" y="431683"/>
                </a:lnTo>
                <a:lnTo>
                  <a:pt x="1217395" y="439234"/>
                </a:lnTo>
                <a:lnTo>
                  <a:pt x="1153278" y="445545"/>
                </a:lnTo>
                <a:lnTo>
                  <a:pt x="1086885" y="450555"/>
                </a:lnTo>
                <a:lnTo>
                  <a:pt x="1018440" y="454207"/>
                </a:lnTo>
                <a:lnTo>
                  <a:pt x="948170" y="456441"/>
                </a:lnTo>
                <a:lnTo>
                  <a:pt x="876299" y="457199"/>
                </a:lnTo>
                <a:lnTo>
                  <a:pt x="804429" y="456441"/>
                </a:lnTo>
                <a:lnTo>
                  <a:pt x="734159" y="454207"/>
                </a:lnTo>
                <a:lnTo>
                  <a:pt x="665714" y="450555"/>
                </a:lnTo>
                <a:lnTo>
                  <a:pt x="599321" y="445545"/>
                </a:lnTo>
                <a:lnTo>
                  <a:pt x="535204" y="439234"/>
                </a:lnTo>
                <a:lnTo>
                  <a:pt x="473589" y="431683"/>
                </a:lnTo>
                <a:lnTo>
                  <a:pt x="414702" y="422949"/>
                </a:lnTo>
                <a:lnTo>
                  <a:pt x="358768" y="413092"/>
                </a:lnTo>
                <a:lnTo>
                  <a:pt x="306013" y="402171"/>
                </a:lnTo>
                <a:lnTo>
                  <a:pt x="256662" y="390244"/>
                </a:lnTo>
                <a:lnTo>
                  <a:pt x="210940" y="377369"/>
                </a:lnTo>
                <a:lnTo>
                  <a:pt x="169075" y="363607"/>
                </a:lnTo>
                <a:lnTo>
                  <a:pt x="131289" y="349016"/>
                </a:lnTo>
                <a:lnTo>
                  <a:pt x="68863" y="317580"/>
                </a:lnTo>
                <a:lnTo>
                  <a:pt x="25467" y="283534"/>
                </a:lnTo>
                <a:lnTo>
                  <a:pt x="2904" y="24734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6501" y="3320936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9905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3701" y="3473335"/>
            <a:ext cx="914400" cy="762000"/>
          </a:xfrm>
          <a:custGeom>
            <a:avLst/>
            <a:gdLst/>
            <a:ahLst/>
            <a:cxnLst/>
            <a:rect l="l" t="t" r="r" b="b"/>
            <a:pathLst>
              <a:path w="914400" h="762000">
                <a:moveTo>
                  <a:pt x="914399" y="0"/>
                </a:moveTo>
                <a:lnTo>
                  <a:pt x="0" y="761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23100" y="3473335"/>
            <a:ext cx="20574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Seminarthemen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3100" y="2635135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6300" y="2863735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0" y="304799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56300" y="3473335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0"/>
                </a:moveTo>
                <a:lnTo>
                  <a:pt x="1066799" y="228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08141" y="332220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141" y="259195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7641" y="29729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6375" y="4268355"/>
            <a:ext cx="8289925" cy="216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23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R1-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betreuen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Professoren </a:t>
            </a:r>
            <a:r>
              <a:rPr sz="2800" spc="-440" dirty="0">
                <a:solidFill>
                  <a:srgbClr val="0433FF"/>
                </a:solidFill>
                <a:latin typeface="Arial"/>
                <a:cs typeface="Arial"/>
              </a:rPr>
              <a:t>x </a:t>
            </a:r>
            <a:r>
              <a:rPr lang="de-DE" sz="2800" spc="-440" dirty="0">
                <a:solidFill>
                  <a:srgbClr val="0433FF"/>
                </a:solidFill>
                <a:latin typeface="Arial"/>
                <a:cs typeface="Arial"/>
              </a:rPr>
              <a:t> 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Studenten </a:t>
            </a:r>
            <a:r>
              <a:rPr sz="2800" dirty="0">
                <a:solidFill>
                  <a:srgbClr val="0433FF"/>
                </a:solidFill>
                <a:latin typeface="Symbol"/>
                <a:cs typeface="Symbol"/>
              </a:rPr>
              <a:t></a:t>
            </a:r>
            <a:r>
              <a:rPr sz="2800" dirty="0">
                <a:solidFill>
                  <a:srgbClr val="0433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Seminarthemen  </a:t>
            </a:r>
            <a:r>
              <a:rPr lang="en-GB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R2</a:t>
            </a:r>
            <a:r>
              <a:rPr lang="en-GB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betreuen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Seminarthemen </a:t>
            </a:r>
            <a:r>
              <a:rPr sz="2800" spc="-440" dirty="0">
                <a:solidFill>
                  <a:srgbClr val="FF2600"/>
                </a:solidFill>
                <a:latin typeface="Arial"/>
                <a:cs typeface="Arial"/>
              </a:rPr>
              <a:t>x </a:t>
            </a:r>
            <a:r>
              <a:rPr lang="de-DE" sz="2800" spc="-440" dirty="0">
                <a:solidFill>
                  <a:srgbClr val="FF2600"/>
                </a:solidFill>
                <a:latin typeface="Arial"/>
                <a:cs typeface="Arial"/>
              </a:rPr>
              <a:t>   </a:t>
            </a:r>
            <a:r>
              <a:rPr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Studenten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2600"/>
                </a:solidFill>
                <a:latin typeface="Symbol"/>
                <a:cs typeface="Symbol"/>
              </a:rPr>
              <a:t></a:t>
            </a:r>
            <a:r>
              <a:rPr sz="28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Professoren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0" name="object 12"/>
          <p:cNvSpPr txBox="1"/>
          <p:nvPr/>
        </p:nvSpPr>
        <p:spPr>
          <a:xfrm flipH="1">
            <a:off x="9004300" y="1263538"/>
            <a:ext cx="1600200" cy="198131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Bemerkung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Zerlegung in binäre Beziehungen</a:t>
            </a: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Tx/>
              <a:buChar char="-"/>
              <a:tabLst>
                <a:tab pos="960119" algn="l"/>
                <a:tab pos="1873250" algn="l"/>
              </a:tabLst>
            </a:pP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Nicht ausreichend Platz im allgemeinen alle Beziehungen auszudrücken</a:t>
            </a:r>
            <a:endParaRPr sz="14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4B6CC59F-53B4-743F-0076-04F0DCDCA6B4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6020382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Beispiel-Beziehung</a:t>
            </a:r>
            <a:r>
              <a:rPr lang="en-GB" spc="-5" dirty="0"/>
              <a:t>: </a:t>
            </a:r>
            <a:r>
              <a:rPr lang="en-GB" b="1" i="1" spc="-5" dirty="0" err="1"/>
              <a:t>betreuen</a:t>
            </a:r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3881384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97001"/>
              </p:ext>
            </p:extLst>
          </p:nvPr>
        </p:nvGraphicFramePr>
        <p:xfrm>
          <a:off x="1782231" y="1401939"/>
          <a:ext cx="828886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Professoren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Seminarthemen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1, R2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 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 </a:t>
                      </a:r>
                      <a:r>
                        <a:rPr lang="en-US" dirty="0" err="1"/>
                        <a:t>nicht</a:t>
                      </a:r>
                      <a:r>
                        <a:rPr lang="en-US" baseline="0" dirty="0"/>
                        <a:t> R2*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 </a:t>
                      </a:r>
                      <a:r>
                        <a:rPr lang="en-US" dirty="0" err="1"/>
                        <a:t>nicht</a:t>
                      </a:r>
                      <a:r>
                        <a:rPr lang="en-US" dirty="0"/>
                        <a:t> 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R2, </a:t>
                      </a:r>
                      <a:r>
                        <a:rPr lang="en-US" dirty="0" err="1"/>
                        <a:t>nicht</a:t>
                      </a:r>
                      <a:r>
                        <a:rPr lang="en-US" dirty="0"/>
                        <a:t> 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object 18"/>
          <p:cNvSpPr txBox="1"/>
          <p:nvPr/>
        </p:nvSpPr>
        <p:spPr>
          <a:xfrm>
            <a:off x="6718300" y="120650"/>
            <a:ext cx="3581400" cy="61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R1-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betreuen </a:t>
            </a:r>
            <a:r>
              <a:rPr sz="1000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Professoren </a:t>
            </a:r>
            <a:r>
              <a:rPr sz="1000" spc="-440" dirty="0">
                <a:solidFill>
                  <a:srgbClr val="0433FF"/>
                </a:solidFill>
                <a:latin typeface="Arial"/>
                <a:cs typeface="Arial"/>
              </a:rPr>
              <a:t>x </a:t>
            </a:r>
            <a:r>
              <a:rPr lang="de-DE" sz="1000" spc="-440" dirty="0">
                <a:solidFill>
                  <a:srgbClr val="0433FF"/>
                </a:solidFill>
                <a:latin typeface="Arial"/>
                <a:cs typeface="Arial"/>
              </a:rPr>
              <a:t>  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Studenten </a:t>
            </a:r>
            <a:r>
              <a:rPr sz="1000" dirty="0">
                <a:solidFill>
                  <a:srgbClr val="0433FF"/>
                </a:solidFill>
                <a:latin typeface="Symbol"/>
                <a:cs typeface="Symbol"/>
              </a:rPr>
              <a:t></a:t>
            </a:r>
            <a:r>
              <a:rPr sz="1000" dirty="0">
                <a:solidFill>
                  <a:srgbClr val="0433FF"/>
                </a:solidFill>
                <a:latin typeface="Times New Roman"/>
                <a:cs typeface="Times New Roman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Seminarthemen  </a:t>
            </a:r>
            <a:endParaRPr lang="en-GB" sz="1000" spc="-5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R2</a:t>
            </a:r>
            <a:r>
              <a:rPr lang="en-GB"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betreuen </a:t>
            </a:r>
            <a:r>
              <a:rPr sz="10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Seminarthemen </a:t>
            </a:r>
            <a:r>
              <a:rPr sz="1000" spc="-440" dirty="0">
                <a:solidFill>
                  <a:srgbClr val="FF2600"/>
                </a:solidFill>
                <a:latin typeface="Arial"/>
                <a:cs typeface="Arial"/>
              </a:rPr>
              <a:t>x </a:t>
            </a:r>
            <a:r>
              <a:rPr lang="de-DE" sz="1000" spc="-440" dirty="0">
                <a:solidFill>
                  <a:srgbClr val="FF2600"/>
                </a:solidFill>
                <a:latin typeface="Arial"/>
                <a:cs typeface="Arial"/>
              </a:rPr>
              <a:t>   </a:t>
            </a:r>
            <a:r>
              <a:rPr sz="10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Studenten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FF2600"/>
                </a:solidFill>
                <a:latin typeface="Symbol"/>
                <a:cs typeface="Symbol"/>
              </a:rPr>
              <a:t></a:t>
            </a:r>
            <a:r>
              <a:rPr sz="10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Professoren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08100" y="6445250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*) </a:t>
            </a:r>
            <a:r>
              <a:rPr lang="en-US" dirty="0" err="1"/>
              <a:t>Gleiche</a:t>
            </a:r>
            <a:r>
              <a:rPr lang="en-US" dirty="0"/>
              <a:t> </a:t>
            </a:r>
            <a:r>
              <a:rPr lang="en-US" dirty="0" err="1"/>
              <a:t>Studenten</a:t>
            </a:r>
            <a:r>
              <a:rPr lang="en-US" dirty="0"/>
              <a:t>-, </a:t>
            </a:r>
            <a:r>
              <a:rPr lang="en-US" dirty="0" err="1"/>
              <a:t>Seminarthemen-Kombinationen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oben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Funktion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36700" y="5610629"/>
            <a:ext cx="7239000" cy="765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marR="51435">
              <a:lnSpc>
                <a:spcPct val="79900"/>
              </a:lnSpc>
              <a:spcBef>
                <a:spcPts val="2300"/>
              </a:spcBef>
              <a:buClr>
                <a:srgbClr val="FFCC00"/>
              </a:buClr>
              <a:tabLst>
                <a:tab pos="926465" algn="l"/>
                <a:tab pos="927100" algn="l"/>
              </a:tabLst>
            </a:pP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Studenten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dürfen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dasselbe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Seminarthema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nur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einmal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bearbeiten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FF0000"/>
                </a:solidFill>
                <a:latin typeface="Tahoma"/>
                <a:cs typeface="Tahoma"/>
              </a:rPr>
              <a:t>– </a:t>
            </a:r>
            <a:r>
              <a:rPr lang="en-US" dirty="0" err="1">
                <a:solidFill>
                  <a:srgbClr val="FF0000"/>
                </a:solidFill>
                <a:latin typeface="Tahoma"/>
                <a:cs typeface="Tahoma"/>
              </a:rPr>
              <a:t>sie</a:t>
            </a:r>
            <a:r>
              <a:rPr lang="en-US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dürfen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FF0000"/>
                </a:solidFill>
                <a:latin typeface="Tahoma"/>
                <a:cs typeface="Tahoma"/>
              </a:rPr>
              <a:t>also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nicht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bei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anderen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ahoma"/>
                <a:cs typeface="Tahoma"/>
              </a:rPr>
              <a:t>Professoren</a:t>
            </a:r>
            <a:r>
              <a:rPr lang="en-US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ein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schon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einmal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ahoma"/>
                <a:cs typeface="Tahoma"/>
              </a:rPr>
              <a:t>erteiltes</a:t>
            </a:r>
            <a:r>
              <a:rPr lang="en-US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Seminarthema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nochmals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lang="en-US" spc="-5" dirty="0" err="1">
                <a:solidFill>
                  <a:srgbClr val="FF0000"/>
                </a:solidFill>
                <a:latin typeface="Tahoma"/>
                <a:cs typeface="Tahoma"/>
              </a:rPr>
              <a:t>bearbeiten</a:t>
            </a:r>
            <a:r>
              <a:rPr lang="en-US" spc="-5" dirty="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endParaRPr lang="en-US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98900" y="1720850"/>
            <a:ext cx="304800" cy="1981200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536700" y="4692650"/>
            <a:ext cx="7543800" cy="765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marR="67945">
              <a:lnSpc>
                <a:spcPct val="79900"/>
              </a:lnSpc>
              <a:spcBef>
                <a:spcPts val="675"/>
              </a:spcBef>
              <a:buClr>
                <a:srgbClr val="FFCC00"/>
              </a:buClr>
              <a:tabLst>
                <a:tab pos="926465" algn="l"/>
                <a:tab pos="927100" algn="l"/>
              </a:tabLst>
            </a:pP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Studenten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dürfen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bei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demselben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3366FF"/>
                </a:solidFill>
                <a:latin typeface="Tahoma"/>
                <a:cs typeface="Tahoma"/>
              </a:rPr>
              <a:t>Professor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bzw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.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derselben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 </a:t>
            </a:r>
            <a:r>
              <a:rPr lang="en-US" dirty="0" err="1">
                <a:solidFill>
                  <a:srgbClr val="3366FF"/>
                </a:solidFill>
                <a:latin typeface="Tahoma"/>
                <a:cs typeface="Tahoma"/>
              </a:rPr>
              <a:t>Professorin</a:t>
            </a:r>
            <a:r>
              <a:rPr lang="en-US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nur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ein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Seminarthema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"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ableisten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" (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damit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ein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breites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Spektrum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abgedeckt</a:t>
            </a:r>
            <a:r>
              <a:rPr lang="en-US" spc="1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wird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,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keine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3366FF"/>
                </a:solidFill>
                <a:latin typeface="Tahoma"/>
                <a:cs typeface="Tahoma"/>
              </a:rPr>
              <a:t>Lieblingsprofessoren</a:t>
            </a:r>
            <a:r>
              <a:rPr lang="en-US" spc="-5" dirty="0">
                <a:solidFill>
                  <a:srgbClr val="3366FF"/>
                </a:solidFill>
                <a:latin typeface="Tahoma"/>
                <a:cs typeface="Tahoma"/>
              </a:rPr>
              <a:t>).</a:t>
            </a:r>
            <a:endParaRPr lang="en-US" dirty="0">
              <a:solidFill>
                <a:srgbClr val="3366FF"/>
              </a:solidFill>
              <a:latin typeface="Tahoma"/>
              <a:cs typeface="Tahoma"/>
            </a:endParaRPr>
          </a:p>
        </p:txBody>
      </p:sp>
      <p:sp>
        <p:nvSpPr>
          <p:cNvPr id="28" name="Oval 27"/>
          <p:cNvSpPr/>
          <p:nvPr/>
        </p:nvSpPr>
        <p:spPr>
          <a:xfrm rot="5400000">
            <a:off x="2870200" y="2825750"/>
            <a:ext cx="304800" cy="2819400"/>
          </a:xfrm>
          <a:prstGeom prst="ellipse">
            <a:avLst/>
          </a:prstGeom>
          <a:noFill/>
          <a:ln>
            <a:solidFill>
              <a:srgbClr val="C32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A1EC337-22AC-0A83-3A23-3A0C7AF7AC3D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5175591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Ausarbeitung</a:t>
            </a:r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3157622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646315"/>
              </p:ext>
            </p:extLst>
          </p:nvPr>
        </p:nvGraphicFramePr>
        <p:xfrm>
          <a:off x="1782231" y="1401939"/>
          <a:ext cx="828886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Professoren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Seminarthemen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1, R2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 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</a:t>
                      </a:r>
                      <a:r>
                        <a:rPr lang="en-US" baseline="0" dirty="0"/>
                        <a:t> R2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 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R1, </a:t>
                      </a:r>
                      <a:r>
                        <a:rPr lang="en-US" dirty="0" err="1"/>
                        <a:t>nicht</a:t>
                      </a:r>
                      <a:r>
                        <a:rPr lang="en-US" dirty="0"/>
                        <a:t> 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object 18"/>
          <p:cNvSpPr txBox="1"/>
          <p:nvPr/>
        </p:nvSpPr>
        <p:spPr>
          <a:xfrm>
            <a:off x="6718300" y="44450"/>
            <a:ext cx="3581400" cy="61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R1-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betreuen </a:t>
            </a:r>
            <a:r>
              <a:rPr sz="1000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Professoren </a:t>
            </a:r>
            <a:r>
              <a:rPr sz="1000" spc="-440" dirty="0">
                <a:solidFill>
                  <a:srgbClr val="0433FF"/>
                </a:solidFill>
                <a:latin typeface="Arial"/>
                <a:cs typeface="Arial"/>
              </a:rPr>
              <a:t>x </a:t>
            </a:r>
            <a:r>
              <a:rPr lang="de-DE" sz="1000" spc="-440" dirty="0">
                <a:solidFill>
                  <a:srgbClr val="0433FF"/>
                </a:solidFill>
                <a:latin typeface="Arial"/>
                <a:cs typeface="Arial"/>
              </a:rPr>
              <a:t>  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Studenten </a:t>
            </a:r>
            <a:r>
              <a:rPr sz="1000" dirty="0">
                <a:solidFill>
                  <a:srgbClr val="0433FF"/>
                </a:solidFill>
                <a:latin typeface="Symbol"/>
                <a:cs typeface="Symbol"/>
              </a:rPr>
              <a:t></a:t>
            </a:r>
            <a:r>
              <a:rPr sz="1000" dirty="0">
                <a:solidFill>
                  <a:srgbClr val="0433FF"/>
                </a:solidFill>
                <a:latin typeface="Times New Roman"/>
                <a:cs typeface="Times New Roman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Seminarthemen  </a:t>
            </a:r>
            <a:endParaRPr lang="en-GB" sz="1000" spc="-5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R2</a:t>
            </a:r>
            <a:r>
              <a:rPr lang="en-GB" sz="1000" spc="-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betreuen </a:t>
            </a:r>
            <a:r>
              <a:rPr sz="10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Seminarthemen </a:t>
            </a:r>
            <a:r>
              <a:rPr sz="1000" spc="-440" dirty="0">
                <a:solidFill>
                  <a:srgbClr val="FF2600"/>
                </a:solidFill>
                <a:latin typeface="Arial"/>
                <a:cs typeface="Arial"/>
              </a:rPr>
              <a:t>x </a:t>
            </a:r>
            <a:r>
              <a:rPr lang="de-DE" sz="1000" spc="-440" dirty="0">
                <a:solidFill>
                  <a:srgbClr val="FF2600"/>
                </a:solidFill>
                <a:latin typeface="Arial"/>
                <a:cs typeface="Arial"/>
              </a:rPr>
              <a:t>   </a:t>
            </a:r>
            <a:r>
              <a:rPr sz="10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Studenten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FF2600"/>
                </a:solidFill>
                <a:latin typeface="Symbol"/>
                <a:cs typeface="Symbol"/>
              </a:rPr>
              <a:t></a:t>
            </a:r>
            <a:r>
              <a:rPr sz="10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Times New Roman"/>
                <a:cs typeface="Times New Roman"/>
              </a:rPr>
              <a:t>Professoren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56300" y="1720850"/>
            <a:ext cx="304800" cy="838200"/>
          </a:xfrm>
          <a:prstGeom prst="ellipse">
            <a:avLst/>
          </a:prstGeom>
          <a:noFill/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31900" y="4692650"/>
            <a:ext cx="6781800" cy="1079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>
              <a:lnSpc>
                <a:spcPts val="2590"/>
              </a:lnSpc>
              <a:buClr>
                <a:srgbClr val="FFCC00"/>
              </a:buClr>
              <a:tabLst>
                <a:tab pos="926465" algn="l"/>
                <a:tab pos="927100" algn="l"/>
              </a:tabLst>
            </a:pPr>
            <a:r>
              <a:rPr lang="en-US" dirty="0" err="1">
                <a:latin typeface="Tahoma"/>
                <a:cs typeface="Tahoma"/>
              </a:rPr>
              <a:t>Professoren</a:t>
            </a:r>
            <a:r>
              <a:rPr lang="en-US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können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dasselbe</a:t>
            </a:r>
            <a:r>
              <a:rPr lang="en-US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Seminarthema</a:t>
            </a:r>
            <a:r>
              <a:rPr lang="en-US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„</a:t>
            </a:r>
            <a:r>
              <a:rPr lang="en-US" spc="-5" dirty="0" err="1">
                <a:latin typeface="Tahoma"/>
                <a:cs typeface="Tahoma"/>
              </a:rPr>
              <a:t>wiederverwenden</a:t>
            </a:r>
            <a:r>
              <a:rPr lang="en-US" spc="-5" dirty="0">
                <a:latin typeface="Tahoma"/>
                <a:cs typeface="Tahoma"/>
              </a:rPr>
              <a:t>“ </a:t>
            </a:r>
            <a:r>
              <a:rPr lang="en-US" dirty="0">
                <a:latin typeface="Tahoma"/>
                <a:cs typeface="Tahoma"/>
              </a:rPr>
              <a:t>– also </a:t>
            </a:r>
            <a:r>
              <a:rPr lang="en-US" spc="-5" dirty="0" err="1">
                <a:latin typeface="Tahoma"/>
                <a:cs typeface="Tahoma"/>
              </a:rPr>
              <a:t>dasselbe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Thema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auch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mehreren</a:t>
            </a:r>
            <a:r>
              <a:rPr lang="en-US" spc="-5" dirty="0">
                <a:latin typeface="Tahoma"/>
                <a:cs typeface="Tahoma"/>
              </a:rPr>
              <a:t>  </a:t>
            </a:r>
            <a:r>
              <a:rPr lang="en-US" spc="-5" dirty="0" err="1">
                <a:latin typeface="Tahoma"/>
                <a:cs typeface="Tahoma"/>
              </a:rPr>
              <a:t>Studenten</a:t>
            </a:r>
            <a:r>
              <a:rPr lang="en-US" spc="-10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erteilen</a:t>
            </a:r>
            <a:r>
              <a:rPr lang="en-US" spc="-5" dirty="0">
                <a:latin typeface="Tahoma"/>
                <a:cs typeface="Tahoma"/>
              </a:rPr>
              <a:t> (</a:t>
            </a:r>
            <a:r>
              <a:rPr lang="en-US" spc="-5" dirty="0" err="1">
                <a:latin typeface="Tahoma"/>
                <a:cs typeface="Tahoma"/>
              </a:rPr>
              <a:t>z.B</a:t>
            </a:r>
            <a:r>
              <a:rPr lang="en-US" spc="-5" dirty="0">
                <a:latin typeface="Tahoma"/>
                <a:cs typeface="Tahoma"/>
              </a:rPr>
              <a:t>. in der </a:t>
            </a:r>
            <a:r>
              <a:rPr lang="en-US" spc="-5" dirty="0" err="1">
                <a:latin typeface="Tahoma"/>
                <a:cs typeface="Tahoma"/>
              </a:rPr>
              <a:t>Zukunft</a:t>
            </a:r>
            <a:r>
              <a:rPr lang="en-US" spc="-5" dirty="0">
                <a:latin typeface="Tahoma"/>
                <a:cs typeface="Tahoma"/>
              </a:rPr>
              <a:t>).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1900" y="5977193"/>
            <a:ext cx="7086600" cy="544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marR="740410">
              <a:lnSpc>
                <a:spcPct val="79900"/>
              </a:lnSpc>
              <a:spcBef>
                <a:spcPts val="2295"/>
              </a:spcBef>
              <a:buClr>
                <a:srgbClr val="FFCC00"/>
              </a:buClr>
              <a:tabLst>
                <a:tab pos="926465" algn="l"/>
                <a:tab pos="927100" algn="l"/>
              </a:tabLst>
            </a:pPr>
            <a:r>
              <a:rPr lang="en-US" spc="-5" dirty="0" err="1">
                <a:latin typeface="Tahoma"/>
                <a:cs typeface="Tahoma"/>
              </a:rPr>
              <a:t>Ein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Thema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kann</a:t>
            </a:r>
            <a:r>
              <a:rPr lang="en-US" spc="-5" dirty="0">
                <a:latin typeface="Tahoma"/>
                <a:cs typeface="Tahoma"/>
              </a:rPr>
              <a:t> von </a:t>
            </a:r>
            <a:r>
              <a:rPr lang="en-US" spc="-5" dirty="0" err="1">
                <a:latin typeface="Tahoma"/>
                <a:cs typeface="Tahoma"/>
              </a:rPr>
              <a:t>mehreren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dirty="0" err="1">
                <a:latin typeface="Tahoma"/>
                <a:cs typeface="Tahoma"/>
              </a:rPr>
              <a:t>Professoren</a:t>
            </a:r>
            <a:r>
              <a:rPr lang="en-US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vergeben</a:t>
            </a:r>
            <a:r>
              <a:rPr lang="en-US" spc="-5" dirty="0">
                <a:latin typeface="Tahoma"/>
                <a:cs typeface="Tahoma"/>
              </a:rPr>
              <a:t>  </a:t>
            </a:r>
            <a:r>
              <a:rPr lang="en-US" spc="-5" dirty="0" err="1">
                <a:latin typeface="Tahoma"/>
                <a:cs typeface="Tahoma"/>
              </a:rPr>
              <a:t>werden</a:t>
            </a:r>
            <a:r>
              <a:rPr lang="en-US" spc="-5" dirty="0">
                <a:latin typeface="Tahoma"/>
                <a:cs typeface="Tahoma"/>
              </a:rPr>
              <a:t> </a:t>
            </a:r>
            <a:r>
              <a:rPr lang="en-US" dirty="0">
                <a:latin typeface="Tahoma"/>
                <a:cs typeface="Tahoma"/>
              </a:rPr>
              <a:t>– </a:t>
            </a:r>
            <a:r>
              <a:rPr lang="en-US" spc="-5" dirty="0" err="1">
                <a:latin typeface="Tahoma"/>
                <a:cs typeface="Tahoma"/>
              </a:rPr>
              <a:t>aber</a:t>
            </a:r>
            <a:r>
              <a:rPr lang="en-US" spc="-5" dirty="0">
                <a:latin typeface="Tahoma"/>
                <a:cs typeface="Tahoma"/>
              </a:rPr>
              <a:t> an </a:t>
            </a:r>
            <a:r>
              <a:rPr lang="en-US" spc="-5" dirty="0" err="1">
                <a:latin typeface="Tahoma"/>
                <a:cs typeface="Tahoma"/>
              </a:rPr>
              <a:t>unterschiedliche</a:t>
            </a:r>
            <a:r>
              <a:rPr lang="en-US" spc="-20" dirty="0">
                <a:latin typeface="Tahoma"/>
                <a:cs typeface="Tahoma"/>
              </a:rPr>
              <a:t> </a:t>
            </a:r>
            <a:r>
              <a:rPr lang="en-US" spc="-5" dirty="0" err="1">
                <a:latin typeface="Tahoma"/>
                <a:cs typeface="Tahoma"/>
              </a:rPr>
              <a:t>Studenten</a:t>
            </a:r>
            <a:r>
              <a:rPr lang="en-US" spc="-5" dirty="0">
                <a:latin typeface="Tahoma"/>
                <a:cs typeface="Tahoma"/>
              </a:rPr>
              <a:t>.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CE16795-940D-C322-2D33-797D550143B1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5175591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Ausarbeitung</a:t>
            </a:r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4228542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1823" y="1339850"/>
            <a:ext cx="8846820" cy="543146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927100" marR="67945" indent="-457200">
              <a:lnSpc>
                <a:spcPct val="79900"/>
              </a:lnSpc>
              <a:spcBef>
                <a:spcPts val="675"/>
              </a:spcBef>
              <a:buClr>
                <a:schemeClr val="accent1"/>
              </a:buClr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Studenten dürfen bei demselben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Professor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bzw. derselben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Professorin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nur ein Seminarthema "ableisten" (damit ein  breites Spektrum abgedeckt</a:t>
            </a:r>
            <a:r>
              <a:rPr sz="2400" spc="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wird</a:t>
            </a:r>
            <a:r>
              <a:rPr lang="de-DE" sz="2400" spc="-5" dirty="0">
                <a:solidFill>
                  <a:srgbClr val="FF0000"/>
                </a:solidFill>
                <a:latin typeface="Tahoma"/>
                <a:cs typeface="Tahoma"/>
              </a:rPr>
              <a:t>, keine Lieblinge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).</a:t>
            </a:r>
            <a:endParaRPr sz="2400" dirty="0">
              <a:latin typeface="Tahoma"/>
              <a:cs typeface="Tahoma"/>
            </a:endParaRPr>
          </a:p>
          <a:p>
            <a:pPr marL="927100" marR="51435" indent="-457200">
              <a:lnSpc>
                <a:spcPct val="79900"/>
              </a:lnSpc>
              <a:spcBef>
                <a:spcPts val="2300"/>
              </a:spcBef>
              <a:buClr>
                <a:schemeClr val="accent1"/>
              </a:buClr>
              <a:buAutoNum type="arabicPeriod"/>
              <a:tabLst>
                <a:tab pos="926465" algn="l"/>
                <a:tab pos="927100" algn="l"/>
              </a:tabLst>
            </a:pPr>
            <a:r>
              <a:rPr sz="2400" spc="-5" dirty="0">
                <a:solidFill>
                  <a:srgbClr val="0000FF"/>
                </a:solidFill>
                <a:latin typeface="Tahoma"/>
                <a:cs typeface="Tahoma"/>
              </a:rPr>
              <a:t>Studenten dürfen dasselbe Seminarthema nur einmal  bearbeiten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– sie </a:t>
            </a:r>
            <a:r>
              <a:rPr sz="2400" spc="-5" dirty="0">
                <a:solidFill>
                  <a:srgbClr val="0000FF"/>
                </a:solidFill>
                <a:latin typeface="Tahoma"/>
                <a:cs typeface="Tahoma"/>
              </a:rPr>
              <a:t>dürfen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also </a:t>
            </a:r>
            <a:r>
              <a:rPr sz="2400" spc="-5" dirty="0">
                <a:solidFill>
                  <a:srgbClr val="0000FF"/>
                </a:solidFill>
                <a:latin typeface="Tahoma"/>
                <a:cs typeface="Tahoma"/>
              </a:rPr>
              <a:t>nicht bei anderen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Professoren  </a:t>
            </a:r>
            <a:r>
              <a:rPr sz="2400" spc="-5" dirty="0">
                <a:solidFill>
                  <a:srgbClr val="0000FF"/>
                </a:solidFill>
                <a:latin typeface="Tahoma"/>
                <a:cs typeface="Tahoma"/>
              </a:rPr>
              <a:t>ein schon einmal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erteiltes </a:t>
            </a:r>
            <a:r>
              <a:rPr sz="2400" spc="-5" dirty="0">
                <a:solidFill>
                  <a:srgbClr val="0000FF"/>
                </a:solidFill>
                <a:latin typeface="Tahoma"/>
                <a:cs typeface="Tahoma"/>
              </a:rPr>
              <a:t>Seminarthema nochmals  bearbeiten.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400" spc="-5" dirty="0">
                <a:latin typeface="Tahoma"/>
                <a:cs typeface="Tahoma"/>
              </a:rPr>
              <a:t>Es sind aber folgende Datenbankzustände nach </a:t>
            </a:r>
            <a:r>
              <a:rPr sz="2400" dirty="0">
                <a:latin typeface="Tahoma"/>
                <a:cs typeface="Tahoma"/>
              </a:rPr>
              <a:t>wie </a:t>
            </a:r>
            <a:r>
              <a:rPr sz="2400" spc="-5" dirty="0">
                <a:latin typeface="Tahoma"/>
                <a:cs typeface="Tahoma"/>
              </a:rPr>
              <a:t>vor</a:t>
            </a:r>
            <a:r>
              <a:rPr sz="2400" spc="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möglich: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450" dirty="0">
              <a:latin typeface="Times New Roman"/>
              <a:cs typeface="Times New Roman"/>
            </a:endParaRPr>
          </a:p>
          <a:p>
            <a:pPr marL="927100" indent="-457200">
              <a:lnSpc>
                <a:spcPts val="2590"/>
              </a:lnSpc>
              <a:buClr>
                <a:schemeClr val="accent1"/>
              </a:buClr>
              <a:buFont typeface="Webdings"/>
              <a:buChar char=""/>
              <a:tabLst>
                <a:tab pos="926465" algn="l"/>
                <a:tab pos="927100" algn="l"/>
              </a:tabLst>
            </a:pPr>
            <a:r>
              <a:rPr sz="2400" dirty="0">
                <a:latin typeface="Tahoma"/>
                <a:cs typeface="Tahoma"/>
              </a:rPr>
              <a:t>Professoren </a:t>
            </a:r>
            <a:r>
              <a:rPr sz="2400" spc="-5" dirty="0">
                <a:latin typeface="Tahoma"/>
                <a:cs typeface="Tahoma"/>
              </a:rPr>
              <a:t>können dasselbe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Seminarthema</a:t>
            </a:r>
            <a:endParaRPr sz="2400" dirty="0">
              <a:latin typeface="Tahoma"/>
              <a:cs typeface="Tahoma"/>
            </a:endParaRPr>
          </a:p>
          <a:p>
            <a:pPr marL="927100" marR="5080">
              <a:lnSpc>
                <a:spcPct val="79900"/>
              </a:lnSpc>
              <a:spcBef>
                <a:spcPts val="290"/>
              </a:spcBef>
              <a:buClr>
                <a:schemeClr val="accent1"/>
              </a:buClr>
            </a:pPr>
            <a:r>
              <a:rPr sz="2400" spc="-5" dirty="0">
                <a:latin typeface="Tahoma"/>
                <a:cs typeface="Tahoma"/>
              </a:rPr>
              <a:t>„wiederverwenden“ </a:t>
            </a:r>
            <a:r>
              <a:rPr sz="2400" dirty="0">
                <a:latin typeface="Tahoma"/>
                <a:cs typeface="Tahoma"/>
              </a:rPr>
              <a:t>– also </a:t>
            </a:r>
            <a:r>
              <a:rPr sz="2400" spc="-5" dirty="0">
                <a:latin typeface="Tahoma"/>
                <a:cs typeface="Tahoma"/>
              </a:rPr>
              <a:t>dasselbe Thema auch mehreren  Studenten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erteilen.</a:t>
            </a:r>
            <a:endParaRPr sz="2400" dirty="0">
              <a:latin typeface="Tahoma"/>
              <a:cs typeface="Tahoma"/>
            </a:endParaRPr>
          </a:p>
          <a:p>
            <a:pPr marL="927100" marR="740410" indent="-457200">
              <a:lnSpc>
                <a:spcPct val="79900"/>
              </a:lnSpc>
              <a:spcBef>
                <a:spcPts val="2295"/>
              </a:spcBef>
              <a:buClr>
                <a:schemeClr val="accent1"/>
              </a:buClr>
              <a:buFont typeface="Webdings"/>
              <a:buChar char=""/>
              <a:tabLst>
                <a:tab pos="926465" algn="l"/>
                <a:tab pos="927100" algn="l"/>
              </a:tabLst>
            </a:pPr>
            <a:r>
              <a:rPr sz="2400" spc="-5" dirty="0">
                <a:latin typeface="Tahoma"/>
                <a:cs typeface="Tahoma"/>
              </a:rPr>
              <a:t>Ein Thema kann von mehreren </a:t>
            </a:r>
            <a:r>
              <a:rPr sz="2400" dirty="0">
                <a:latin typeface="Tahoma"/>
                <a:cs typeface="Tahoma"/>
              </a:rPr>
              <a:t>Professoren </a:t>
            </a:r>
            <a:r>
              <a:rPr sz="2400" spc="-5" dirty="0">
                <a:latin typeface="Tahoma"/>
                <a:cs typeface="Tahoma"/>
              </a:rPr>
              <a:t>vergeben  werden </a:t>
            </a:r>
            <a:r>
              <a:rPr sz="2400" dirty="0">
                <a:latin typeface="Tahoma"/>
                <a:cs typeface="Tahoma"/>
              </a:rPr>
              <a:t>– </a:t>
            </a:r>
            <a:r>
              <a:rPr sz="2400" spc="-5" dirty="0">
                <a:latin typeface="Tahoma"/>
                <a:cs typeface="Tahoma"/>
              </a:rPr>
              <a:t>aber an unterschiedliche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60DE0734-34B2-2AAD-AA0D-C8D2E4C6543F}"/>
              </a:ext>
            </a:extLst>
          </p:cNvPr>
          <p:cNvSpPr txBox="1">
            <a:spLocks/>
          </p:cNvSpPr>
          <p:nvPr/>
        </p:nvSpPr>
        <p:spPr>
          <a:xfrm>
            <a:off x="933109" y="577850"/>
            <a:ext cx="5708991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Dadurch</a:t>
            </a:r>
            <a:r>
              <a:rPr lang="en-GB" spc="-5" dirty="0"/>
              <a:t> </a:t>
            </a:r>
            <a:r>
              <a:rPr lang="en-GB" spc="-5" dirty="0" err="1"/>
              <a:t>erzwungene</a:t>
            </a:r>
            <a:r>
              <a:rPr lang="en-GB" spc="-5" dirty="0"/>
              <a:t> </a:t>
            </a:r>
            <a:r>
              <a:rPr lang="en-GB" spc="-5" dirty="0" err="1"/>
              <a:t>Konsistenzbedingungen</a:t>
            </a:r>
            <a:endParaRPr lang="en-GB"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501650"/>
            <a:ext cx="5887917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0" algn="l"/>
              </a:tabLst>
            </a:pPr>
            <a:r>
              <a:rPr spc="-5" dirty="0" err="1"/>
              <a:t>Ausprägung</a:t>
            </a:r>
            <a:r>
              <a:rPr lang="de-DE" spc="-5" dirty="0"/>
              <a:t> </a:t>
            </a:r>
            <a:r>
              <a:rPr dirty="0"/>
              <a:t>der </a:t>
            </a:r>
            <a:r>
              <a:rPr spc="-5" dirty="0"/>
              <a:t>Beziehung</a:t>
            </a:r>
            <a:r>
              <a:rPr spc="-70" dirty="0"/>
              <a:t> </a:t>
            </a:r>
            <a:r>
              <a:rPr b="1" i="1" spc="-5" dirty="0">
                <a:latin typeface="Times New Roman"/>
                <a:cs typeface="Times New Roman"/>
              </a:rPr>
              <a:t>betreuen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627" y="6762316"/>
            <a:ext cx="221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Seminarthemen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100" baseline="-13888" dirty="0">
                <a:solidFill>
                  <a:srgbClr val="CC66FF"/>
                </a:solidFill>
                <a:latin typeface="Arial"/>
                <a:cs typeface="Arial"/>
              </a:rPr>
              <a:t>19</a:t>
            </a:r>
            <a:endParaRPr sz="2100" baseline="-1388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4499" y="1784235"/>
            <a:ext cx="381000" cy="361950"/>
          </a:xfrm>
          <a:custGeom>
            <a:avLst/>
            <a:gdLst/>
            <a:ahLst/>
            <a:cxnLst/>
            <a:rect l="l" t="t" r="r" b="b"/>
            <a:pathLst>
              <a:path w="381000" h="361950">
                <a:moveTo>
                  <a:pt x="0" y="0"/>
                </a:moveTo>
                <a:lnTo>
                  <a:pt x="380999" y="0"/>
                </a:lnTo>
                <a:lnTo>
                  <a:pt x="380999" y="361949"/>
                </a:lnTo>
                <a:lnTo>
                  <a:pt x="0" y="3619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54127" y="1144155"/>
            <a:ext cx="146494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  <a:p>
            <a:pPr marR="189865" algn="ctr">
              <a:lnSpc>
                <a:spcPct val="100000"/>
              </a:lnSpc>
              <a:spcBef>
                <a:spcPts val="2045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94499" y="2362085"/>
            <a:ext cx="381000" cy="361950"/>
          </a:xfrm>
          <a:custGeom>
            <a:avLst/>
            <a:gdLst/>
            <a:ahLst/>
            <a:cxnLst/>
            <a:rect l="l" t="t" r="r" b="b"/>
            <a:pathLst>
              <a:path w="381000" h="361950">
                <a:moveTo>
                  <a:pt x="0" y="0"/>
                </a:moveTo>
                <a:lnTo>
                  <a:pt x="380999" y="0"/>
                </a:lnTo>
                <a:lnTo>
                  <a:pt x="380999" y="361949"/>
                </a:lnTo>
                <a:lnTo>
                  <a:pt x="0" y="3619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47839" y="2347480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94499" y="2939935"/>
            <a:ext cx="381000" cy="360680"/>
          </a:xfrm>
          <a:custGeom>
            <a:avLst/>
            <a:gdLst/>
            <a:ahLst/>
            <a:cxnLst/>
            <a:rect l="l" t="t" r="r" b="b"/>
            <a:pathLst>
              <a:path w="381000" h="360679">
                <a:moveTo>
                  <a:pt x="0" y="0"/>
                </a:moveTo>
                <a:lnTo>
                  <a:pt x="380999" y="0"/>
                </a:lnTo>
                <a:lnTo>
                  <a:pt x="380999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47839" y="2924530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94499" y="3517785"/>
            <a:ext cx="381000" cy="360680"/>
          </a:xfrm>
          <a:custGeom>
            <a:avLst/>
            <a:gdLst/>
            <a:ahLst/>
            <a:cxnLst/>
            <a:rect l="l" t="t" r="r" b="b"/>
            <a:pathLst>
              <a:path w="381000" h="360679">
                <a:moveTo>
                  <a:pt x="0" y="0"/>
                </a:moveTo>
                <a:lnTo>
                  <a:pt x="380999" y="0"/>
                </a:lnTo>
                <a:lnTo>
                  <a:pt x="380999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47839" y="3502380"/>
            <a:ext cx="27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20833" dirty="0"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13499" y="1568335"/>
            <a:ext cx="1143000" cy="2527300"/>
          </a:xfrm>
          <a:custGeom>
            <a:avLst/>
            <a:gdLst/>
            <a:ahLst/>
            <a:cxnLst/>
            <a:rect l="l" t="t" r="r" b="b"/>
            <a:pathLst>
              <a:path w="1143000" h="2527300">
                <a:moveTo>
                  <a:pt x="0" y="1263649"/>
                </a:moveTo>
                <a:lnTo>
                  <a:pt x="743" y="1198621"/>
                </a:lnTo>
                <a:lnTo>
                  <a:pt x="2950" y="1134448"/>
                </a:lnTo>
                <a:lnTo>
                  <a:pt x="6584" y="1071207"/>
                </a:lnTo>
                <a:lnTo>
                  <a:pt x="11610" y="1008979"/>
                </a:lnTo>
                <a:lnTo>
                  <a:pt x="17992" y="947843"/>
                </a:lnTo>
                <a:lnTo>
                  <a:pt x="25693" y="887878"/>
                </a:lnTo>
                <a:lnTo>
                  <a:pt x="34678" y="829164"/>
                </a:lnTo>
                <a:lnTo>
                  <a:pt x="44911" y="771779"/>
                </a:lnTo>
                <a:lnTo>
                  <a:pt x="56356" y="715804"/>
                </a:lnTo>
                <a:lnTo>
                  <a:pt x="68976" y="661318"/>
                </a:lnTo>
                <a:lnTo>
                  <a:pt x="82737" y="608401"/>
                </a:lnTo>
                <a:lnTo>
                  <a:pt x="97603" y="557130"/>
                </a:lnTo>
                <a:lnTo>
                  <a:pt x="113536" y="507587"/>
                </a:lnTo>
                <a:lnTo>
                  <a:pt x="130502" y="459850"/>
                </a:lnTo>
                <a:lnTo>
                  <a:pt x="148465" y="413999"/>
                </a:lnTo>
                <a:lnTo>
                  <a:pt x="167388" y="370114"/>
                </a:lnTo>
                <a:lnTo>
                  <a:pt x="187236" y="328273"/>
                </a:lnTo>
                <a:lnTo>
                  <a:pt x="207972" y="288555"/>
                </a:lnTo>
                <a:lnTo>
                  <a:pt x="229562" y="251042"/>
                </a:lnTo>
                <a:lnTo>
                  <a:pt x="251968" y="215811"/>
                </a:lnTo>
                <a:lnTo>
                  <a:pt x="275156" y="182942"/>
                </a:lnTo>
                <a:lnTo>
                  <a:pt x="299088" y="152515"/>
                </a:lnTo>
                <a:lnTo>
                  <a:pt x="349045" y="99303"/>
                </a:lnTo>
                <a:lnTo>
                  <a:pt x="401552" y="56811"/>
                </a:lnTo>
                <a:lnTo>
                  <a:pt x="456322" y="25672"/>
                </a:lnTo>
                <a:lnTo>
                  <a:pt x="513066" y="6524"/>
                </a:lnTo>
                <a:lnTo>
                  <a:pt x="571499" y="0"/>
                </a:lnTo>
                <a:lnTo>
                  <a:pt x="600908" y="1644"/>
                </a:lnTo>
                <a:lnTo>
                  <a:pt x="658533" y="14560"/>
                </a:lnTo>
                <a:lnTo>
                  <a:pt x="714326" y="39783"/>
                </a:lnTo>
                <a:lnTo>
                  <a:pt x="768000" y="76677"/>
                </a:lnTo>
                <a:lnTo>
                  <a:pt x="819268" y="124609"/>
                </a:lnTo>
                <a:lnTo>
                  <a:pt x="867842" y="182942"/>
                </a:lnTo>
                <a:lnTo>
                  <a:pt x="891030" y="215811"/>
                </a:lnTo>
                <a:lnTo>
                  <a:pt x="913436" y="251042"/>
                </a:lnTo>
                <a:lnTo>
                  <a:pt x="935026" y="288555"/>
                </a:lnTo>
                <a:lnTo>
                  <a:pt x="955763" y="328273"/>
                </a:lnTo>
                <a:lnTo>
                  <a:pt x="975610" y="370114"/>
                </a:lnTo>
                <a:lnTo>
                  <a:pt x="994533" y="413999"/>
                </a:lnTo>
                <a:lnTo>
                  <a:pt x="1012496" y="459850"/>
                </a:lnTo>
                <a:lnTo>
                  <a:pt x="1029462" y="507587"/>
                </a:lnTo>
                <a:lnTo>
                  <a:pt x="1045396" y="557130"/>
                </a:lnTo>
                <a:lnTo>
                  <a:pt x="1060261" y="608401"/>
                </a:lnTo>
                <a:lnTo>
                  <a:pt x="1074022" y="661318"/>
                </a:lnTo>
                <a:lnTo>
                  <a:pt x="1086643" y="715804"/>
                </a:lnTo>
                <a:lnTo>
                  <a:pt x="1098087" y="771779"/>
                </a:lnTo>
                <a:lnTo>
                  <a:pt x="1108320" y="829164"/>
                </a:lnTo>
                <a:lnTo>
                  <a:pt x="1117305" y="887878"/>
                </a:lnTo>
                <a:lnTo>
                  <a:pt x="1125006" y="947843"/>
                </a:lnTo>
                <a:lnTo>
                  <a:pt x="1131388" y="1008979"/>
                </a:lnTo>
                <a:lnTo>
                  <a:pt x="1136414" y="1071207"/>
                </a:lnTo>
                <a:lnTo>
                  <a:pt x="1140048" y="1134448"/>
                </a:lnTo>
                <a:lnTo>
                  <a:pt x="1142255" y="1198621"/>
                </a:lnTo>
                <a:lnTo>
                  <a:pt x="1142999" y="1263649"/>
                </a:lnTo>
                <a:lnTo>
                  <a:pt x="1142255" y="1328676"/>
                </a:lnTo>
                <a:lnTo>
                  <a:pt x="1140048" y="1392849"/>
                </a:lnTo>
                <a:lnTo>
                  <a:pt x="1136414" y="1456089"/>
                </a:lnTo>
                <a:lnTo>
                  <a:pt x="1131388" y="1518317"/>
                </a:lnTo>
                <a:lnTo>
                  <a:pt x="1125006" y="1579453"/>
                </a:lnTo>
                <a:lnTo>
                  <a:pt x="1117305" y="1639418"/>
                </a:lnTo>
                <a:lnTo>
                  <a:pt x="1108320" y="1698132"/>
                </a:lnTo>
                <a:lnTo>
                  <a:pt x="1098087" y="1755516"/>
                </a:lnTo>
                <a:lnTo>
                  <a:pt x="1086643" y="1811491"/>
                </a:lnTo>
                <a:lnTo>
                  <a:pt x="1074022" y="1865977"/>
                </a:lnTo>
                <a:lnTo>
                  <a:pt x="1060261" y="1918895"/>
                </a:lnTo>
                <a:lnTo>
                  <a:pt x="1045396" y="1970165"/>
                </a:lnTo>
                <a:lnTo>
                  <a:pt x="1029462" y="2019708"/>
                </a:lnTo>
                <a:lnTo>
                  <a:pt x="1012496" y="2067445"/>
                </a:lnTo>
                <a:lnTo>
                  <a:pt x="994533" y="2113296"/>
                </a:lnTo>
                <a:lnTo>
                  <a:pt x="975610" y="2157182"/>
                </a:lnTo>
                <a:lnTo>
                  <a:pt x="955763" y="2199023"/>
                </a:lnTo>
                <a:lnTo>
                  <a:pt x="935026" y="2238740"/>
                </a:lnTo>
                <a:lnTo>
                  <a:pt x="913436" y="2276254"/>
                </a:lnTo>
                <a:lnTo>
                  <a:pt x="891030" y="2311485"/>
                </a:lnTo>
                <a:lnTo>
                  <a:pt x="867842" y="2344354"/>
                </a:lnTo>
                <a:lnTo>
                  <a:pt x="843910" y="2374781"/>
                </a:lnTo>
                <a:lnTo>
                  <a:pt x="793953" y="2427993"/>
                </a:lnTo>
                <a:lnTo>
                  <a:pt x="741446" y="2470486"/>
                </a:lnTo>
                <a:lnTo>
                  <a:pt x="686676" y="2501625"/>
                </a:lnTo>
                <a:lnTo>
                  <a:pt x="629932" y="2520774"/>
                </a:lnTo>
                <a:lnTo>
                  <a:pt x="571499" y="2527298"/>
                </a:lnTo>
                <a:lnTo>
                  <a:pt x="542090" y="2525654"/>
                </a:lnTo>
                <a:lnTo>
                  <a:pt x="484465" y="2512738"/>
                </a:lnTo>
                <a:lnTo>
                  <a:pt x="428672" y="2487515"/>
                </a:lnTo>
                <a:lnTo>
                  <a:pt x="374998" y="2450619"/>
                </a:lnTo>
                <a:lnTo>
                  <a:pt x="323730" y="2402688"/>
                </a:lnTo>
                <a:lnTo>
                  <a:pt x="275156" y="2344354"/>
                </a:lnTo>
                <a:lnTo>
                  <a:pt x="251968" y="2311485"/>
                </a:lnTo>
                <a:lnTo>
                  <a:pt x="229562" y="2276254"/>
                </a:lnTo>
                <a:lnTo>
                  <a:pt x="207972" y="2238740"/>
                </a:lnTo>
                <a:lnTo>
                  <a:pt x="187236" y="2199023"/>
                </a:lnTo>
                <a:lnTo>
                  <a:pt x="167388" y="2157182"/>
                </a:lnTo>
                <a:lnTo>
                  <a:pt x="148465" y="2113296"/>
                </a:lnTo>
                <a:lnTo>
                  <a:pt x="130502" y="2067445"/>
                </a:lnTo>
                <a:lnTo>
                  <a:pt x="113536" y="2019708"/>
                </a:lnTo>
                <a:lnTo>
                  <a:pt x="97603" y="1970165"/>
                </a:lnTo>
                <a:lnTo>
                  <a:pt x="82737" y="1918895"/>
                </a:lnTo>
                <a:lnTo>
                  <a:pt x="68976" y="1865977"/>
                </a:lnTo>
                <a:lnTo>
                  <a:pt x="56356" y="1811491"/>
                </a:lnTo>
                <a:lnTo>
                  <a:pt x="44911" y="1755516"/>
                </a:lnTo>
                <a:lnTo>
                  <a:pt x="34678" y="1698132"/>
                </a:lnTo>
                <a:lnTo>
                  <a:pt x="25693" y="1639418"/>
                </a:lnTo>
                <a:lnTo>
                  <a:pt x="17992" y="1579453"/>
                </a:lnTo>
                <a:lnTo>
                  <a:pt x="11610" y="1518317"/>
                </a:lnTo>
                <a:lnTo>
                  <a:pt x="6584" y="1456089"/>
                </a:lnTo>
                <a:lnTo>
                  <a:pt x="2950" y="1392849"/>
                </a:lnTo>
                <a:lnTo>
                  <a:pt x="743" y="1328676"/>
                </a:lnTo>
                <a:lnTo>
                  <a:pt x="0" y="12636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94499" y="4671898"/>
            <a:ext cx="381000" cy="361950"/>
          </a:xfrm>
          <a:custGeom>
            <a:avLst/>
            <a:gdLst/>
            <a:ahLst/>
            <a:cxnLst/>
            <a:rect l="l" t="t" r="r" b="b"/>
            <a:pathLst>
              <a:path w="381000" h="361950">
                <a:moveTo>
                  <a:pt x="0" y="0"/>
                </a:moveTo>
                <a:lnTo>
                  <a:pt x="380999" y="0"/>
                </a:lnTo>
                <a:lnTo>
                  <a:pt x="380999" y="361949"/>
                </a:lnTo>
                <a:lnTo>
                  <a:pt x="0" y="3619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73239" y="465729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94499" y="5249748"/>
            <a:ext cx="381000" cy="361950"/>
          </a:xfrm>
          <a:custGeom>
            <a:avLst/>
            <a:gdLst/>
            <a:ahLst/>
            <a:cxnLst/>
            <a:rect l="l" t="t" r="r" b="b"/>
            <a:pathLst>
              <a:path w="381000" h="361950">
                <a:moveTo>
                  <a:pt x="0" y="0"/>
                </a:moveTo>
                <a:lnTo>
                  <a:pt x="380999" y="0"/>
                </a:lnTo>
                <a:lnTo>
                  <a:pt x="380999" y="361949"/>
                </a:lnTo>
                <a:lnTo>
                  <a:pt x="0" y="3619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073239" y="5235143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57922" y="5412943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94499" y="5827598"/>
            <a:ext cx="381000" cy="360680"/>
          </a:xfrm>
          <a:custGeom>
            <a:avLst/>
            <a:gdLst/>
            <a:ahLst/>
            <a:cxnLst/>
            <a:rect l="l" t="t" r="r" b="b"/>
            <a:pathLst>
              <a:path w="381000" h="360679">
                <a:moveTo>
                  <a:pt x="0" y="0"/>
                </a:moveTo>
                <a:lnTo>
                  <a:pt x="380999" y="0"/>
                </a:lnTo>
                <a:lnTo>
                  <a:pt x="380999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3239" y="581220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994499" y="6405447"/>
            <a:ext cx="381000" cy="360680"/>
          </a:xfrm>
          <a:custGeom>
            <a:avLst/>
            <a:gdLst/>
            <a:ahLst/>
            <a:cxnLst/>
            <a:rect l="l" t="t" r="r" b="b"/>
            <a:pathLst>
              <a:path w="381000" h="360679">
                <a:moveTo>
                  <a:pt x="0" y="0"/>
                </a:moveTo>
                <a:lnTo>
                  <a:pt x="380999" y="0"/>
                </a:lnTo>
                <a:lnTo>
                  <a:pt x="380999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73239" y="6390047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20833" dirty="0"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613499" y="4455998"/>
            <a:ext cx="1143000" cy="2599055"/>
          </a:xfrm>
          <a:custGeom>
            <a:avLst/>
            <a:gdLst/>
            <a:ahLst/>
            <a:cxnLst/>
            <a:rect l="l" t="t" r="r" b="b"/>
            <a:pathLst>
              <a:path w="1143000" h="2599054">
                <a:moveTo>
                  <a:pt x="0" y="1299369"/>
                </a:moveTo>
                <a:lnTo>
                  <a:pt x="699" y="1234517"/>
                </a:lnTo>
                <a:lnTo>
                  <a:pt x="2775" y="1170488"/>
                </a:lnTo>
                <a:lnTo>
                  <a:pt x="6196" y="1107357"/>
                </a:lnTo>
                <a:lnTo>
                  <a:pt x="10928" y="1045198"/>
                </a:lnTo>
                <a:lnTo>
                  <a:pt x="16939" y="984085"/>
                </a:lnTo>
                <a:lnTo>
                  <a:pt x="24196" y="924093"/>
                </a:lnTo>
                <a:lnTo>
                  <a:pt x="32667" y="865297"/>
                </a:lnTo>
                <a:lnTo>
                  <a:pt x="42317" y="807770"/>
                </a:lnTo>
                <a:lnTo>
                  <a:pt x="53116" y="751587"/>
                </a:lnTo>
                <a:lnTo>
                  <a:pt x="65030" y="696823"/>
                </a:lnTo>
                <a:lnTo>
                  <a:pt x="78026" y="643552"/>
                </a:lnTo>
                <a:lnTo>
                  <a:pt x="92072" y="591848"/>
                </a:lnTo>
                <a:lnTo>
                  <a:pt x="107134" y="541786"/>
                </a:lnTo>
                <a:lnTo>
                  <a:pt x="123181" y="493441"/>
                </a:lnTo>
                <a:lnTo>
                  <a:pt x="140179" y="446887"/>
                </a:lnTo>
                <a:lnTo>
                  <a:pt x="158095" y="402197"/>
                </a:lnTo>
                <a:lnTo>
                  <a:pt x="176898" y="359448"/>
                </a:lnTo>
                <a:lnTo>
                  <a:pt x="196553" y="318713"/>
                </a:lnTo>
                <a:lnTo>
                  <a:pt x="217029" y="280066"/>
                </a:lnTo>
                <a:lnTo>
                  <a:pt x="238293" y="243582"/>
                </a:lnTo>
                <a:lnTo>
                  <a:pt x="260311" y="209336"/>
                </a:lnTo>
                <a:lnTo>
                  <a:pt x="283052" y="177401"/>
                </a:lnTo>
                <a:lnTo>
                  <a:pt x="330569" y="120766"/>
                </a:lnTo>
                <a:lnTo>
                  <a:pt x="380582" y="74272"/>
                </a:lnTo>
                <a:lnTo>
                  <a:pt x="432828" y="38514"/>
                </a:lnTo>
                <a:lnTo>
                  <a:pt x="487047" y="14088"/>
                </a:lnTo>
                <a:lnTo>
                  <a:pt x="542975" y="1590"/>
                </a:lnTo>
                <a:lnTo>
                  <a:pt x="571499" y="0"/>
                </a:lnTo>
                <a:lnTo>
                  <a:pt x="600023" y="1590"/>
                </a:lnTo>
                <a:lnTo>
                  <a:pt x="655951" y="14088"/>
                </a:lnTo>
                <a:lnTo>
                  <a:pt x="710170" y="38514"/>
                </a:lnTo>
                <a:lnTo>
                  <a:pt x="762416" y="74272"/>
                </a:lnTo>
                <a:lnTo>
                  <a:pt x="812429" y="120766"/>
                </a:lnTo>
                <a:lnTo>
                  <a:pt x="859946" y="177401"/>
                </a:lnTo>
                <a:lnTo>
                  <a:pt x="882687" y="209336"/>
                </a:lnTo>
                <a:lnTo>
                  <a:pt x="904705" y="243582"/>
                </a:lnTo>
                <a:lnTo>
                  <a:pt x="925969" y="280066"/>
                </a:lnTo>
                <a:lnTo>
                  <a:pt x="946445" y="318713"/>
                </a:lnTo>
                <a:lnTo>
                  <a:pt x="966100" y="359448"/>
                </a:lnTo>
                <a:lnTo>
                  <a:pt x="984903" y="402197"/>
                </a:lnTo>
                <a:lnTo>
                  <a:pt x="1002819" y="446887"/>
                </a:lnTo>
                <a:lnTo>
                  <a:pt x="1019817" y="493441"/>
                </a:lnTo>
                <a:lnTo>
                  <a:pt x="1035864" y="541786"/>
                </a:lnTo>
                <a:lnTo>
                  <a:pt x="1050927" y="591848"/>
                </a:lnTo>
                <a:lnTo>
                  <a:pt x="1064972" y="643552"/>
                </a:lnTo>
                <a:lnTo>
                  <a:pt x="1077968" y="696823"/>
                </a:lnTo>
                <a:lnTo>
                  <a:pt x="1089882" y="751587"/>
                </a:lnTo>
                <a:lnTo>
                  <a:pt x="1100681" y="807770"/>
                </a:lnTo>
                <a:lnTo>
                  <a:pt x="1110332" y="865297"/>
                </a:lnTo>
                <a:lnTo>
                  <a:pt x="1118802" y="924093"/>
                </a:lnTo>
                <a:lnTo>
                  <a:pt x="1126059" y="984085"/>
                </a:lnTo>
                <a:lnTo>
                  <a:pt x="1132070" y="1045198"/>
                </a:lnTo>
                <a:lnTo>
                  <a:pt x="1136802" y="1107357"/>
                </a:lnTo>
                <a:lnTo>
                  <a:pt x="1140223" y="1170488"/>
                </a:lnTo>
                <a:lnTo>
                  <a:pt x="1142299" y="1234517"/>
                </a:lnTo>
                <a:lnTo>
                  <a:pt x="1142999" y="1299369"/>
                </a:lnTo>
                <a:lnTo>
                  <a:pt x="1142299" y="1364220"/>
                </a:lnTo>
                <a:lnTo>
                  <a:pt x="1140223" y="1428248"/>
                </a:lnTo>
                <a:lnTo>
                  <a:pt x="1136802" y="1491379"/>
                </a:lnTo>
                <a:lnTo>
                  <a:pt x="1132070" y="1553538"/>
                </a:lnTo>
                <a:lnTo>
                  <a:pt x="1126059" y="1614651"/>
                </a:lnTo>
                <a:lnTo>
                  <a:pt x="1118802" y="1674643"/>
                </a:lnTo>
                <a:lnTo>
                  <a:pt x="1110332" y="1733439"/>
                </a:lnTo>
                <a:lnTo>
                  <a:pt x="1100681" y="1790966"/>
                </a:lnTo>
                <a:lnTo>
                  <a:pt x="1089882" y="1847149"/>
                </a:lnTo>
                <a:lnTo>
                  <a:pt x="1077968" y="1901913"/>
                </a:lnTo>
                <a:lnTo>
                  <a:pt x="1064972" y="1955184"/>
                </a:lnTo>
                <a:lnTo>
                  <a:pt x="1050927" y="2006888"/>
                </a:lnTo>
                <a:lnTo>
                  <a:pt x="1035864" y="2056949"/>
                </a:lnTo>
                <a:lnTo>
                  <a:pt x="1019817" y="2105295"/>
                </a:lnTo>
                <a:lnTo>
                  <a:pt x="1002819" y="2151849"/>
                </a:lnTo>
                <a:lnTo>
                  <a:pt x="984903" y="2196538"/>
                </a:lnTo>
                <a:lnTo>
                  <a:pt x="966100" y="2239288"/>
                </a:lnTo>
                <a:lnTo>
                  <a:pt x="946445" y="2280023"/>
                </a:lnTo>
                <a:lnTo>
                  <a:pt x="925969" y="2318670"/>
                </a:lnTo>
                <a:lnTo>
                  <a:pt x="904705" y="2355154"/>
                </a:lnTo>
                <a:lnTo>
                  <a:pt x="882687" y="2389401"/>
                </a:lnTo>
                <a:lnTo>
                  <a:pt x="859946" y="2421335"/>
                </a:lnTo>
                <a:lnTo>
                  <a:pt x="812429" y="2477971"/>
                </a:lnTo>
                <a:lnTo>
                  <a:pt x="762416" y="2524465"/>
                </a:lnTo>
                <a:lnTo>
                  <a:pt x="710170" y="2560223"/>
                </a:lnTo>
                <a:lnTo>
                  <a:pt x="655951" y="2584649"/>
                </a:lnTo>
                <a:lnTo>
                  <a:pt x="600023" y="2597147"/>
                </a:lnTo>
                <a:lnTo>
                  <a:pt x="571499" y="2598738"/>
                </a:lnTo>
                <a:lnTo>
                  <a:pt x="542975" y="2597147"/>
                </a:lnTo>
                <a:lnTo>
                  <a:pt x="487047" y="2584649"/>
                </a:lnTo>
                <a:lnTo>
                  <a:pt x="432828" y="2560223"/>
                </a:lnTo>
                <a:lnTo>
                  <a:pt x="380582" y="2524465"/>
                </a:lnTo>
                <a:lnTo>
                  <a:pt x="330569" y="2477971"/>
                </a:lnTo>
                <a:lnTo>
                  <a:pt x="283052" y="2421335"/>
                </a:lnTo>
                <a:lnTo>
                  <a:pt x="260311" y="2389401"/>
                </a:lnTo>
                <a:lnTo>
                  <a:pt x="238293" y="2355154"/>
                </a:lnTo>
                <a:lnTo>
                  <a:pt x="217029" y="2318670"/>
                </a:lnTo>
                <a:lnTo>
                  <a:pt x="196553" y="2280023"/>
                </a:lnTo>
                <a:lnTo>
                  <a:pt x="176898" y="2239288"/>
                </a:lnTo>
                <a:lnTo>
                  <a:pt x="158095" y="2196538"/>
                </a:lnTo>
                <a:lnTo>
                  <a:pt x="140179" y="2151849"/>
                </a:lnTo>
                <a:lnTo>
                  <a:pt x="123181" y="2105295"/>
                </a:lnTo>
                <a:lnTo>
                  <a:pt x="107134" y="2056949"/>
                </a:lnTo>
                <a:lnTo>
                  <a:pt x="92072" y="2006888"/>
                </a:lnTo>
                <a:lnTo>
                  <a:pt x="78026" y="1955184"/>
                </a:lnTo>
                <a:lnTo>
                  <a:pt x="65030" y="1901913"/>
                </a:lnTo>
                <a:lnTo>
                  <a:pt x="53116" y="1847149"/>
                </a:lnTo>
                <a:lnTo>
                  <a:pt x="42317" y="1790966"/>
                </a:lnTo>
                <a:lnTo>
                  <a:pt x="32667" y="1733439"/>
                </a:lnTo>
                <a:lnTo>
                  <a:pt x="24196" y="1674643"/>
                </a:lnTo>
                <a:lnTo>
                  <a:pt x="16939" y="1614651"/>
                </a:lnTo>
                <a:lnTo>
                  <a:pt x="10928" y="1553538"/>
                </a:lnTo>
                <a:lnTo>
                  <a:pt x="6196" y="1491379"/>
                </a:lnTo>
                <a:lnTo>
                  <a:pt x="2775" y="1428248"/>
                </a:lnTo>
                <a:lnTo>
                  <a:pt x="699" y="1364220"/>
                </a:lnTo>
                <a:lnTo>
                  <a:pt x="0" y="129936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41699" y="3155835"/>
            <a:ext cx="381000" cy="361950"/>
          </a:xfrm>
          <a:custGeom>
            <a:avLst/>
            <a:gdLst/>
            <a:ahLst/>
            <a:cxnLst/>
            <a:rect l="l" t="t" r="r" b="b"/>
            <a:pathLst>
              <a:path w="381000" h="361950">
                <a:moveTo>
                  <a:pt x="0" y="0"/>
                </a:moveTo>
                <a:lnTo>
                  <a:pt x="380999" y="0"/>
                </a:lnTo>
                <a:lnTo>
                  <a:pt x="380999" y="361949"/>
                </a:lnTo>
                <a:lnTo>
                  <a:pt x="0" y="3619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95039" y="3141230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13655" y="3319030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41699" y="3733685"/>
            <a:ext cx="381000" cy="361950"/>
          </a:xfrm>
          <a:custGeom>
            <a:avLst/>
            <a:gdLst/>
            <a:ahLst/>
            <a:cxnLst/>
            <a:rect l="l" t="t" r="r" b="b"/>
            <a:pathLst>
              <a:path w="381000" h="361950">
                <a:moveTo>
                  <a:pt x="0" y="0"/>
                </a:moveTo>
                <a:lnTo>
                  <a:pt x="380999" y="0"/>
                </a:lnTo>
                <a:lnTo>
                  <a:pt x="380999" y="361949"/>
                </a:lnTo>
                <a:lnTo>
                  <a:pt x="0" y="361949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695039" y="3719080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13655" y="3896880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41699" y="4311535"/>
            <a:ext cx="381000" cy="360680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ts val="2840"/>
              </a:lnSpc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41699" y="4889385"/>
            <a:ext cx="381000" cy="360680"/>
          </a:xfrm>
          <a:custGeom>
            <a:avLst/>
            <a:gdLst/>
            <a:ahLst/>
            <a:cxnLst/>
            <a:rect l="l" t="t" r="r" b="b"/>
            <a:pathLst>
              <a:path w="381000" h="360679">
                <a:moveTo>
                  <a:pt x="0" y="0"/>
                </a:moveTo>
                <a:lnTo>
                  <a:pt x="380999" y="0"/>
                </a:lnTo>
                <a:lnTo>
                  <a:pt x="380999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695039" y="4873993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13655" y="5051793"/>
            <a:ext cx="127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60699" y="2868498"/>
            <a:ext cx="1143000" cy="2599055"/>
          </a:xfrm>
          <a:custGeom>
            <a:avLst/>
            <a:gdLst/>
            <a:ahLst/>
            <a:cxnLst/>
            <a:rect l="l" t="t" r="r" b="b"/>
            <a:pathLst>
              <a:path w="1143000" h="2599054">
                <a:moveTo>
                  <a:pt x="0" y="1299369"/>
                </a:moveTo>
                <a:lnTo>
                  <a:pt x="699" y="1234517"/>
                </a:lnTo>
                <a:lnTo>
                  <a:pt x="2775" y="1170488"/>
                </a:lnTo>
                <a:lnTo>
                  <a:pt x="6196" y="1107357"/>
                </a:lnTo>
                <a:lnTo>
                  <a:pt x="10928" y="1045198"/>
                </a:lnTo>
                <a:lnTo>
                  <a:pt x="16939" y="984085"/>
                </a:lnTo>
                <a:lnTo>
                  <a:pt x="24196" y="924093"/>
                </a:lnTo>
                <a:lnTo>
                  <a:pt x="32667" y="865297"/>
                </a:lnTo>
                <a:lnTo>
                  <a:pt x="42317" y="807770"/>
                </a:lnTo>
                <a:lnTo>
                  <a:pt x="53116" y="751587"/>
                </a:lnTo>
                <a:lnTo>
                  <a:pt x="65030" y="696823"/>
                </a:lnTo>
                <a:lnTo>
                  <a:pt x="78026" y="643552"/>
                </a:lnTo>
                <a:lnTo>
                  <a:pt x="92072" y="591848"/>
                </a:lnTo>
                <a:lnTo>
                  <a:pt x="107134" y="541786"/>
                </a:lnTo>
                <a:lnTo>
                  <a:pt x="123181" y="493441"/>
                </a:lnTo>
                <a:lnTo>
                  <a:pt x="140179" y="446887"/>
                </a:lnTo>
                <a:lnTo>
                  <a:pt x="158095" y="402197"/>
                </a:lnTo>
                <a:lnTo>
                  <a:pt x="176898" y="359448"/>
                </a:lnTo>
                <a:lnTo>
                  <a:pt x="196553" y="318713"/>
                </a:lnTo>
                <a:lnTo>
                  <a:pt x="217029" y="280066"/>
                </a:lnTo>
                <a:lnTo>
                  <a:pt x="238293" y="243582"/>
                </a:lnTo>
                <a:lnTo>
                  <a:pt x="260311" y="209336"/>
                </a:lnTo>
                <a:lnTo>
                  <a:pt x="283052" y="177401"/>
                </a:lnTo>
                <a:lnTo>
                  <a:pt x="330569" y="120766"/>
                </a:lnTo>
                <a:lnTo>
                  <a:pt x="380582" y="74272"/>
                </a:lnTo>
                <a:lnTo>
                  <a:pt x="432828" y="38514"/>
                </a:lnTo>
                <a:lnTo>
                  <a:pt x="487047" y="14088"/>
                </a:lnTo>
                <a:lnTo>
                  <a:pt x="542975" y="1590"/>
                </a:lnTo>
                <a:lnTo>
                  <a:pt x="571499" y="0"/>
                </a:lnTo>
                <a:lnTo>
                  <a:pt x="600023" y="1590"/>
                </a:lnTo>
                <a:lnTo>
                  <a:pt x="655951" y="14088"/>
                </a:lnTo>
                <a:lnTo>
                  <a:pt x="710170" y="38514"/>
                </a:lnTo>
                <a:lnTo>
                  <a:pt x="762416" y="74272"/>
                </a:lnTo>
                <a:lnTo>
                  <a:pt x="812429" y="120766"/>
                </a:lnTo>
                <a:lnTo>
                  <a:pt x="859946" y="177401"/>
                </a:lnTo>
                <a:lnTo>
                  <a:pt x="882687" y="209336"/>
                </a:lnTo>
                <a:lnTo>
                  <a:pt x="904705" y="243582"/>
                </a:lnTo>
                <a:lnTo>
                  <a:pt x="925969" y="280066"/>
                </a:lnTo>
                <a:lnTo>
                  <a:pt x="946445" y="318713"/>
                </a:lnTo>
                <a:lnTo>
                  <a:pt x="966100" y="359448"/>
                </a:lnTo>
                <a:lnTo>
                  <a:pt x="984903" y="402197"/>
                </a:lnTo>
                <a:lnTo>
                  <a:pt x="1002819" y="446887"/>
                </a:lnTo>
                <a:lnTo>
                  <a:pt x="1019817" y="493441"/>
                </a:lnTo>
                <a:lnTo>
                  <a:pt x="1035864" y="541786"/>
                </a:lnTo>
                <a:lnTo>
                  <a:pt x="1050927" y="591848"/>
                </a:lnTo>
                <a:lnTo>
                  <a:pt x="1064972" y="643552"/>
                </a:lnTo>
                <a:lnTo>
                  <a:pt x="1077968" y="696823"/>
                </a:lnTo>
                <a:lnTo>
                  <a:pt x="1089882" y="751587"/>
                </a:lnTo>
                <a:lnTo>
                  <a:pt x="1100681" y="807770"/>
                </a:lnTo>
                <a:lnTo>
                  <a:pt x="1110332" y="865297"/>
                </a:lnTo>
                <a:lnTo>
                  <a:pt x="1118802" y="924093"/>
                </a:lnTo>
                <a:lnTo>
                  <a:pt x="1126059" y="984085"/>
                </a:lnTo>
                <a:lnTo>
                  <a:pt x="1132070" y="1045198"/>
                </a:lnTo>
                <a:lnTo>
                  <a:pt x="1136802" y="1107357"/>
                </a:lnTo>
                <a:lnTo>
                  <a:pt x="1140223" y="1170488"/>
                </a:lnTo>
                <a:lnTo>
                  <a:pt x="1142299" y="1234517"/>
                </a:lnTo>
                <a:lnTo>
                  <a:pt x="1142999" y="1299369"/>
                </a:lnTo>
                <a:lnTo>
                  <a:pt x="1142299" y="1364220"/>
                </a:lnTo>
                <a:lnTo>
                  <a:pt x="1140223" y="1428248"/>
                </a:lnTo>
                <a:lnTo>
                  <a:pt x="1136802" y="1491379"/>
                </a:lnTo>
                <a:lnTo>
                  <a:pt x="1132070" y="1553538"/>
                </a:lnTo>
                <a:lnTo>
                  <a:pt x="1126059" y="1614651"/>
                </a:lnTo>
                <a:lnTo>
                  <a:pt x="1118802" y="1674643"/>
                </a:lnTo>
                <a:lnTo>
                  <a:pt x="1110332" y="1733439"/>
                </a:lnTo>
                <a:lnTo>
                  <a:pt x="1100681" y="1790966"/>
                </a:lnTo>
                <a:lnTo>
                  <a:pt x="1089882" y="1847149"/>
                </a:lnTo>
                <a:lnTo>
                  <a:pt x="1077968" y="1901913"/>
                </a:lnTo>
                <a:lnTo>
                  <a:pt x="1064972" y="1955184"/>
                </a:lnTo>
                <a:lnTo>
                  <a:pt x="1050927" y="2006888"/>
                </a:lnTo>
                <a:lnTo>
                  <a:pt x="1035864" y="2056949"/>
                </a:lnTo>
                <a:lnTo>
                  <a:pt x="1019817" y="2105295"/>
                </a:lnTo>
                <a:lnTo>
                  <a:pt x="1002819" y="2151849"/>
                </a:lnTo>
                <a:lnTo>
                  <a:pt x="984903" y="2196538"/>
                </a:lnTo>
                <a:lnTo>
                  <a:pt x="966100" y="2239288"/>
                </a:lnTo>
                <a:lnTo>
                  <a:pt x="946445" y="2280023"/>
                </a:lnTo>
                <a:lnTo>
                  <a:pt x="925969" y="2318670"/>
                </a:lnTo>
                <a:lnTo>
                  <a:pt x="904705" y="2355154"/>
                </a:lnTo>
                <a:lnTo>
                  <a:pt x="882687" y="2389401"/>
                </a:lnTo>
                <a:lnTo>
                  <a:pt x="859946" y="2421335"/>
                </a:lnTo>
                <a:lnTo>
                  <a:pt x="812429" y="2477971"/>
                </a:lnTo>
                <a:lnTo>
                  <a:pt x="762416" y="2524465"/>
                </a:lnTo>
                <a:lnTo>
                  <a:pt x="710170" y="2560223"/>
                </a:lnTo>
                <a:lnTo>
                  <a:pt x="655951" y="2584649"/>
                </a:lnTo>
                <a:lnTo>
                  <a:pt x="600023" y="2597147"/>
                </a:lnTo>
                <a:lnTo>
                  <a:pt x="571499" y="2598738"/>
                </a:lnTo>
                <a:lnTo>
                  <a:pt x="542975" y="2597147"/>
                </a:lnTo>
                <a:lnTo>
                  <a:pt x="487047" y="2584649"/>
                </a:lnTo>
                <a:lnTo>
                  <a:pt x="432828" y="2560223"/>
                </a:lnTo>
                <a:lnTo>
                  <a:pt x="380582" y="2524465"/>
                </a:lnTo>
                <a:lnTo>
                  <a:pt x="330569" y="2477971"/>
                </a:lnTo>
                <a:lnTo>
                  <a:pt x="283052" y="2421335"/>
                </a:lnTo>
                <a:lnTo>
                  <a:pt x="260311" y="2389401"/>
                </a:lnTo>
                <a:lnTo>
                  <a:pt x="238293" y="2355154"/>
                </a:lnTo>
                <a:lnTo>
                  <a:pt x="217029" y="2318670"/>
                </a:lnTo>
                <a:lnTo>
                  <a:pt x="196553" y="2280023"/>
                </a:lnTo>
                <a:lnTo>
                  <a:pt x="176898" y="2239288"/>
                </a:lnTo>
                <a:lnTo>
                  <a:pt x="158095" y="2196538"/>
                </a:lnTo>
                <a:lnTo>
                  <a:pt x="140179" y="2151849"/>
                </a:lnTo>
                <a:lnTo>
                  <a:pt x="123181" y="2105295"/>
                </a:lnTo>
                <a:lnTo>
                  <a:pt x="107134" y="2056949"/>
                </a:lnTo>
                <a:lnTo>
                  <a:pt x="92072" y="2006888"/>
                </a:lnTo>
                <a:lnTo>
                  <a:pt x="78026" y="1955184"/>
                </a:lnTo>
                <a:lnTo>
                  <a:pt x="65030" y="1901913"/>
                </a:lnTo>
                <a:lnTo>
                  <a:pt x="53116" y="1847149"/>
                </a:lnTo>
                <a:lnTo>
                  <a:pt x="42317" y="1790966"/>
                </a:lnTo>
                <a:lnTo>
                  <a:pt x="32667" y="1733439"/>
                </a:lnTo>
                <a:lnTo>
                  <a:pt x="24196" y="1674643"/>
                </a:lnTo>
                <a:lnTo>
                  <a:pt x="16939" y="1614651"/>
                </a:lnTo>
                <a:lnTo>
                  <a:pt x="10928" y="1553538"/>
                </a:lnTo>
                <a:lnTo>
                  <a:pt x="6196" y="1491379"/>
                </a:lnTo>
                <a:lnTo>
                  <a:pt x="2775" y="1428248"/>
                </a:lnTo>
                <a:lnTo>
                  <a:pt x="699" y="1364220"/>
                </a:lnTo>
                <a:lnTo>
                  <a:pt x="0" y="129936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37099" y="2211272"/>
            <a:ext cx="762000" cy="440055"/>
          </a:xfrm>
          <a:custGeom>
            <a:avLst/>
            <a:gdLst/>
            <a:ahLst/>
            <a:cxnLst/>
            <a:rect l="l" t="t" r="r" b="b"/>
            <a:pathLst>
              <a:path w="762000" h="440055">
                <a:moveTo>
                  <a:pt x="0" y="219868"/>
                </a:moveTo>
                <a:lnTo>
                  <a:pt x="381000" y="0"/>
                </a:lnTo>
                <a:lnTo>
                  <a:pt x="761999" y="219868"/>
                </a:lnTo>
                <a:lnTo>
                  <a:pt x="381000" y="439737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37099" y="2901835"/>
            <a:ext cx="762000" cy="441325"/>
          </a:xfrm>
          <a:custGeom>
            <a:avLst/>
            <a:gdLst/>
            <a:ahLst/>
            <a:cxnLst/>
            <a:rect l="l" t="t" r="r" b="b"/>
            <a:pathLst>
              <a:path w="762000" h="441325">
                <a:moveTo>
                  <a:pt x="0" y="220662"/>
                </a:moveTo>
                <a:lnTo>
                  <a:pt x="381000" y="0"/>
                </a:lnTo>
                <a:lnTo>
                  <a:pt x="761999" y="220662"/>
                </a:lnTo>
                <a:lnTo>
                  <a:pt x="381000" y="441324"/>
                </a:lnTo>
                <a:lnTo>
                  <a:pt x="0" y="220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37099" y="3595573"/>
            <a:ext cx="762000" cy="441325"/>
          </a:xfrm>
          <a:custGeom>
            <a:avLst/>
            <a:gdLst/>
            <a:ahLst/>
            <a:cxnLst/>
            <a:rect l="l" t="t" r="r" b="b"/>
            <a:pathLst>
              <a:path w="762000" h="441325">
                <a:moveTo>
                  <a:pt x="0" y="220662"/>
                </a:moveTo>
                <a:lnTo>
                  <a:pt x="381000" y="0"/>
                </a:lnTo>
                <a:lnTo>
                  <a:pt x="761999" y="220662"/>
                </a:lnTo>
                <a:lnTo>
                  <a:pt x="381000" y="441324"/>
                </a:lnTo>
                <a:lnTo>
                  <a:pt x="0" y="220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37099" y="4289310"/>
            <a:ext cx="762000" cy="440055"/>
          </a:xfrm>
          <a:custGeom>
            <a:avLst/>
            <a:gdLst/>
            <a:ahLst/>
            <a:cxnLst/>
            <a:rect l="l" t="t" r="r" b="b"/>
            <a:pathLst>
              <a:path w="762000" h="440054">
                <a:moveTo>
                  <a:pt x="0" y="219868"/>
                </a:moveTo>
                <a:lnTo>
                  <a:pt x="381000" y="0"/>
                </a:lnTo>
                <a:lnTo>
                  <a:pt x="761999" y="219868"/>
                </a:lnTo>
                <a:lnTo>
                  <a:pt x="381000" y="439737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37099" y="4983048"/>
            <a:ext cx="762000" cy="440055"/>
          </a:xfrm>
          <a:custGeom>
            <a:avLst/>
            <a:gdLst/>
            <a:ahLst/>
            <a:cxnLst/>
            <a:rect l="l" t="t" r="r" b="b"/>
            <a:pathLst>
              <a:path w="762000" h="440054">
                <a:moveTo>
                  <a:pt x="0" y="219868"/>
                </a:moveTo>
                <a:lnTo>
                  <a:pt x="381000" y="0"/>
                </a:lnTo>
                <a:lnTo>
                  <a:pt x="761999" y="219868"/>
                </a:lnTo>
                <a:lnTo>
                  <a:pt x="381000" y="439737"/>
                </a:lnTo>
                <a:lnTo>
                  <a:pt x="0" y="219868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37099" y="5675198"/>
            <a:ext cx="762000" cy="441325"/>
          </a:xfrm>
          <a:custGeom>
            <a:avLst/>
            <a:gdLst/>
            <a:ahLst/>
            <a:cxnLst/>
            <a:rect l="l" t="t" r="r" b="b"/>
            <a:pathLst>
              <a:path w="762000" h="441325">
                <a:moveTo>
                  <a:pt x="0" y="220662"/>
                </a:moveTo>
                <a:lnTo>
                  <a:pt x="381000" y="0"/>
                </a:lnTo>
                <a:lnTo>
                  <a:pt x="761999" y="220662"/>
                </a:lnTo>
                <a:lnTo>
                  <a:pt x="381000" y="441324"/>
                </a:lnTo>
                <a:lnTo>
                  <a:pt x="0" y="2206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168239" y="2235568"/>
            <a:ext cx="279400" cy="3856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12700" marR="5080" algn="just">
              <a:lnSpc>
                <a:spcPct val="189500"/>
              </a:lnSpc>
              <a:spcBef>
                <a:spcPts val="5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20833" dirty="0">
                <a:latin typeface="Times New Roman"/>
                <a:cs typeface="Times New Roman"/>
              </a:rPr>
              <a:t>3 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20833" dirty="0">
                <a:latin typeface="Times New Roman"/>
                <a:cs typeface="Times New Roman"/>
              </a:rPr>
              <a:t>4 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20833" dirty="0">
                <a:latin typeface="Times New Roman"/>
                <a:cs typeface="Times New Roman"/>
              </a:rPr>
              <a:t>5 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baseline="-20833" dirty="0">
                <a:latin typeface="Times New Roman"/>
                <a:cs typeface="Times New Roman"/>
              </a:rPr>
              <a:t>6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22699" y="2506548"/>
            <a:ext cx="1066800" cy="722630"/>
          </a:xfrm>
          <a:custGeom>
            <a:avLst/>
            <a:gdLst/>
            <a:ahLst/>
            <a:cxnLst/>
            <a:rect l="l" t="t" r="r" b="b"/>
            <a:pathLst>
              <a:path w="1066800" h="722630">
                <a:moveTo>
                  <a:pt x="0" y="722312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94299" y="1857260"/>
            <a:ext cx="1600200" cy="360680"/>
          </a:xfrm>
          <a:custGeom>
            <a:avLst/>
            <a:gdLst/>
            <a:ahLst/>
            <a:cxnLst/>
            <a:rect l="l" t="t" r="r" b="b"/>
            <a:pathLst>
              <a:path w="1600200" h="360680">
                <a:moveTo>
                  <a:pt x="0" y="360362"/>
                </a:moveTo>
                <a:lnTo>
                  <a:pt x="1600198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94300" y="2001723"/>
            <a:ext cx="1600200" cy="938530"/>
          </a:xfrm>
          <a:custGeom>
            <a:avLst/>
            <a:gdLst/>
            <a:ahLst/>
            <a:cxnLst/>
            <a:rect l="l" t="t" r="r" b="b"/>
            <a:pathLst>
              <a:path w="1600200" h="938530">
                <a:moveTo>
                  <a:pt x="1600198" y="0"/>
                </a:moveTo>
                <a:lnTo>
                  <a:pt x="0" y="93821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022699" y="3373323"/>
            <a:ext cx="990600" cy="360680"/>
          </a:xfrm>
          <a:custGeom>
            <a:avLst/>
            <a:gdLst/>
            <a:ahLst/>
            <a:cxnLst/>
            <a:rect l="l" t="t" r="r" b="b"/>
            <a:pathLst>
              <a:path w="990600" h="360679">
                <a:moveTo>
                  <a:pt x="0" y="0"/>
                </a:moveTo>
                <a:lnTo>
                  <a:pt x="990599" y="36036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46699" y="2506548"/>
            <a:ext cx="1600200" cy="2165350"/>
          </a:xfrm>
          <a:custGeom>
            <a:avLst/>
            <a:gdLst/>
            <a:ahLst/>
            <a:cxnLst/>
            <a:rect l="l" t="t" r="r" b="b"/>
            <a:pathLst>
              <a:path w="1600200" h="2165350">
                <a:moveTo>
                  <a:pt x="0" y="0"/>
                </a:moveTo>
                <a:lnTo>
                  <a:pt x="1600199" y="216534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70499" y="3228860"/>
            <a:ext cx="1524000" cy="1516380"/>
          </a:xfrm>
          <a:custGeom>
            <a:avLst/>
            <a:gdLst/>
            <a:ahLst/>
            <a:cxnLst/>
            <a:rect l="l" t="t" r="r" b="b"/>
            <a:pathLst>
              <a:path w="1524000" h="1516379">
                <a:moveTo>
                  <a:pt x="0" y="0"/>
                </a:moveTo>
                <a:lnTo>
                  <a:pt x="1523999" y="151605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022699" y="3228860"/>
            <a:ext cx="1066800" cy="649605"/>
          </a:xfrm>
          <a:custGeom>
            <a:avLst/>
            <a:gdLst/>
            <a:ahLst/>
            <a:cxnLst/>
            <a:rect l="l" t="t" r="r" b="b"/>
            <a:pathLst>
              <a:path w="1066800" h="649604">
                <a:moveTo>
                  <a:pt x="0" y="649287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94300" y="2506548"/>
            <a:ext cx="1600200" cy="1155700"/>
          </a:xfrm>
          <a:custGeom>
            <a:avLst/>
            <a:gdLst/>
            <a:ahLst/>
            <a:cxnLst/>
            <a:rect l="l" t="t" r="r" b="b"/>
            <a:pathLst>
              <a:path w="1600200" h="1155700">
                <a:moveTo>
                  <a:pt x="1600198" y="0"/>
                </a:moveTo>
                <a:lnTo>
                  <a:pt x="0" y="11556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394300" y="3011373"/>
            <a:ext cx="1600200" cy="1300480"/>
          </a:xfrm>
          <a:custGeom>
            <a:avLst/>
            <a:gdLst/>
            <a:ahLst/>
            <a:cxnLst/>
            <a:rect l="l" t="t" r="r" b="b"/>
            <a:pathLst>
              <a:path w="1600200" h="1300479">
                <a:moveTo>
                  <a:pt x="1600198" y="0"/>
                </a:moveTo>
                <a:lnTo>
                  <a:pt x="0" y="1300158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70499" y="3951173"/>
            <a:ext cx="1524000" cy="1371600"/>
          </a:xfrm>
          <a:custGeom>
            <a:avLst/>
            <a:gdLst/>
            <a:ahLst/>
            <a:cxnLst/>
            <a:rect l="l" t="t" r="r" b="b"/>
            <a:pathLst>
              <a:path w="1524000" h="1371600">
                <a:moveTo>
                  <a:pt x="0" y="0"/>
                </a:moveTo>
                <a:lnTo>
                  <a:pt x="1523999" y="1371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22700" y="4455998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990598" y="0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22699" y="3444760"/>
            <a:ext cx="1066800" cy="1660525"/>
          </a:xfrm>
          <a:custGeom>
            <a:avLst/>
            <a:gdLst/>
            <a:ahLst/>
            <a:cxnLst/>
            <a:rect l="l" t="t" r="r" b="b"/>
            <a:pathLst>
              <a:path w="1066800" h="1660525">
                <a:moveTo>
                  <a:pt x="0" y="0"/>
                </a:moveTo>
                <a:lnTo>
                  <a:pt x="1066799" y="1660528"/>
                </a:lnTo>
              </a:path>
            </a:pathLst>
          </a:custGeom>
          <a:ln w="634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22699" y="4600460"/>
            <a:ext cx="1066800" cy="1154430"/>
          </a:xfrm>
          <a:custGeom>
            <a:avLst/>
            <a:gdLst/>
            <a:ahLst/>
            <a:cxnLst/>
            <a:rect l="l" t="t" r="r" b="b"/>
            <a:pathLst>
              <a:path w="1066800" h="1154429">
                <a:moveTo>
                  <a:pt x="0" y="0"/>
                </a:moveTo>
                <a:lnTo>
                  <a:pt x="1066799" y="1154109"/>
                </a:lnTo>
              </a:path>
            </a:pathLst>
          </a:custGeom>
          <a:ln w="634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427928" y="2073161"/>
            <a:ext cx="1600200" cy="2961005"/>
          </a:xfrm>
          <a:custGeom>
            <a:avLst/>
            <a:gdLst/>
            <a:ahLst/>
            <a:cxnLst/>
            <a:rect l="l" t="t" r="r" b="b"/>
            <a:pathLst>
              <a:path w="1600200" h="2961004">
                <a:moveTo>
                  <a:pt x="1600198" y="0"/>
                </a:moveTo>
                <a:lnTo>
                  <a:pt x="0" y="2960687"/>
                </a:lnTo>
              </a:path>
            </a:pathLst>
          </a:custGeom>
          <a:ln w="634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70499" y="4671898"/>
            <a:ext cx="1524000" cy="217804"/>
          </a:xfrm>
          <a:custGeom>
            <a:avLst/>
            <a:gdLst/>
            <a:ahLst/>
            <a:cxnLst/>
            <a:rect l="l" t="t" r="r" b="b"/>
            <a:pathLst>
              <a:path w="1524000" h="217804">
                <a:moveTo>
                  <a:pt x="0" y="0"/>
                </a:moveTo>
                <a:lnTo>
                  <a:pt x="1523999" y="2174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94300" y="3662248"/>
            <a:ext cx="1600200" cy="2092325"/>
          </a:xfrm>
          <a:custGeom>
            <a:avLst/>
            <a:gdLst/>
            <a:ahLst/>
            <a:cxnLst/>
            <a:rect l="l" t="t" r="r" b="b"/>
            <a:pathLst>
              <a:path w="1600200" h="2092325">
                <a:moveTo>
                  <a:pt x="1600198" y="0"/>
                </a:moveTo>
                <a:lnTo>
                  <a:pt x="0" y="2092328"/>
                </a:lnTo>
              </a:path>
            </a:pathLst>
          </a:custGeom>
          <a:ln w="634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46700" y="4960823"/>
            <a:ext cx="1447800" cy="866775"/>
          </a:xfrm>
          <a:custGeom>
            <a:avLst/>
            <a:gdLst/>
            <a:ahLst/>
            <a:cxnLst/>
            <a:rect l="l" t="t" r="r" b="b"/>
            <a:pathLst>
              <a:path w="1447800" h="866775">
                <a:moveTo>
                  <a:pt x="1447798" y="0"/>
                </a:moveTo>
                <a:lnTo>
                  <a:pt x="0" y="866774"/>
                </a:lnTo>
              </a:path>
            </a:pathLst>
          </a:custGeom>
          <a:ln w="634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70499" y="5322773"/>
            <a:ext cx="1524000" cy="649605"/>
          </a:xfrm>
          <a:custGeom>
            <a:avLst/>
            <a:gdLst/>
            <a:ahLst/>
            <a:cxnLst/>
            <a:rect l="l" t="t" r="r" b="b"/>
            <a:pathLst>
              <a:path w="1524000" h="649604">
                <a:moveTo>
                  <a:pt x="0" y="0"/>
                </a:moveTo>
                <a:lnTo>
                  <a:pt x="1523999" y="649287"/>
                </a:lnTo>
              </a:path>
            </a:pathLst>
          </a:custGeom>
          <a:ln w="634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214027" y="2418918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03020" y="6231891"/>
            <a:ext cx="2496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Gestrichelte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Linien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03020" y="6587490"/>
            <a:ext cx="4424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markieren illegale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Ausprägungen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62" name="Recorded Sound" descr="Recorded Sound">
            <a:hlinkClick r:id="" action="ppaction://media"/>
            <a:extLst>
              <a:ext uri="{FF2B5EF4-FFF2-40B4-BE49-F238E27FC236}">
                <a16:creationId xmlns:a16="http://schemas.microsoft.com/office/drawing/2014/main" id="{715D815A-C34A-BE4F-9260-0C598A3832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40300" y="337185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24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231900" y="1595261"/>
            <a:ext cx="8768588" cy="5289550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FF0000"/>
                </a:solidFill>
              </a:rPr>
              <a:t>Sie haben nun folgende </a:t>
            </a:r>
            <a:r>
              <a:rPr lang="de-DE" sz="2400" dirty="0" err="1">
                <a:solidFill>
                  <a:srgbClr val="FF0000"/>
                </a:solidFill>
              </a:rPr>
              <a:t>Entities</a:t>
            </a:r>
            <a:r>
              <a:rPr lang="de-DE" sz="2400" dirty="0">
                <a:solidFill>
                  <a:srgbClr val="FF0000"/>
                </a:solidFill>
              </a:rPr>
              <a:t>: Assistenten, Professoren, (Promotions-)Themen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FF0000"/>
                </a:solidFill>
              </a:rPr>
              <a:t>Sie haben eine noch restriktivere Beziehung: 1:1:1</a:t>
            </a: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FF0000"/>
                </a:solidFill>
              </a:rPr>
              <a:t>Zeichnen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err="1">
                <a:solidFill>
                  <a:srgbClr val="FF0000"/>
                </a:solidFill>
              </a:rPr>
              <a:t>Sie</a:t>
            </a:r>
            <a:r>
              <a:rPr lang="en-GB" sz="2400" dirty="0">
                <a:solidFill>
                  <a:srgbClr val="FF0000"/>
                </a:solidFill>
              </a:rPr>
              <a:t> die </a:t>
            </a:r>
            <a:r>
              <a:rPr lang="en-GB" sz="2400" dirty="0" err="1">
                <a:solidFill>
                  <a:srgbClr val="FF0000"/>
                </a:solidFill>
              </a:rPr>
              <a:t>Beziehungen</a:t>
            </a:r>
            <a:r>
              <a:rPr lang="en-GB" sz="2400" dirty="0">
                <a:solidFill>
                  <a:srgbClr val="FF0000"/>
                </a:solidFill>
              </a:rPr>
              <a:t> und</a:t>
            </a:r>
            <a:endParaRPr lang="de-DE" sz="2400" dirty="0">
              <a:solidFill>
                <a:srgbClr val="FF0000"/>
              </a:solidFill>
            </a:endParaRPr>
          </a:p>
          <a:p>
            <a:pPr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FF0000"/>
                </a:solidFill>
              </a:rPr>
              <a:t>dann mittels einer Tabelle was das wirklich bedeutet / impliziert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511885-25EF-80A0-074B-697EDD5D3329}"/>
              </a:ext>
            </a:extLst>
          </p:cNvPr>
          <p:cNvSpPr txBox="1">
            <a:spLocks/>
          </p:cNvSpPr>
          <p:nvPr/>
        </p:nvSpPr>
        <p:spPr>
          <a:xfrm>
            <a:off x="1231900" y="654050"/>
            <a:ext cx="5887917" cy="57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0" algn="l"/>
              </a:tabLst>
            </a:pPr>
            <a:r>
              <a:rPr lang="en-GB" spc="-5" dirty="0" err="1"/>
              <a:t>Kleine</a:t>
            </a:r>
            <a:r>
              <a:rPr lang="en-GB" spc="-5" dirty="0"/>
              <a:t> </a:t>
            </a:r>
            <a:r>
              <a:rPr lang="en-GB" spc="-5" dirty="0" err="1"/>
              <a:t>Übung</a:t>
            </a:r>
            <a:endParaRPr lang="en-GB" b="1" i="1" spc="-5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6782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917701" y="2268251"/>
            <a:ext cx="1828800" cy="415497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359"/>
              </a:spcBef>
            </a:pPr>
            <a:r>
              <a:rPr lang="en-GB" sz="2400" spc="-5" dirty="0" err="1">
                <a:latin typeface="Times New Roman"/>
                <a:cs typeface="Times New Roman"/>
              </a:rPr>
              <a:t>Assistenten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37100" y="2192051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838200" y="0"/>
                </a:moveTo>
                <a:lnTo>
                  <a:pt x="0" y="304800"/>
                </a:lnTo>
                <a:lnTo>
                  <a:pt x="838200" y="609600"/>
                </a:lnTo>
                <a:lnTo>
                  <a:pt x="1676400" y="304800"/>
                </a:lnTo>
                <a:lnTo>
                  <a:pt x="8382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37100" y="2192051"/>
            <a:ext cx="1676400" cy="609600"/>
          </a:xfrm>
          <a:custGeom>
            <a:avLst/>
            <a:gdLst/>
            <a:ahLst/>
            <a:cxnLst/>
            <a:rect l="l" t="t" r="r" b="b"/>
            <a:pathLst>
              <a:path w="1676400" h="609600">
                <a:moveTo>
                  <a:pt x="0" y="304799"/>
                </a:moveTo>
                <a:lnTo>
                  <a:pt x="838199" y="0"/>
                </a:lnTo>
                <a:lnTo>
                  <a:pt x="1676399" y="304799"/>
                </a:lnTo>
                <a:lnTo>
                  <a:pt x="838199" y="609599"/>
                </a:lnTo>
                <a:lnTo>
                  <a:pt x="0" y="3047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1741" y="2301271"/>
            <a:ext cx="107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betreuen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1701" y="3411251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876300" y="0"/>
                </a:moveTo>
                <a:lnTo>
                  <a:pt x="804429" y="757"/>
                </a:lnTo>
                <a:lnTo>
                  <a:pt x="734158" y="2992"/>
                </a:lnTo>
                <a:lnTo>
                  <a:pt x="665713" y="6643"/>
                </a:lnTo>
                <a:lnTo>
                  <a:pt x="599319" y="11654"/>
                </a:lnTo>
                <a:lnTo>
                  <a:pt x="535202" y="17964"/>
                </a:lnTo>
                <a:lnTo>
                  <a:pt x="473587" y="25516"/>
                </a:lnTo>
                <a:lnTo>
                  <a:pt x="414700" y="34249"/>
                </a:lnTo>
                <a:lnTo>
                  <a:pt x="358766" y="44106"/>
                </a:lnTo>
                <a:lnTo>
                  <a:pt x="306011" y="55028"/>
                </a:lnTo>
                <a:lnTo>
                  <a:pt x="256660" y="66955"/>
                </a:lnTo>
                <a:lnTo>
                  <a:pt x="210939" y="79830"/>
                </a:lnTo>
                <a:lnTo>
                  <a:pt x="169073" y="93592"/>
                </a:lnTo>
                <a:lnTo>
                  <a:pt x="131288" y="108183"/>
                </a:lnTo>
                <a:lnTo>
                  <a:pt x="68863" y="139619"/>
                </a:lnTo>
                <a:lnTo>
                  <a:pt x="25467" y="173665"/>
                </a:lnTo>
                <a:lnTo>
                  <a:pt x="2904" y="209851"/>
                </a:lnTo>
                <a:lnTo>
                  <a:pt x="0" y="228600"/>
                </a:lnTo>
                <a:lnTo>
                  <a:pt x="2904" y="247348"/>
                </a:lnTo>
                <a:lnTo>
                  <a:pt x="25467" y="283534"/>
                </a:lnTo>
                <a:lnTo>
                  <a:pt x="68863" y="317580"/>
                </a:lnTo>
                <a:lnTo>
                  <a:pt x="131288" y="349016"/>
                </a:lnTo>
                <a:lnTo>
                  <a:pt x="169073" y="363607"/>
                </a:lnTo>
                <a:lnTo>
                  <a:pt x="210939" y="377369"/>
                </a:lnTo>
                <a:lnTo>
                  <a:pt x="256660" y="390244"/>
                </a:lnTo>
                <a:lnTo>
                  <a:pt x="306011" y="402171"/>
                </a:lnTo>
                <a:lnTo>
                  <a:pt x="358766" y="413093"/>
                </a:lnTo>
                <a:lnTo>
                  <a:pt x="414700" y="422950"/>
                </a:lnTo>
                <a:lnTo>
                  <a:pt x="473587" y="431683"/>
                </a:lnTo>
                <a:lnTo>
                  <a:pt x="535202" y="439235"/>
                </a:lnTo>
                <a:lnTo>
                  <a:pt x="599319" y="445545"/>
                </a:lnTo>
                <a:lnTo>
                  <a:pt x="665713" y="450556"/>
                </a:lnTo>
                <a:lnTo>
                  <a:pt x="734158" y="454207"/>
                </a:lnTo>
                <a:lnTo>
                  <a:pt x="804429" y="456442"/>
                </a:lnTo>
                <a:lnTo>
                  <a:pt x="876300" y="457200"/>
                </a:lnTo>
                <a:lnTo>
                  <a:pt x="948169" y="456442"/>
                </a:lnTo>
                <a:lnTo>
                  <a:pt x="1018438" y="454207"/>
                </a:lnTo>
                <a:lnTo>
                  <a:pt x="1086882" y="450556"/>
                </a:lnTo>
                <a:lnTo>
                  <a:pt x="1153275" y="445545"/>
                </a:lnTo>
                <a:lnTo>
                  <a:pt x="1217392" y="439235"/>
                </a:lnTo>
                <a:lnTo>
                  <a:pt x="1279006" y="431683"/>
                </a:lnTo>
                <a:lnTo>
                  <a:pt x="1337893" y="422950"/>
                </a:lnTo>
                <a:lnTo>
                  <a:pt x="1393827" y="413093"/>
                </a:lnTo>
                <a:lnTo>
                  <a:pt x="1446583" y="402171"/>
                </a:lnTo>
                <a:lnTo>
                  <a:pt x="1495934" y="390244"/>
                </a:lnTo>
                <a:lnTo>
                  <a:pt x="1541656" y="377369"/>
                </a:lnTo>
                <a:lnTo>
                  <a:pt x="1583522" y="363607"/>
                </a:lnTo>
                <a:lnTo>
                  <a:pt x="1621308" y="349016"/>
                </a:lnTo>
                <a:lnTo>
                  <a:pt x="1683734" y="317580"/>
                </a:lnTo>
                <a:lnTo>
                  <a:pt x="1727131" y="283534"/>
                </a:lnTo>
                <a:lnTo>
                  <a:pt x="1749695" y="247348"/>
                </a:lnTo>
                <a:lnTo>
                  <a:pt x="1752600" y="228600"/>
                </a:lnTo>
                <a:lnTo>
                  <a:pt x="1749695" y="209851"/>
                </a:lnTo>
                <a:lnTo>
                  <a:pt x="1727131" y="173665"/>
                </a:lnTo>
                <a:lnTo>
                  <a:pt x="1683734" y="139619"/>
                </a:lnTo>
                <a:lnTo>
                  <a:pt x="1621308" y="108183"/>
                </a:lnTo>
                <a:lnTo>
                  <a:pt x="1583522" y="93592"/>
                </a:lnTo>
                <a:lnTo>
                  <a:pt x="1541656" y="79830"/>
                </a:lnTo>
                <a:lnTo>
                  <a:pt x="1495934" y="66955"/>
                </a:lnTo>
                <a:lnTo>
                  <a:pt x="1446583" y="55028"/>
                </a:lnTo>
                <a:lnTo>
                  <a:pt x="1393827" y="44106"/>
                </a:lnTo>
                <a:lnTo>
                  <a:pt x="1337893" y="34249"/>
                </a:lnTo>
                <a:lnTo>
                  <a:pt x="1279006" y="25516"/>
                </a:lnTo>
                <a:lnTo>
                  <a:pt x="1217392" y="17964"/>
                </a:lnTo>
                <a:lnTo>
                  <a:pt x="1153275" y="11654"/>
                </a:lnTo>
                <a:lnTo>
                  <a:pt x="1086882" y="6643"/>
                </a:lnTo>
                <a:lnTo>
                  <a:pt x="1018438" y="2992"/>
                </a:lnTo>
                <a:lnTo>
                  <a:pt x="948169" y="757"/>
                </a:lnTo>
                <a:lnTo>
                  <a:pt x="87630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41700" y="3411251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0" y="228599"/>
                </a:moveTo>
                <a:lnTo>
                  <a:pt x="11469" y="191519"/>
                </a:lnTo>
                <a:lnTo>
                  <a:pt x="44674" y="156344"/>
                </a:lnTo>
                <a:lnTo>
                  <a:pt x="97810" y="123545"/>
                </a:lnTo>
                <a:lnTo>
                  <a:pt x="169075" y="93591"/>
                </a:lnTo>
                <a:lnTo>
                  <a:pt x="210940" y="79829"/>
                </a:lnTo>
                <a:lnTo>
                  <a:pt x="256662" y="66955"/>
                </a:lnTo>
                <a:lnTo>
                  <a:pt x="306013" y="55028"/>
                </a:lnTo>
                <a:lnTo>
                  <a:pt x="358768" y="44106"/>
                </a:lnTo>
                <a:lnTo>
                  <a:pt x="414702" y="34249"/>
                </a:lnTo>
                <a:lnTo>
                  <a:pt x="473589" y="25515"/>
                </a:lnTo>
                <a:lnTo>
                  <a:pt x="535204" y="17964"/>
                </a:lnTo>
                <a:lnTo>
                  <a:pt x="599321" y="11654"/>
                </a:lnTo>
                <a:lnTo>
                  <a:pt x="665714" y="6643"/>
                </a:lnTo>
                <a:lnTo>
                  <a:pt x="734159" y="2991"/>
                </a:lnTo>
                <a:lnTo>
                  <a:pt x="804429" y="757"/>
                </a:lnTo>
                <a:lnTo>
                  <a:pt x="876299" y="0"/>
                </a:lnTo>
                <a:lnTo>
                  <a:pt x="948170" y="757"/>
                </a:lnTo>
                <a:lnTo>
                  <a:pt x="1018440" y="2991"/>
                </a:lnTo>
                <a:lnTo>
                  <a:pt x="1086885" y="6643"/>
                </a:lnTo>
                <a:lnTo>
                  <a:pt x="1153278" y="11654"/>
                </a:lnTo>
                <a:lnTo>
                  <a:pt x="1217395" y="17964"/>
                </a:lnTo>
                <a:lnTo>
                  <a:pt x="1279010" y="25515"/>
                </a:lnTo>
                <a:lnTo>
                  <a:pt x="1337897" y="34249"/>
                </a:lnTo>
                <a:lnTo>
                  <a:pt x="1393831" y="44106"/>
                </a:lnTo>
                <a:lnTo>
                  <a:pt x="1446586" y="55028"/>
                </a:lnTo>
                <a:lnTo>
                  <a:pt x="1495937" y="66955"/>
                </a:lnTo>
                <a:lnTo>
                  <a:pt x="1541658" y="79829"/>
                </a:lnTo>
                <a:lnTo>
                  <a:pt x="1583524" y="93591"/>
                </a:lnTo>
                <a:lnTo>
                  <a:pt x="1621309" y="108183"/>
                </a:lnTo>
                <a:lnTo>
                  <a:pt x="1683735" y="139618"/>
                </a:lnTo>
                <a:lnTo>
                  <a:pt x="1727131" y="173664"/>
                </a:lnTo>
                <a:lnTo>
                  <a:pt x="1749693" y="209851"/>
                </a:lnTo>
                <a:lnTo>
                  <a:pt x="1752598" y="228599"/>
                </a:lnTo>
                <a:lnTo>
                  <a:pt x="1749693" y="247348"/>
                </a:lnTo>
                <a:lnTo>
                  <a:pt x="1727131" y="283534"/>
                </a:lnTo>
                <a:lnTo>
                  <a:pt x="1683735" y="317580"/>
                </a:lnTo>
                <a:lnTo>
                  <a:pt x="1621309" y="349016"/>
                </a:lnTo>
                <a:lnTo>
                  <a:pt x="1583524" y="363607"/>
                </a:lnTo>
                <a:lnTo>
                  <a:pt x="1541658" y="377369"/>
                </a:lnTo>
                <a:lnTo>
                  <a:pt x="1495937" y="390244"/>
                </a:lnTo>
                <a:lnTo>
                  <a:pt x="1446586" y="402171"/>
                </a:lnTo>
                <a:lnTo>
                  <a:pt x="1393831" y="413092"/>
                </a:lnTo>
                <a:lnTo>
                  <a:pt x="1337897" y="422949"/>
                </a:lnTo>
                <a:lnTo>
                  <a:pt x="1279010" y="431683"/>
                </a:lnTo>
                <a:lnTo>
                  <a:pt x="1217395" y="439234"/>
                </a:lnTo>
                <a:lnTo>
                  <a:pt x="1153278" y="445545"/>
                </a:lnTo>
                <a:lnTo>
                  <a:pt x="1086885" y="450555"/>
                </a:lnTo>
                <a:lnTo>
                  <a:pt x="1018440" y="454207"/>
                </a:lnTo>
                <a:lnTo>
                  <a:pt x="948170" y="456441"/>
                </a:lnTo>
                <a:lnTo>
                  <a:pt x="876299" y="457199"/>
                </a:lnTo>
                <a:lnTo>
                  <a:pt x="804429" y="456441"/>
                </a:lnTo>
                <a:lnTo>
                  <a:pt x="734159" y="454207"/>
                </a:lnTo>
                <a:lnTo>
                  <a:pt x="665714" y="450555"/>
                </a:lnTo>
                <a:lnTo>
                  <a:pt x="599321" y="445545"/>
                </a:lnTo>
                <a:lnTo>
                  <a:pt x="535204" y="439234"/>
                </a:lnTo>
                <a:lnTo>
                  <a:pt x="473589" y="431683"/>
                </a:lnTo>
                <a:lnTo>
                  <a:pt x="414702" y="422949"/>
                </a:lnTo>
                <a:lnTo>
                  <a:pt x="358768" y="413092"/>
                </a:lnTo>
                <a:lnTo>
                  <a:pt x="306013" y="402171"/>
                </a:lnTo>
                <a:lnTo>
                  <a:pt x="256662" y="390244"/>
                </a:lnTo>
                <a:lnTo>
                  <a:pt x="210940" y="377369"/>
                </a:lnTo>
                <a:lnTo>
                  <a:pt x="169075" y="363607"/>
                </a:lnTo>
                <a:lnTo>
                  <a:pt x="131289" y="349016"/>
                </a:lnTo>
                <a:lnTo>
                  <a:pt x="68863" y="317580"/>
                </a:lnTo>
                <a:lnTo>
                  <a:pt x="25467" y="283534"/>
                </a:lnTo>
                <a:lnTo>
                  <a:pt x="2904" y="247348"/>
                </a:lnTo>
                <a:lnTo>
                  <a:pt x="0" y="2285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6501" y="249685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990598" y="0"/>
                </a:moveTo>
                <a:lnTo>
                  <a:pt x="0" y="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3701" y="2649251"/>
            <a:ext cx="914400" cy="762000"/>
          </a:xfrm>
          <a:custGeom>
            <a:avLst/>
            <a:gdLst/>
            <a:ahLst/>
            <a:cxnLst/>
            <a:rect l="l" t="t" r="r" b="b"/>
            <a:pathLst>
              <a:path w="914400" h="762000">
                <a:moveTo>
                  <a:pt x="914399" y="0"/>
                </a:moveTo>
                <a:lnTo>
                  <a:pt x="0" y="7619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23100" y="2649251"/>
            <a:ext cx="2057400" cy="415498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360"/>
              </a:spcBef>
            </a:pPr>
            <a:r>
              <a:rPr lang="en-GB" sz="2400" spc="-5" dirty="0" err="1">
                <a:latin typeface="Times New Roman"/>
                <a:cs typeface="Times New Roman"/>
              </a:rPr>
              <a:t>Themen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23100" y="1811051"/>
            <a:ext cx="1828800" cy="45720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56300" y="2039651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0" y="304799"/>
                </a:moveTo>
                <a:lnTo>
                  <a:pt x="1066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56300" y="2649251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0"/>
                </a:moveTo>
                <a:lnTo>
                  <a:pt x="1066799" y="22859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08141" y="249812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141" y="17678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7641" y="2148871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4300" y="3444271"/>
            <a:ext cx="8289925" cy="2772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23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R1-betreuen : </a:t>
            </a:r>
            <a:r>
              <a:rPr lang="en-GB"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Assistenten</a:t>
            </a:r>
            <a:r>
              <a:rPr lang="en-GB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2800" spc="-440" dirty="0">
                <a:solidFill>
                  <a:srgbClr val="FF0000"/>
                </a:solidFill>
                <a:latin typeface="Arial"/>
                <a:cs typeface="Arial"/>
              </a:rPr>
              <a:t>x   </a:t>
            </a:r>
            <a:r>
              <a:rPr lang="en-GB" sz="2800" spc="-440" dirty="0" err="1">
                <a:solidFill>
                  <a:srgbClr val="FF0000"/>
                </a:solidFill>
                <a:latin typeface="Times New Roman"/>
                <a:cs typeface="Times New Roman"/>
              </a:rPr>
              <a:t>Thema</a:t>
            </a:r>
            <a:r>
              <a:rPr lang="en-GB"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lang="en-GB" sz="2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2800" spc="-5" dirty="0" err="1">
                <a:solidFill>
                  <a:srgbClr val="FF0000"/>
                </a:solidFill>
                <a:latin typeface="Times New Roman"/>
                <a:cs typeface="Times New Roman"/>
              </a:rPr>
              <a:t>Professoren</a:t>
            </a:r>
            <a:endParaRPr lang="en-GB" sz="2800" spc="-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R2-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betreuen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GB" sz="2800" spc="-5" dirty="0" err="1">
                <a:solidFill>
                  <a:srgbClr val="0000FF"/>
                </a:solidFill>
                <a:latin typeface="Times New Roman"/>
                <a:cs typeface="Times New Roman"/>
              </a:rPr>
              <a:t>Assistenten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440" dirty="0">
                <a:solidFill>
                  <a:srgbClr val="0433FF"/>
                </a:solidFill>
                <a:latin typeface="Arial"/>
                <a:cs typeface="Arial"/>
              </a:rPr>
              <a:t>x </a:t>
            </a:r>
            <a:r>
              <a:rPr lang="de-DE" sz="2800" spc="-440" dirty="0">
                <a:solidFill>
                  <a:srgbClr val="0433FF"/>
                </a:solidFill>
                <a:latin typeface="Arial"/>
                <a:cs typeface="Arial"/>
              </a:rPr>
              <a:t>  </a:t>
            </a:r>
            <a:r>
              <a:rPr lang="de-DE"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Professoren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433FF"/>
                </a:solidFill>
                <a:latin typeface="Symbol"/>
                <a:cs typeface="Symbol"/>
              </a:rPr>
              <a:t></a:t>
            </a:r>
            <a:r>
              <a:rPr lang="en-GB" sz="2800" dirty="0">
                <a:solidFill>
                  <a:srgbClr val="0433FF"/>
                </a:solidFill>
                <a:latin typeface="Times New Roman"/>
                <a:cs typeface="Times New Roman"/>
              </a:rPr>
              <a:t> T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hemen  </a:t>
            </a:r>
            <a:endParaRPr lang="en-GB" sz="2800" spc="-5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48200"/>
              </a:lnSpc>
            </a:pPr>
            <a:r>
              <a:rPr lang="en-GB" sz="2800" spc="-5" dirty="0">
                <a:latin typeface="Times New Roman"/>
                <a:cs typeface="Times New Roman"/>
              </a:rPr>
              <a:t>R3-</a:t>
            </a:r>
            <a:r>
              <a:rPr sz="2800" spc="-5" dirty="0">
                <a:latin typeface="Times New Roman"/>
                <a:cs typeface="Times New Roman"/>
              </a:rPr>
              <a:t>betreuen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lang="en-GB" sz="2800" spc="-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hemen </a:t>
            </a:r>
            <a:r>
              <a:rPr sz="2800" spc="-440" dirty="0">
                <a:latin typeface="Arial"/>
                <a:cs typeface="Arial"/>
              </a:rPr>
              <a:t>x </a:t>
            </a:r>
            <a:r>
              <a:rPr lang="de-DE" sz="2800" spc="-440" dirty="0">
                <a:latin typeface="Arial"/>
                <a:cs typeface="Arial"/>
              </a:rPr>
              <a:t>   </a:t>
            </a:r>
            <a:r>
              <a:rPr lang="de-DE" sz="2800" spc="-5" dirty="0">
                <a:latin typeface="Times New Roman"/>
                <a:cs typeface="Times New Roman"/>
              </a:rPr>
              <a:t>Professoren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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lang="en-GB" sz="2800" spc="-5" dirty="0" err="1">
                <a:latin typeface="Times New Roman"/>
                <a:cs typeface="Times New Roman"/>
              </a:rPr>
              <a:t>Assistenten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9708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59279D5-36F1-EBA6-0BC5-6A25EECA4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1900" y="501650"/>
            <a:ext cx="5887917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0" algn="l"/>
              </a:tabLst>
            </a:pPr>
            <a:r>
              <a:rPr lang="de-DE" spc="-5" dirty="0"/>
              <a:t>Ausarbeitung</a:t>
            </a:r>
            <a:endParaRPr b="1" i="1" spc="-5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082206"/>
              </p:ext>
            </p:extLst>
          </p:nvPr>
        </p:nvGraphicFramePr>
        <p:xfrm>
          <a:off x="1782231" y="1401939"/>
          <a:ext cx="828886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Assistent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Thema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Verschiedene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Assistenten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haben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verschiedene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Themen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bei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einem</a:t>
                      </a:r>
                      <a:r>
                        <a:rPr lang="en-US" sz="1000" dirty="0"/>
                        <a:t> Professor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Assistant hat </a:t>
                      </a:r>
                      <a:r>
                        <a:rPr lang="en-US" sz="1000" dirty="0" err="1"/>
                        <a:t>verschiedene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Themen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bei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verschiedenen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Professoren</a:t>
                      </a:r>
                      <a:r>
                        <a:rPr lang="en-US" sz="1000" dirty="0"/>
                        <a:t> (</a:t>
                      </a:r>
                      <a:r>
                        <a:rPr lang="en-US" sz="1000" dirty="0" err="1"/>
                        <a:t>unrealistisch</a:t>
                      </a:r>
                      <a:r>
                        <a:rPr lang="en-US" sz="1000" dirty="0"/>
                        <a:t>)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Gleiches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Thema</a:t>
                      </a:r>
                      <a:r>
                        <a:rPr lang="en-US" sz="1000" dirty="0"/>
                        <a:t> an </a:t>
                      </a:r>
                      <a:r>
                        <a:rPr lang="en-US" sz="1000" dirty="0" err="1"/>
                        <a:t>verschiedene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Assistenten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bei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verschiedenen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Professoren</a:t>
                      </a:r>
                      <a:r>
                        <a:rPr lang="en-US" sz="1000" dirty="0"/>
                        <a:t> (</a:t>
                      </a:r>
                      <a:r>
                        <a:rPr lang="en-US" sz="1000" dirty="0" err="1"/>
                        <a:t>nicht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realistisch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1231900" y="5759450"/>
            <a:ext cx="8763000" cy="839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marR="51435">
              <a:lnSpc>
                <a:spcPct val="79900"/>
              </a:lnSpc>
              <a:spcBef>
                <a:spcPts val="2300"/>
              </a:spcBef>
              <a:buClr>
                <a:srgbClr val="FFCC00"/>
              </a:buClr>
              <a:tabLst>
                <a:tab pos="926465" algn="l"/>
                <a:tab pos="927100" algn="l"/>
              </a:tabLst>
            </a:pP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Es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dürfen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niemals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zwei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Spalten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gleiche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Werte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enthalten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mr-IN" spc="-5" dirty="0">
                <a:solidFill>
                  <a:srgbClr val="0000FF"/>
                </a:solidFill>
                <a:latin typeface="Tahoma"/>
                <a:cs typeface="Tahoma"/>
              </a:rPr>
              <a:t>…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</a:p>
          <a:p>
            <a:pPr marL="469900" marR="51435">
              <a:lnSpc>
                <a:spcPct val="79900"/>
              </a:lnSpc>
              <a:spcBef>
                <a:spcPts val="2300"/>
              </a:spcBef>
              <a:buClr>
                <a:srgbClr val="FFCC00"/>
              </a:buClr>
              <a:tabLst>
                <a:tab pos="926465" algn="l"/>
                <a:tab pos="927100" algn="l"/>
              </a:tabLst>
            </a:pP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Für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mehr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relastische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Beziehungen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brauchen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wir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>
                <a:solidFill>
                  <a:srgbClr val="0000FF"/>
                </a:solidFill>
                <a:latin typeface="Tahoma"/>
                <a:cs typeface="Tahoma"/>
              </a:rPr>
              <a:t>etwa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noch</a:t>
            </a:r>
            <a:r>
              <a:rPr lang="en-US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5" dirty="0" err="1">
                <a:solidFill>
                  <a:srgbClr val="0000FF"/>
                </a:solidFill>
                <a:latin typeface="Tahoma"/>
                <a:cs typeface="Tahoma"/>
              </a:rPr>
              <a:t>bin</a:t>
            </a:r>
            <a:r>
              <a:rPr lang="en-US" spc="-45" dirty="0" err="1">
                <a:solidFill>
                  <a:srgbClr val="0000FF"/>
                </a:solidFill>
                <a:latin typeface="Tahoma"/>
                <a:cs typeface="Tahoma"/>
              </a:rPr>
              <a:t>äre</a:t>
            </a:r>
            <a:r>
              <a:rPr lang="en-US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pc="-45" dirty="0" err="1">
                <a:solidFill>
                  <a:srgbClr val="0000FF"/>
                </a:solidFill>
                <a:latin typeface="Tahoma"/>
                <a:cs typeface="Tahoma"/>
              </a:rPr>
              <a:t>Beziehungen</a:t>
            </a:r>
            <a:r>
              <a:rPr lang="en-US" spc="-45" dirty="0">
                <a:solidFill>
                  <a:srgbClr val="0000FF"/>
                </a:solidFill>
                <a:latin typeface="Tahoma"/>
                <a:cs typeface="Tahoma"/>
              </a:rPr>
              <a:t>.</a:t>
            </a:r>
            <a:endParaRPr lang="en-US" dirty="0">
              <a:solidFill>
                <a:srgbClr val="0000FF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20603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>
            <a:extLst>
              <a:ext uri="{FF2B5EF4-FFF2-40B4-BE49-F238E27FC236}">
                <a16:creationId xmlns:a16="http://schemas.microsoft.com/office/drawing/2014/main" id="{45F0FB85-94C3-7C63-B711-340A09FD21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1900" y="654050"/>
            <a:ext cx="5887917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0" algn="l"/>
              </a:tabLst>
            </a:pPr>
            <a:r>
              <a:rPr lang="de-DE" spc="-5" dirty="0"/>
              <a:t>Funktionalitäten</a:t>
            </a:r>
            <a:endParaRPr b="1" i="1" spc="-5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45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7468467" y="2770022"/>
            <a:ext cx="2880360" cy="1015365"/>
          </a:xfrm>
          <a:custGeom>
            <a:avLst/>
            <a:gdLst/>
            <a:ahLst/>
            <a:cxnLst/>
            <a:rect l="l" t="t" r="r" b="b"/>
            <a:pathLst>
              <a:path w="2880359" h="1015364">
                <a:moveTo>
                  <a:pt x="1440154" y="0"/>
                </a:moveTo>
                <a:lnTo>
                  <a:pt x="0" y="507593"/>
                </a:lnTo>
                <a:lnTo>
                  <a:pt x="1440154" y="1015174"/>
                </a:lnTo>
                <a:lnTo>
                  <a:pt x="2880321" y="507593"/>
                </a:lnTo>
                <a:lnTo>
                  <a:pt x="14401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68467" y="2770022"/>
            <a:ext cx="2880360" cy="1015365"/>
          </a:xfrm>
          <a:custGeom>
            <a:avLst/>
            <a:gdLst/>
            <a:ahLst/>
            <a:cxnLst/>
            <a:rect l="l" t="t" r="r" b="b"/>
            <a:pathLst>
              <a:path w="2880359" h="1015364">
                <a:moveTo>
                  <a:pt x="0" y="507587"/>
                </a:moveTo>
                <a:lnTo>
                  <a:pt x="1440158" y="0"/>
                </a:lnTo>
                <a:lnTo>
                  <a:pt x="2880317" y="507587"/>
                </a:lnTo>
                <a:lnTo>
                  <a:pt x="1440158" y="1015179"/>
                </a:lnTo>
                <a:lnTo>
                  <a:pt x="0" y="50758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60885" y="3082035"/>
            <a:ext cx="20758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Arial"/>
                <a:cs typeface="Arial"/>
              </a:rPr>
              <a:t>V</a:t>
            </a:r>
            <a:r>
              <a:rPr sz="2400" dirty="0">
                <a:latin typeface="Arial"/>
                <a:cs typeface="Arial"/>
              </a:rPr>
              <a:t>erheira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_mit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6104" y="2914040"/>
            <a:ext cx="2376805" cy="1080135"/>
          </a:xfrm>
          <a:prstGeom prst="rect">
            <a:avLst/>
          </a:pr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Menschen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88345" y="5002276"/>
            <a:ext cx="1768475" cy="1015365"/>
          </a:xfrm>
          <a:custGeom>
            <a:avLst/>
            <a:gdLst/>
            <a:ahLst/>
            <a:cxnLst/>
            <a:rect l="l" t="t" r="r" b="b"/>
            <a:pathLst>
              <a:path w="1768475" h="1015364">
                <a:moveTo>
                  <a:pt x="884173" y="0"/>
                </a:moveTo>
                <a:lnTo>
                  <a:pt x="0" y="507580"/>
                </a:lnTo>
                <a:lnTo>
                  <a:pt x="884173" y="1015174"/>
                </a:lnTo>
                <a:lnTo>
                  <a:pt x="1768347" y="507580"/>
                </a:lnTo>
                <a:lnTo>
                  <a:pt x="8841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88345" y="5002276"/>
            <a:ext cx="1768475" cy="1015365"/>
          </a:xfrm>
          <a:custGeom>
            <a:avLst/>
            <a:gdLst/>
            <a:ahLst/>
            <a:cxnLst/>
            <a:rect l="l" t="t" r="r" b="b"/>
            <a:pathLst>
              <a:path w="1768475" h="1015364">
                <a:moveTo>
                  <a:pt x="0" y="507587"/>
                </a:moveTo>
                <a:lnTo>
                  <a:pt x="884175" y="0"/>
                </a:lnTo>
                <a:lnTo>
                  <a:pt x="1768348" y="507587"/>
                </a:lnTo>
                <a:lnTo>
                  <a:pt x="884175" y="1015179"/>
                </a:lnTo>
                <a:lnTo>
                  <a:pt x="0" y="50758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6059" y="5506326"/>
            <a:ext cx="1768475" cy="1015365"/>
          </a:xfrm>
          <a:custGeom>
            <a:avLst/>
            <a:gdLst/>
            <a:ahLst/>
            <a:cxnLst/>
            <a:rect l="l" t="t" r="r" b="b"/>
            <a:pathLst>
              <a:path w="1768475" h="1015365">
                <a:moveTo>
                  <a:pt x="884173" y="0"/>
                </a:moveTo>
                <a:lnTo>
                  <a:pt x="0" y="507593"/>
                </a:lnTo>
                <a:lnTo>
                  <a:pt x="884173" y="1015175"/>
                </a:lnTo>
                <a:lnTo>
                  <a:pt x="1768347" y="507593"/>
                </a:lnTo>
                <a:lnTo>
                  <a:pt x="8841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96059" y="5506326"/>
            <a:ext cx="1768475" cy="1015365"/>
          </a:xfrm>
          <a:custGeom>
            <a:avLst/>
            <a:gdLst/>
            <a:ahLst/>
            <a:cxnLst/>
            <a:rect l="l" t="t" r="r" b="b"/>
            <a:pathLst>
              <a:path w="1768475" h="1015365">
                <a:moveTo>
                  <a:pt x="0" y="507587"/>
                </a:moveTo>
                <a:lnTo>
                  <a:pt x="884175" y="0"/>
                </a:lnTo>
                <a:lnTo>
                  <a:pt x="1768348" y="507587"/>
                </a:lnTo>
                <a:lnTo>
                  <a:pt x="884175" y="1015179"/>
                </a:lnTo>
                <a:lnTo>
                  <a:pt x="0" y="50758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86686" y="5175973"/>
            <a:ext cx="4066540" cy="103378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28570">
              <a:lnSpc>
                <a:spcPct val="100000"/>
              </a:lnSpc>
              <a:spcBef>
                <a:spcPts val="1185"/>
              </a:spcBef>
            </a:pPr>
            <a:r>
              <a:rPr sz="2400" spc="-5" dirty="0">
                <a:latin typeface="Arial"/>
                <a:cs typeface="Arial"/>
              </a:rPr>
              <a:t>Mutter_von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400" spc="-25" dirty="0">
                <a:latin typeface="Arial"/>
                <a:cs typeface="Arial"/>
              </a:rPr>
              <a:t>Vater_von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32363" y="3706126"/>
            <a:ext cx="2376805" cy="79375"/>
          </a:xfrm>
          <a:custGeom>
            <a:avLst/>
            <a:gdLst/>
            <a:ahLst/>
            <a:cxnLst/>
            <a:rect l="l" t="t" r="r" b="b"/>
            <a:pathLst>
              <a:path w="2376804" h="79375">
                <a:moveTo>
                  <a:pt x="0" y="0"/>
                </a:moveTo>
                <a:lnTo>
                  <a:pt x="2376258" y="7907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32363" y="2770027"/>
            <a:ext cx="2376805" cy="360045"/>
          </a:xfrm>
          <a:custGeom>
            <a:avLst/>
            <a:gdLst/>
            <a:ahLst/>
            <a:cxnLst/>
            <a:rect l="l" t="t" r="r" b="b"/>
            <a:pathLst>
              <a:path w="2376804" h="360044">
                <a:moveTo>
                  <a:pt x="0" y="360039"/>
                </a:moveTo>
                <a:lnTo>
                  <a:pt x="2376258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6064" y="3994162"/>
            <a:ext cx="360045" cy="2019935"/>
          </a:xfrm>
          <a:custGeom>
            <a:avLst/>
            <a:gdLst/>
            <a:ahLst/>
            <a:cxnLst/>
            <a:rect l="l" t="t" r="r" b="b"/>
            <a:pathLst>
              <a:path w="360045" h="2019935">
                <a:moveTo>
                  <a:pt x="360039" y="0"/>
                </a:moveTo>
                <a:lnTo>
                  <a:pt x="0" y="201975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4227" y="3994162"/>
            <a:ext cx="220345" cy="2019935"/>
          </a:xfrm>
          <a:custGeom>
            <a:avLst/>
            <a:gdLst/>
            <a:ahLst/>
            <a:cxnLst/>
            <a:rect l="l" t="t" r="r" b="b"/>
            <a:pathLst>
              <a:path w="220345" h="2019935">
                <a:moveTo>
                  <a:pt x="0" y="0"/>
                </a:moveTo>
                <a:lnTo>
                  <a:pt x="220178" y="201975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24249" y="3994162"/>
            <a:ext cx="864235" cy="1515745"/>
          </a:xfrm>
          <a:custGeom>
            <a:avLst/>
            <a:gdLst/>
            <a:ahLst/>
            <a:cxnLst/>
            <a:rect l="l" t="t" r="r" b="b"/>
            <a:pathLst>
              <a:path w="864235" h="1515745">
                <a:moveTo>
                  <a:pt x="0" y="0"/>
                </a:moveTo>
                <a:lnTo>
                  <a:pt x="864095" y="151569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56303" y="3994162"/>
            <a:ext cx="1316355" cy="1008380"/>
          </a:xfrm>
          <a:custGeom>
            <a:avLst/>
            <a:gdLst/>
            <a:ahLst/>
            <a:cxnLst/>
            <a:rect l="l" t="t" r="r" b="b"/>
            <a:pathLst>
              <a:path w="1316354" h="1008379">
                <a:moveTo>
                  <a:pt x="0" y="0"/>
                </a:moveTo>
                <a:lnTo>
                  <a:pt x="1316219" y="100810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84300" y="2914040"/>
            <a:ext cx="1768475" cy="1015365"/>
          </a:xfrm>
          <a:custGeom>
            <a:avLst/>
            <a:gdLst/>
            <a:ahLst/>
            <a:cxnLst/>
            <a:rect l="l" t="t" r="r" b="b"/>
            <a:pathLst>
              <a:path w="1768475" h="1015364">
                <a:moveTo>
                  <a:pt x="884177" y="0"/>
                </a:moveTo>
                <a:lnTo>
                  <a:pt x="0" y="507593"/>
                </a:lnTo>
                <a:lnTo>
                  <a:pt x="884177" y="1015174"/>
                </a:lnTo>
                <a:lnTo>
                  <a:pt x="1768351" y="507593"/>
                </a:lnTo>
                <a:lnTo>
                  <a:pt x="8841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84300" y="2914040"/>
            <a:ext cx="1768475" cy="1015365"/>
          </a:xfrm>
          <a:custGeom>
            <a:avLst/>
            <a:gdLst/>
            <a:ahLst/>
            <a:cxnLst/>
            <a:rect l="l" t="t" r="r" b="b"/>
            <a:pathLst>
              <a:path w="1768475" h="1015364">
                <a:moveTo>
                  <a:pt x="0" y="507587"/>
                </a:moveTo>
                <a:lnTo>
                  <a:pt x="884175" y="0"/>
                </a:lnTo>
                <a:lnTo>
                  <a:pt x="1768348" y="507587"/>
                </a:lnTo>
                <a:lnTo>
                  <a:pt x="884175" y="1015179"/>
                </a:lnTo>
                <a:lnTo>
                  <a:pt x="0" y="50758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24128" y="3226041"/>
            <a:ext cx="1483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Eltern_von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68478" y="2914040"/>
            <a:ext cx="1960245" cy="0"/>
          </a:xfrm>
          <a:custGeom>
            <a:avLst/>
            <a:gdLst/>
            <a:ahLst/>
            <a:cxnLst/>
            <a:rect l="l" t="t" r="r" b="b"/>
            <a:pathLst>
              <a:path w="1960245">
                <a:moveTo>
                  <a:pt x="0" y="0"/>
                </a:moveTo>
                <a:lnTo>
                  <a:pt x="1959635" y="0"/>
                </a:lnTo>
              </a:path>
            </a:pathLst>
          </a:custGeom>
          <a:ln w="3175">
            <a:solidFill>
              <a:srgbClr val="FF7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68478" y="2914040"/>
            <a:ext cx="1960245" cy="0"/>
          </a:xfrm>
          <a:custGeom>
            <a:avLst/>
            <a:gdLst/>
            <a:ahLst/>
            <a:cxnLst/>
            <a:rect l="l" t="t" r="r" b="b"/>
            <a:pathLst>
              <a:path w="1960245">
                <a:moveTo>
                  <a:pt x="0" y="0"/>
                </a:moveTo>
                <a:lnTo>
                  <a:pt x="1959628" y="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68478" y="3929214"/>
            <a:ext cx="1887855" cy="65405"/>
          </a:xfrm>
          <a:custGeom>
            <a:avLst/>
            <a:gdLst/>
            <a:ahLst/>
            <a:cxnLst/>
            <a:rect l="l" t="t" r="r" b="b"/>
            <a:pathLst>
              <a:path w="1887854" h="65404">
                <a:moveTo>
                  <a:pt x="0" y="0"/>
                </a:moveTo>
                <a:lnTo>
                  <a:pt x="1887618" y="6494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52652" y="3421621"/>
            <a:ext cx="1003935" cy="33020"/>
          </a:xfrm>
          <a:custGeom>
            <a:avLst/>
            <a:gdLst/>
            <a:ahLst/>
            <a:cxnLst/>
            <a:rect l="l" t="t" r="r" b="b"/>
            <a:pathLst>
              <a:path w="1003935" h="33020">
                <a:moveTo>
                  <a:pt x="0" y="0"/>
                </a:moveTo>
                <a:lnTo>
                  <a:pt x="1003449" y="3247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2"/>
          <p:cNvSpPr txBox="1"/>
          <p:nvPr/>
        </p:nvSpPr>
        <p:spPr>
          <a:xfrm flipH="1">
            <a:off x="8931812" y="5953563"/>
            <a:ext cx="1311451" cy="6604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0119" algn="l"/>
                <a:tab pos="1873250" algn="l"/>
              </a:tabLst>
            </a:pPr>
            <a:r>
              <a:rPr lang="de-DE" sz="1400" dirty="0">
                <a:solidFill>
                  <a:srgbClr val="C00000"/>
                </a:solidFill>
                <a:latin typeface="Times New Roman"/>
                <a:cs typeface="Times New Roman"/>
              </a:rPr>
              <a:t>Welche Beziehungstypen haben wir hier?</a:t>
            </a:r>
            <a:endParaRPr sz="14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78053" y="2105026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3904" y="5911851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500" y="1263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7500" y="1263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3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2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5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5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2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1653" y="134112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7500" y="51498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4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500" y="51498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4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7053" y="5228109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7500" y="2787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500" y="2787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6"/>
                </a:lnTo>
                <a:lnTo>
                  <a:pt x="49207" y="173066"/>
                </a:lnTo>
                <a:lnTo>
                  <a:pt x="107175" y="128539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39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3"/>
                </a:lnTo>
                <a:lnTo>
                  <a:pt x="704056" y="547687"/>
                </a:lnTo>
                <a:lnTo>
                  <a:pt x="636251" y="546433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0053" y="2865909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Semester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7500" y="2025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7500" y="20256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253" y="2103909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7500" y="5835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7500" y="5835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3253" y="5913121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7500" y="65976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2"/>
                </a:lnTo>
                <a:lnTo>
                  <a:pt x="184240" y="88887"/>
                </a:lnTo>
                <a:lnTo>
                  <a:pt x="143468" y="107830"/>
                </a:lnTo>
                <a:lnTo>
                  <a:pt x="107175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5" y="417932"/>
                </a:lnTo>
                <a:lnTo>
                  <a:pt x="143468" y="438269"/>
                </a:lnTo>
                <a:lnTo>
                  <a:pt x="184240" y="457212"/>
                </a:lnTo>
                <a:lnTo>
                  <a:pt x="229195" y="474647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099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7"/>
                </a:lnTo>
                <a:lnTo>
                  <a:pt x="1223876" y="457212"/>
                </a:lnTo>
                <a:lnTo>
                  <a:pt x="1264648" y="438269"/>
                </a:lnTo>
                <a:lnTo>
                  <a:pt x="1300941" y="417932"/>
                </a:lnTo>
                <a:lnTo>
                  <a:pt x="1332459" y="396316"/>
                </a:lnTo>
                <a:lnTo>
                  <a:pt x="1379994" y="349703"/>
                </a:lnTo>
                <a:lnTo>
                  <a:pt x="1404893" y="299346"/>
                </a:lnTo>
                <a:lnTo>
                  <a:pt x="1408116" y="273049"/>
                </a:lnTo>
                <a:lnTo>
                  <a:pt x="1404893" y="246753"/>
                </a:lnTo>
                <a:lnTo>
                  <a:pt x="1379994" y="196396"/>
                </a:lnTo>
                <a:lnTo>
                  <a:pt x="1332459" y="149783"/>
                </a:lnTo>
                <a:lnTo>
                  <a:pt x="1300941" y="128167"/>
                </a:lnTo>
                <a:lnTo>
                  <a:pt x="1264648" y="107830"/>
                </a:lnTo>
                <a:lnTo>
                  <a:pt x="1223876" y="88887"/>
                </a:lnTo>
                <a:lnTo>
                  <a:pt x="1178920" y="71452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7500" y="65976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5754" y="6675120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74904" y="40068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100"/>
                </a:lnTo>
                <a:lnTo>
                  <a:pt x="771856" y="544850"/>
                </a:lnTo>
                <a:lnTo>
                  <a:pt x="837839" y="541176"/>
                </a:lnTo>
                <a:lnTo>
                  <a:pt x="901703" y="535193"/>
                </a:lnTo>
                <a:lnTo>
                  <a:pt x="963154" y="527016"/>
                </a:lnTo>
                <a:lnTo>
                  <a:pt x="1021895" y="516758"/>
                </a:lnTo>
                <a:lnTo>
                  <a:pt x="1077633" y="504534"/>
                </a:lnTo>
                <a:lnTo>
                  <a:pt x="1130072" y="490459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74903" y="40068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8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8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74153" y="4084321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79903" y="1873251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593725" y="0"/>
                </a:moveTo>
                <a:lnTo>
                  <a:pt x="0" y="364324"/>
                </a:lnTo>
                <a:lnTo>
                  <a:pt x="593725" y="728662"/>
                </a:lnTo>
                <a:lnTo>
                  <a:pt x="1187450" y="364324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79903" y="1873251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0" y="364330"/>
                </a:moveTo>
                <a:lnTo>
                  <a:pt x="593724" y="0"/>
                </a:lnTo>
                <a:lnTo>
                  <a:pt x="1187449" y="364330"/>
                </a:lnTo>
                <a:lnTo>
                  <a:pt x="593724" y="728661"/>
                </a:lnTo>
                <a:lnTo>
                  <a:pt x="0" y="36433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15806" y="2042009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hör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254503" y="3929064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593725" y="0"/>
                </a:moveTo>
                <a:lnTo>
                  <a:pt x="0" y="363537"/>
                </a:lnTo>
                <a:lnTo>
                  <a:pt x="593725" y="727075"/>
                </a:lnTo>
                <a:lnTo>
                  <a:pt x="1187450" y="363537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54503" y="3929064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0" y="363537"/>
                </a:moveTo>
                <a:lnTo>
                  <a:pt x="593724" y="0"/>
                </a:lnTo>
                <a:lnTo>
                  <a:pt x="1187449" y="363537"/>
                </a:lnTo>
                <a:lnTo>
                  <a:pt x="593724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439606" y="4097021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prüf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98903" y="5683251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876300" y="0"/>
                </a:moveTo>
                <a:lnTo>
                  <a:pt x="0" y="487362"/>
                </a:lnTo>
                <a:lnTo>
                  <a:pt x="876300" y="974723"/>
                </a:lnTo>
                <a:lnTo>
                  <a:pt x="1752600" y="487362"/>
                </a:lnTo>
                <a:lnTo>
                  <a:pt x="8763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98903" y="5683251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0" y="487362"/>
                </a:moveTo>
                <a:lnTo>
                  <a:pt x="876299" y="0"/>
                </a:lnTo>
                <a:lnTo>
                  <a:pt x="1752599" y="487362"/>
                </a:lnTo>
                <a:lnTo>
                  <a:pt x="876299" y="974724"/>
                </a:lnTo>
                <a:lnTo>
                  <a:pt x="0" y="4873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888041" y="5932489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13429" y="2012951"/>
            <a:ext cx="1631950" cy="455930"/>
          </a:xfrm>
          <a:prstGeom prst="rect">
            <a:avLst/>
          </a:prstGeom>
          <a:solidFill>
            <a:srgbClr val="FFD3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18303" y="3854451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24" y="0"/>
                </a:moveTo>
                <a:lnTo>
                  <a:pt x="0" y="363537"/>
                </a:lnTo>
                <a:lnTo>
                  <a:pt x="592924" y="727075"/>
                </a:lnTo>
                <a:lnTo>
                  <a:pt x="1185862" y="363537"/>
                </a:lnTo>
                <a:lnTo>
                  <a:pt x="592924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18303" y="3854451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979200" y="4022409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34028" y="554039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1049337" y="0"/>
                </a:moveTo>
                <a:lnTo>
                  <a:pt x="0" y="316712"/>
                </a:lnTo>
                <a:lnTo>
                  <a:pt x="1049337" y="633412"/>
                </a:lnTo>
                <a:lnTo>
                  <a:pt x="2098675" y="316712"/>
                </a:lnTo>
                <a:lnTo>
                  <a:pt x="10493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34028" y="554039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0" y="316705"/>
                </a:moveTo>
                <a:lnTo>
                  <a:pt x="1049339" y="0"/>
                </a:lnTo>
                <a:lnTo>
                  <a:pt x="2098668" y="316705"/>
                </a:lnTo>
                <a:lnTo>
                  <a:pt x="1049339" y="633411"/>
                </a:lnTo>
                <a:lnTo>
                  <a:pt x="0" y="316705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781831" y="675171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voraussetzen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051803" y="1873251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3"/>
                </a:lnTo>
                <a:lnTo>
                  <a:pt x="184446" y="88888"/>
                </a:lnTo>
                <a:lnTo>
                  <a:pt x="143629" y="107831"/>
                </a:lnTo>
                <a:lnTo>
                  <a:pt x="107295" y="128168"/>
                </a:lnTo>
                <a:lnTo>
                  <a:pt x="75741" y="149784"/>
                </a:lnTo>
                <a:lnTo>
                  <a:pt x="28153" y="196397"/>
                </a:lnTo>
                <a:lnTo>
                  <a:pt x="3226" y="246753"/>
                </a:lnTo>
                <a:lnTo>
                  <a:pt x="0" y="273050"/>
                </a:lnTo>
                <a:lnTo>
                  <a:pt x="3226" y="299346"/>
                </a:lnTo>
                <a:lnTo>
                  <a:pt x="28153" y="349702"/>
                </a:lnTo>
                <a:lnTo>
                  <a:pt x="75741" y="396315"/>
                </a:lnTo>
                <a:lnTo>
                  <a:pt x="107295" y="417931"/>
                </a:lnTo>
                <a:lnTo>
                  <a:pt x="143629" y="438268"/>
                </a:lnTo>
                <a:lnTo>
                  <a:pt x="184446" y="457211"/>
                </a:lnTo>
                <a:lnTo>
                  <a:pt x="229453" y="474646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100"/>
                </a:lnTo>
                <a:lnTo>
                  <a:pt x="772730" y="544850"/>
                </a:lnTo>
                <a:lnTo>
                  <a:pt x="838785" y="541176"/>
                </a:lnTo>
                <a:lnTo>
                  <a:pt x="902719" y="535193"/>
                </a:lnTo>
                <a:lnTo>
                  <a:pt x="964237" y="527016"/>
                </a:lnTo>
                <a:lnTo>
                  <a:pt x="1023044" y="516758"/>
                </a:lnTo>
                <a:lnTo>
                  <a:pt x="1078844" y="504534"/>
                </a:lnTo>
                <a:lnTo>
                  <a:pt x="1131342" y="490459"/>
                </a:lnTo>
                <a:lnTo>
                  <a:pt x="1180241" y="474646"/>
                </a:lnTo>
                <a:lnTo>
                  <a:pt x="1225248" y="457211"/>
                </a:lnTo>
                <a:lnTo>
                  <a:pt x="1266066" y="438268"/>
                </a:lnTo>
                <a:lnTo>
                  <a:pt x="1302401" y="417931"/>
                </a:lnTo>
                <a:lnTo>
                  <a:pt x="1333955" y="396315"/>
                </a:lnTo>
                <a:lnTo>
                  <a:pt x="1381545" y="349702"/>
                </a:lnTo>
                <a:lnTo>
                  <a:pt x="1406473" y="299346"/>
                </a:lnTo>
                <a:lnTo>
                  <a:pt x="1409700" y="273050"/>
                </a:lnTo>
                <a:lnTo>
                  <a:pt x="1406473" y="246753"/>
                </a:lnTo>
                <a:lnTo>
                  <a:pt x="1381545" y="196397"/>
                </a:lnTo>
                <a:lnTo>
                  <a:pt x="1333955" y="149784"/>
                </a:lnTo>
                <a:lnTo>
                  <a:pt x="1302401" y="128168"/>
                </a:lnTo>
                <a:lnTo>
                  <a:pt x="1266066" y="107831"/>
                </a:lnTo>
                <a:lnTo>
                  <a:pt x="1225248" y="88888"/>
                </a:lnTo>
                <a:lnTo>
                  <a:pt x="1180241" y="71453"/>
                </a:lnTo>
                <a:lnTo>
                  <a:pt x="1131342" y="55640"/>
                </a:lnTo>
                <a:lnTo>
                  <a:pt x="1078844" y="41565"/>
                </a:lnTo>
                <a:lnTo>
                  <a:pt x="1023044" y="29341"/>
                </a:lnTo>
                <a:lnTo>
                  <a:pt x="964237" y="19083"/>
                </a:lnTo>
                <a:lnTo>
                  <a:pt x="902719" y="10906"/>
                </a:lnTo>
                <a:lnTo>
                  <a:pt x="838785" y="4923"/>
                </a:lnTo>
                <a:lnTo>
                  <a:pt x="772730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051804" y="1873251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30" y="107830"/>
                </a:lnTo>
                <a:lnTo>
                  <a:pt x="184447" y="88887"/>
                </a:lnTo>
                <a:lnTo>
                  <a:pt x="229454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2" y="10906"/>
                </a:lnTo>
                <a:lnTo>
                  <a:pt x="964241" y="19083"/>
                </a:lnTo>
                <a:lnTo>
                  <a:pt x="1023048" y="29341"/>
                </a:lnTo>
                <a:lnTo>
                  <a:pt x="1078848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1" y="88887"/>
                </a:lnTo>
                <a:lnTo>
                  <a:pt x="1266069" y="107830"/>
                </a:lnTo>
                <a:lnTo>
                  <a:pt x="1302402" y="128167"/>
                </a:lnTo>
                <a:lnTo>
                  <a:pt x="1333956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8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6" y="396315"/>
                </a:lnTo>
                <a:lnTo>
                  <a:pt x="1302402" y="417932"/>
                </a:lnTo>
                <a:lnTo>
                  <a:pt x="1266069" y="438268"/>
                </a:lnTo>
                <a:lnTo>
                  <a:pt x="1225251" y="457212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8" y="504534"/>
                </a:lnTo>
                <a:lnTo>
                  <a:pt x="1023048" y="516758"/>
                </a:lnTo>
                <a:lnTo>
                  <a:pt x="964241" y="527015"/>
                </a:lnTo>
                <a:lnTo>
                  <a:pt x="902722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4" y="474646"/>
                </a:lnTo>
                <a:lnTo>
                  <a:pt x="184447" y="457212"/>
                </a:lnTo>
                <a:lnTo>
                  <a:pt x="143630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425882" y="1950721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SWS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051803" y="1187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51804" y="1187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3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3"/>
                </a:lnTo>
                <a:lnTo>
                  <a:pt x="1302402" y="128539"/>
                </a:lnTo>
                <a:lnTo>
                  <a:pt x="1333956" y="150218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19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6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6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19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324282" y="1265709"/>
            <a:ext cx="86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051803" y="2711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804" y="27114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4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4"/>
                </a:lnTo>
                <a:lnTo>
                  <a:pt x="1302402" y="128539"/>
                </a:lnTo>
                <a:lnTo>
                  <a:pt x="1333956" y="150219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20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7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7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20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463982" y="2789709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053391" y="59880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8"/>
                </a:lnTo>
                <a:lnTo>
                  <a:pt x="330475" y="504533"/>
                </a:lnTo>
                <a:lnTo>
                  <a:pt x="386212" y="516757"/>
                </a:lnTo>
                <a:lnTo>
                  <a:pt x="444952" y="527014"/>
                </a:lnTo>
                <a:lnTo>
                  <a:pt x="506401" y="535192"/>
                </a:lnTo>
                <a:lnTo>
                  <a:pt x="570264" y="541175"/>
                </a:lnTo>
                <a:lnTo>
                  <a:pt x="636245" y="544848"/>
                </a:lnTo>
                <a:lnTo>
                  <a:pt x="704049" y="546098"/>
                </a:lnTo>
                <a:lnTo>
                  <a:pt x="771856" y="544848"/>
                </a:lnTo>
                <a:lnTo>
                  <a:pt x="837839" y="541175"/>
                </a:lnTo>
                <a:lnTo>
                  <a:pt x="901703" y="535192"/>
                </a:lnTo>
                <a:lnTo>
                  <a:pt x="963154" y="527014"/>
                </a:lnTo>
                <a:lnTo>
                  <a:pt x="1021895" y="516757"/>
                </a:lnTo>
                <a:lnTo>
                  <a:pt x="1077633" y="504533"/>
                </a:lnTo>
                <a:lnTo>
                  <a:pt x="1130072" y="490458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053391" y="59880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376441" y="6065521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053391" y="5302251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704049" y="0"/>
                </a:moveTo>
                <a:lnTo>
                  <a:pt x="636245" y="1257"/>
                </a:lnTo>
                <a:lnTo>
                  <a:pt x="570264" y="4952"/>
                </a:lnTo>
                <a:lnTo>
                  <a:pt x="506401" y="10969"/>
                </a:lnTo>
                <a:lnTo>
                  <a:pt x="444952" y="19194"/>
                </a:lnTo>
                <a:lnTo>
                  <a:pt x="386212" y="29512"/>
                </a:lnTo>
                <a:lnTo>
                  <a:pt x="330475" y="41807"/>
                </a:lnTo>
                <a:lnTo>
                  <a:pt x="278037" y="55964"/>
                </a:lnTo>
                <a:lnTo>
                  <a:pt x="229193" y="71868"/>
                </a:lnTo>
                <a:lnTo>
                  <a:pt x="184238" y="89405"/>
                </a:lnTo>
                <a:lnTo>
                  <a:pt x="143467" y="108458"/>
                </a:lnTo>
                <a:lnTo>
                  <a:pt x="107174" y="128913"/>
                </a:lnTo>
                <a:lnTo>
                  <a:pt x="75656" y="150655"/>
                </a:lnTo>
                <a:lnTo>
                  <a:pt x="28121" y="197539"/>
                </a:lnTo>
                <a:lnTo>
                  <a:pt x="3222" y="248188"/>
                </a:lnTo>
                <a:lnTo>
                  <a:pt x="0" y="274637"/>
                </a:lnTo>
                <a:lnTo>
                  <a:pt x="3222" y="301086"/>
                </a:lnTo>
                <a:lnTo>
                  <a:pt x="28121" y="351735"/>
                </a:lnTo>
                <a:lnTo>
                  <a:pt x="75656" y="398619"/>
                </a:lnTo>
                <a:lnTo>
                  <a:pt x="107174" y="420361"/>
                </a:lnTo>
                <a:lnTo>
                  <a:pt x="143467" y="440816"/>
                </a:lnTo>
                <a:lnTo>
                  <a:pt x="184238" y="459869"/>
                </a:lnTo>
                <a:lnTo>
                  <a:pt x="229193" y="477406"/>
                </a:lnTo>
                <a:lnTo>
                  <a:pt x="278037" y="493310"/>
                </a:lnTo>
                <a:lnTo>
                  <a:pt x="330475" y="507467"/>
                </a:lnTo>
                <a:lnTo>
                  <a:pt x="386212" y="519762"/>
                </a:lnTo>
                <a:lnTo>
                  <a:pt x="444952" y="530080"/>
                </a:lnTo>
                <a:lnTo>
                  <a:pt x="506401" y="538305"/>
                </a:lnTo>
                <a:lnTo>
                  <a:pt x="570264" y="544322"/>
                </a:lnTo>
                <a:lnTo>
                  <a:pt x="636245" y="548017"/>
                </a:lnTo>
                <a:lnTo>
                  <a:pt x="704049" y="549275"/>
                </a:lnTo>
                <a:lnTo>
                  <a:pt x="771856" y="548017"/>
                </a:lnTo>
                <a:lnTo>
                  <a:pt x="837839" y="544322"/>
                </a:lnTo>
                <a:lnTo>
                  <a:pt x="901703" y="538305"/>
                </a:lnTo>
                <a:lnTo>
                  <a:pt x="963154" y="530080"/>
                </a:lnTo>
                <a:lnTo>
                  <a:pt x="1021895" y="519762"/>
                </a:lnTo>
                <a:lnTo>
                  <a:pt x="1077633" y="507467"/>
                </a:lnTo>
                <a:lnTo>
                  <a:pt x="1130072" y="493310"/>
                </a:lnTo>
                <a:lnTo>
                  <a:pt x="1178916" y="477406"/>
                </a:lnTo>
                <a:lnTo>
                  <a:pt x="1223872" y="459869"/>
                </a:lnTo>
                <a:lnTo>
                  <a:pt x="1264644" y="440816"/>
                </a:lnTo>
                <a:lnTo>
                  <a:pt x="1300937" y="420361"/>
                </a:lnTo>
                <a:lnTo>
                  <a:pt x="1332455" y="398619"/>
                </a:lnTo>
                <a:lnTo>
                  <a:pt x="1379991" y="351735"/>
                </a:lnTo>
                <a:lnTo>
                  <a:pt x="1404889" y="301086"/>
                </a:lnTo>
                <a:lnTo>
                  <a:pt x="1408112" y="274637"/>
                </a:lnTo>
                <a:lnTo>
                  <a:pt x="1404889" y="248188"/>
                </a:lnTo>
                <a:lnTo>
                  <a:pt x="1379991" y="197539"/>
                </a:lnTo>
                <a:lnTo>
                  <a:pt x="1332455" y="150655"/>
                </a:lnTo>
                <a:lnTo>
                  <a:pt x="1300937" y="128913"/>
                </a:lnTo>
                <a:lnTo>
                  <a:pt x="1264644" y="108458"/>
                </a:lnTo>
                <a:lnTo>
                  <a:pt x="1223872" y="89405"/>
                </a:lnTo>
                <a:lnTo>
                  <a:pt x="1178916" y="71868"/>
                </a:lnTo>
                <a:lnTo>
                  <a:pt x="1130072" y="55964"/>
                </a:lnTo>
                <a:lnTo>
                  <a:pt x="1077633" y="41807"/>
                </a:lnTo>
                <a:lnTo>
                  <a:pt x="1021895" y="29512"/>
                </a:lnTo>
                <a:lnTo>
                  <a:pt x="963154" y="19194"/>
                </a:lnTo>
                <a:lnTo>
                  <a:pt x="901703" y="10969"/>
                </a:lnTo>
                <a:lnTo>
                  <a:pt x="837839" y="4952"/>
                </a:lnTo>
                <a:lnTo>
                  <a:pt x="771856" y="1257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053391" y="5302251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0" y="274637"/>
                </a:moveTo>
                <a:lnTo>
                  <a:pt x="12695" y="222450"/>
                </a:lnTo>
                <a:lnTo>
                  <a:pt x="49207" y="173568"/>
                </a:lnTo>
                <a:lnTo>
                  <a:pt x="107175" y="128912"/>
                </a:lnTo>
                <a:lnTo>
                  <a:pt x="143468" y="108457"/>
                </a:lnTo>
                <a:lnTo>
                  <a:pt x="184240" y="89404"/>
                </a:lnTo>
                <a:lnTo>
                  <a:pt x="229195" y="71868"/>
                </a:lnTo>
                <a:lnTo>
                  <a:pt x="278040" y="55964"/>
                </a:lnTo>
                <a:lnTo>
                  <a:pt x="330478" y="41807"/>
                </a:lnTo>
                <a:lnTo>
                  <a:pt x="386215" y="29512"/>
                </a:lnTo>
                <a:lnTo>
                  <a:pt x="444956" y="19194"/>
                </a:lnTo>
                <a:lnTo>
                  <a:pt x="506406" y="10969"/>
                </a:lnTo>
                <a:lnTo>
                  <a:pt x="570269" y="4952"/>
                </a:lnTo>
                <a:lnTo>
                  <a:pt x="636251" y="1257"/>
                </a:lnTo>
                <a:lnTo>
                  <a:pt x="704056" y="0"/>
                </a:lnTo>
                <a:lnTo>
                  <a:pt x="771862" y="1257"/>
                </a:lnTo>
                <a:lnTo>
                  <a:pt x="837844" y="4952"/>
                </a:lnTo>
                <a:lnTo>
                  <a:pt x="901707" y="10969"/>
                </a:lnTo>
                <a:lnTo>
                  <a:pt x="963157" y="19194"/>
                </a:lnTo>
                <a:lnTo>
                  <a:pt x="1021897" y="29512"/>
                </a:lnTo>
                <a:lnTo>
                  <a:pt x="1077634" y="41807"/>
                </a:lnTo>
                <a:lnTo>
                  <a:pt x="1130072" y="55964"/>
                </a:lnTo>
                <a:lnTo>
                  <a:pt x="1178916" y="71868"/>
                </a:lnTo>
                <a:lnTo>
                  <a:pt x="1223871" y="89404"/>
                </a:lnTo>
                <a:lnTo>
                  <a:pt x="1264643" y="108457"/>
                </a:lnTo>
                <a:lnTo>
                  <a:pt x="1300935" y="128912"/>
                </a:lnTo>
                <a:lnTo>
                  <a:pt x="1332453" y="150654"/>
                </a:lnTo>
                <a:lnTo>
                  <a:pt x="1379988" y="197538"/>
                </a:lnTo>
                <a:lnTo>
                  <a:pt x="1404886" y="248188"/>
                </a:lnTo>
                <a:lnTo>
                  <a:pt x="1408109" y="274637"/>
                </a:lnTo>
                <a:lnTo>
                  <a:pt x="1404886" y="301087"/>
                </a:lnTo>
                <a:lnTo>
                  <a:pt x="1379988" y="351736"/>
                </a:lnTo>
                <a:lnTo>
                  <a:pt x="1332453" y="398620"/>
                </a:lnTo>
                <a:lnTo>
                  <a:pt x="1300935" y="420362"/>
                </a:lnTo>
                <a:lnTo>
                  <a:pt x="1264643" y="440817"/>
                </a:lnTo>
                <a:lnTo>
                  <a:pt x="1223871" y="459870"/>
                </a:lnTo>
                <a:lnTo>
                  <a:pt x="1178916" y="477407"/>
                </a:lnTo>
                <a:lnTo>
                  <a:pt x="1130072" y="493311"/>
                </a:lnTo>
                <a:lnTo>
                  <a:pt x="1077634" y="507468"/>
                </a:lnTo>
                <a:lnTo>
                  <a:pt x="1021897" y="519763"/>
                </a:lnTo>
                <a:lnTo>
                  <a:pt x="963157" y="530080"/>
                </a:lnTo>
                <a:lnTo>
                  <a:pt x="901707" y="538305"/>
                </a:lnTo>
                <a:lnTo>
                  <a:pt x="837844" y="544323"/>
                </a:lnTo>
                <a:lnTo>
                  <a:pt x="771862" y="548018"/>
                </a:lnTo>
                <a:lnTo>
                  <a:pt x="704056" y="549275"/>
                </a:lnTo>
                <a:lnTo>
                  <a:pt x="636251" y="548018"/>
                </a:lnTo>
                <a:lnTo>
                  <a:pt x="570269" y="544323"/>
                </a:lnTo>
                <a:lnTo>
                  <a:pt x="506406" y="538305"/>
                </a:lnTo>
                <a:lnTo>
                  <a:pt x="444956" y="530080"/>
                </a:lnTo>
                <a:lnTo>
                  <a:pt x="386215" y="519763"/>
                </a:lnTo>
                <a:lnTo>
                  <a:pt x="330478" y="507468"/>
                </a:lnTo>
                <a:lnTo>
                  <a:pt x="278040" y="493311"/>
                </a:lnTo>
                <a:lnTo>
                  <a:pt x="229195" y="477407"/>
                </a:lnTo>
                <a:lnTo>
                  <a:pt x="184240" y="459870"/>
                </a:lnTo>
                <a:lnTo>
                  <a:pt x="143468" y="440817"/>
                </a:lnTo>
                <a:lnTo>
                  <a:pt x="107175" y="420362"/>
                </a:lnTo>
                <a:lnTo>
                  <a:pt x="75656" y="398620"/>
                </a:lnTo>
                <a:lnTo>
                  <a:pt x="28121" y="351736"/>
                </a:lnTo>
                <a:lnTo>
                  <a:pt x="3222" y="301087"/>
                </a:lnTo>
                <a:lnTo>
                  <a:pt x="0" y="2746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427241" y="5381309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346703" y="6813550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2"/>
                </a:lnTo>
                <a:lnTo>
                  <a:pt x="184446" y="88887"/>
                </a:lnTo>
                <a:lnTo>
                  <a:pt x="143629" y="107830"/>
                </a:lnTo>
                <a:lnTo>
                  <a:pt x="107295" y="128167"/>
                </a:lnTo>
                <a:lnTo>
                  <a:pt x="75741" y="149783"/>
                </a:lnTo>
                <a:lnTo>
                  <a:pt x="28153" y="196396"/>
                </a:lnTo>
                <a:lnTo>
                  <a:pt x="3226" y="246753"/>
                </a:lnTo>
                <a:lnTo>
                  <a:pt x="0" y="273049"/>
                </a:lnTo>
                <a:lnTo>
                  <a:pt x="3226" y="299346"/>
                </a:lnTo>
                <a:lnTo>
                  <a:pt x="28153" y="349703"/>
                </a:lnTo>
                <a:lnTo>
                  <a:pt x="75741" y="396316"/>
                </a:lnTo>
                <a:lnTo>
                  <a:pt x="107295" y="417932"/>
                </a:lnTo>
                <a:lnTo>
                  <a:pt x="143629" y="438269"/>
                </a:lnTo>
                <a:lnTo>
                  <a:pt x="184446" y="457212"/>
                </a:lnTo>
                <a:lnTo>
                  <a:pt x="229453" y="474647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099"/>
                </a:lnTo>
                <a:lnTo>
                  <a:pt x="772732" y="544850"/>
                </a:lnTo>
                <a:lnTo>
                  <a:pt x="838788" y="541176"/>
                </a:lnTo>
                <a:lnTo>
                  <a:pt x="902723" y="535193"/>
                </a:lnTo>
                <a:lnTo>
                  <a:pt x="964242" y="527016"/>
                </a:lnTo>
                <a:lnTo>
                  <a:pt x="1023050" y="516758"/>
                </a:lnTo>
                <a:lnTo>
                  <a:pt x="1078850" y="504534"/>
                </a:lnTo>
                <a:lnTo>
                  <a:pt x="1131347" y="490459"/>
                </a:lnTo>
                <a:lnTo>
                  <a:pt x="1180246" y="474647"/>
                </a:lnTo>
                <a:lnTo>
                  <a:pt x="1225253" y="457212"/>
                </a:lnTo>
                <a:lnTo>
                  <a:pt x="1266070" y="438269"/>
                </a:lnTo>
                <a:lnTo>
                  <a:pt x="1302404" y="417932"/>
                </a:lnTo>
                <a:lnTo>
                  <a:pt x="1333958" y="396316"/>
                </a:lnTo>
                <a:lnTo>
                  <a:pt x="1381546" y="349703"/>
                </a:lnTo>
                <a:lnTo>
                  <a:pt x="1406473" y="299346"/>
                </a:lnTo>
                <a:lnTo>
                  <a:pt x="1409700" y="273049"/>
                </a:lnTo>
                <a:lnTo>
                  <a:pt x="1406473" y="246753"/>
                </a:lnTo>
                <a:lnTo>
                  <a:pt x="1381546" y="196396"/>
                </a:lnTo>
                <a:lnTo>
                  <a:pt x="1333958" y="149783"/>
                </a:lnTo>
                <a:lnTo>
                  <a:pt x="1302404" y="128167"/>
                </a:lnTo>
                <a:lnTo>
                  <a:pt x="1266070" y="107830"/>
                </a:lnTo>
                <a:lnTo>
                  <a:pt x="1225253" y="88887"/>
                </a:lnTo>
                <a:lnTo>
                  <a:pt x="1180246" y="71452"/>
                </a:lnTo>
                <a:lnTo>
                  <a:pt x="1131347" y="55640"/>
                </a:lnTo>
                <a:lnTo>
                  <a:pt x="1078850" y="41565"/>
                </a:lnTo>
                <a:lnTo>
                  <a:pt x="1023050" y="29341"/>
                </a:lnTo>
                <a:lnTo>
                  <a:pt x="964242" y="19083"/>
                </a:lnTo>
                <a:lnTo>
                  <a:pt x="902723" y="10906"/>
                </a:lnTo>
                <a:lnTo>
                  <a:pt x="838788" y="4923"/>
                </a:lnTo>
                <a:lnTo>
                  <a:pt x="772732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46703" y="6813550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29" y="107830"/>
                </a:lnTo>
                <a:lnTo>
                  <a:pt x="184447" y="88887"/>
                </a:lnTo>
                <a:lnTo>
                  <a:pt x="229453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3" y="10906"/>
                </a:lnTo>
                <a:lnTo>
                  <a:pt x="964242" y="19083"/>
                </a:lnTo>
                <a:lnTo>
                  <a:pt x="1023049" y="29341"/>
                </a:lnTo>
                <a:lnTo>
                  <a:pt x="1078849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2" y="88887"/>
                </a:lnTo>
                <a:lnTo>
                  <a:pt x="1266069" y="107830"/>
                </a:lnTo>
                <a:lnTo>
                  <a:pt x="1302403" y="128167"/>
                </a:lnTo>
                <a:lnTo>
                  <a:pt x="1333957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9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7" y="396315"/>
                </a:lnTo>
                <a:lnTo>
                  <a:pt x="1302403" y="417932"/>
                </a:lnTo>
                <a:lnTo>
                  <a:pt x="1266069" y="438268"/>
                </a:lnTo>
                <a:lnTo>
                  <a:pt x="1225252" y="457211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9" y="504534"/>
                </a:lnTo>
                <a:lnTo>
                  <a:pt x="1023049" y="516758"/>
                </a:lnTo>
                <a:lnTo>
                  <a:pt x="964242" y="527015"/>
                </a:lnTo>
                <a:lnTo>
                  <a:pt x="902723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3" y="474646"/>
                </a:lnTo>
                <a:lnTo>
                  <a:pt x="184447" y="457211"/>
                </a:lnTo>
                <a:lnTo>
                  <a:pt x="143629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949418" y="992506"/>
            <a:ext cx="770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ac</a:t>
            </a:r>
            <a:r>
              <a:rPr sz="2400" dirty="0">
                <a:latin typeface="Times New Roman"/>
                <a:cs typeface="Times New Roman"/>
              </a:rPr>
              <a:t>h-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957827" y="1246506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fo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808104" y="1296671"/>
            <a:ext cx="128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Times New Roman"/>
                <a:cs typeface="Times New Roman"/>
              </a:rPr>
              <a:t>Vorgänger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70703" y="68135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2"/>
                </a:lnTo>
                <a:lnTo>
                  <a:pt x="184238" y="88887"/>
                </a:lnTo>
                <a:lnTo>
                  <a:pt x="143467" y="107830"/>
                </a:lnTo>
                <a:lnTo>
                  <a:pt x="107174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4" y="417932"/>
                </a:lnTo>
                <a:lnTo>
                  <a:pt x="143467" y="438269"/>
                </a:lnTo>
                <a:lnTo>
                  <a:pt x="184238" y="457212"/>
                </a:lnTo>
                <a:lnTo>
                  <a:pt x="229193" y="474647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099"/>
                </a:lnTo>
                <a:lnTo>
                  <a:pt x="771854" y="544850"/>
                </a:lnTo>
                <a:lnTo>
                  <a:pt x="837836" y="541176"/>
                </a:lnTo>
                <a:lnTo>
                  <a:pt x="901699" y="535193"/>
                </a:lnTo>
                <a:lnTo>
                  <a:pt x="963149" y="527016"/>
                </a:lnTo>
                <a:lnTo>
                  <a:pt x="1021890" y="516758"/>
                </a:lnTo>
                <a:lnTo>
                  <a:pt x="1077627" y="504534"/>
                </a:lnTo>
                <a:lnTo>
                  <a:pt x="1130066" y="490459"/>
                </a:lnTo>
                <a:lnTo>
                  <a:pt x="1178911" y="474647"/>
                </a:lnTo>
                <a:lnTo>
                  <a:pt x="1223868" y="457212"/>
                </a:lnTo>
                <a:lnTo>
                  <a:pt x="1264640" y="438269"/>
                </a:lnTo>
                <a:lnTo>
                  <a:pt x="1300934" y="417932"/>
                </a:lnTo>
                <a:lnTo>
                  <a:pt x="1332453" y="396316"/>
                </a:lnTo>
                <a:lnTo>
                  <a:pt x="1379990" y="349703"/>
                </a:lnTo>
                <a:lnTo>
                  <a:pt x="1404889" y="299346"/>
                </a:lnTo>
                <a:lnTo>
                  <a:pt x="1408112" y="273049"/>
                </a:lnTo>
                <a:lnTo>
                  <a:pt x="1404889" y="246753"/>
                </a:lnTo>
                <a:lnTo>
                  <a:pt x="1379990" y="196396"/>
                </a:lnTo>
                <a:lnTo>
                  <a:pt x="1332453" y="149783"/>
                </a:lnTo>
                <a:lnTo>
                  <a:pt x="1300934" y="128167"/>
                </a:lnTo>
                <a:lnTo>
                  <a:pt x="1264640" y="107830"/>
                </a:lnTo>
                <a:lnTo>
                  <a:pt x="1223868" y="88887"/>
                </a:lnTo>
                <a:lnTo>
                  <a:pt x="1178911" y="71452"/>
                </a:lnTo>
                <a:lnTo>
                  <a:pt x="1130066" y="55640"/>
                </a:lnTo>
                <a:lnTo>
                  <a:pt x="1077627" y="41565"/>
                </a:lnTo>
                <a:lnTo>
                  <a:pt x="1021890" y="29341"/>
                </a:lnTo>
                <a:lnTo>
                  <a:pt x="963149" y="19083"/>
                </a:lnTo>
                <a:lnTo>
                  <a:pt x="901699" y="10906"/>
                </a:lnTo>
                <a:lnTo>
                  <a:pt x="837836" y="4923"/>
                </a:lnTo>
                <a:lnTo>
                  <a:pt x="771854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70703" y="68135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606482" y="6891020"/>
            <a:ext cx="235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261103" y="111125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870703" y="111125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519241" y="5616577"/>
            <a:ext cx="474980" cy="523875"/>
          </a:xfrm>
          <a:custGeom>
            <a:avLst/>
            <a:gdLst/>
            <a:ahLst/>
            <a:cxnLst/>
            <a:rect l="l" t="t" r="r" b="b"/>
            <a:pathLst>
              <a:path w="474980" h="523875">
                <a:moveTo>
                  <a:pt x="474662" y="523874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725616" y="6108701"/>
            <a:ext cx="268605" cy="31750"/>
          </a:xfrm>
          <a:custGeom>
            <a:avLst/>
            <a:gdLst/>
            <a:ahLst/>
            <a:cxnLst/>
            <a:rect l="l" t="t" r="r" b="b"/>
            <a:pathLst>
              <a:path w="268605" h="31750">
                <a:moveTo>
                  <a:pt x="268287" y="317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19241" y="6140451"/>
            <a:ext cx="474980" cy="536575"/>
          </a:xfrm>
          <a:custGeom>
            <a:avLst/>
            <a:gdLst/>
            <a:ahLst/>
            <a:cxnLst/>
            <a:rect l="l" t="t" r="r" b="b"/>
            <a:pathLst>
              <a:path w="474980" h="536575">
                <a:moveTo>
                  <a:pt x="474662" y="0"/>
                </a:moveTo>
                <a:lnTo>
                  <a:pt x="0" y="5365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848228" y="4656139"/>
            <a:ext cx="1856105" cy="1276350"/>
          </a:xfrm>
          <a:custGeom>
            <a:avLst/>
            <a:gdLst/>
            <a:ahLst/>
            <a:cxnLst/>
            <a:rect l="l" t="t" r="r" b="b"/>
            <a:pathLst>
              <a:path w="1856104" h="1276350">
                <a:moveTo>
                  <a:pt x="0" y="0"/>
                </a:moveTo>
                <a:lnTo>
                  <a:pt x="1855788" y="127634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51503" y="6161089"/>
            <a:ext cx="236854" cy="9525"/>
          </a:xfrm>
          <a:custGeom>
            <a:avLst/>
            <a:gdLst/>
            <a:ahLst/>
            <a:cxnLst/>
            <a:rect l="l" t="t" r="r" b="b"/>
            <a:pathLst>
              <a:path w="236854" h="9525">
                <a:moveTo>
                  <a:pt x="0" y="9524"/>
                </a:moveTo>
                <a:lnTo>
                  <a:pt x="23653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625853" y="6140451"/>
            <a:ext cx="273050" cy="30480"/>
          </a:xfrm>
          <a:custGeom>
            <a:avLst/>
            <a:gdLst/>
            <a:ahLst/>
            <a:cxnLst/>
            <a:rect l="l" t="t" r="r" b="b"/>
            <a:pathLst>
              <a:path w="273050" h="30479">
                <a:moveTo>
                  <a:pt x="0" y="0"/>
                </a:moveTo>
                <a:lnTo>
                  <a:pt x="273049" y="3016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994030" y="2560635"/>
            <a:ext cx="1854200" cy="1368425"/>
          </a:xfrm>
          <a:custGeom>
            <a:avLst/>
            <a:gdLst/>
            <a:ahLst/>
            <a:cxnLst/>
            <a:rect l="l" t="t" r="r" b="b"/>
            <a:pathLst>
              <a:path w="1854200" h="1368425">
                <a:moveTo>
                  <a:pt x="1854198" y="1368428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48235" y="2468563"/>
            <a:ext cx="1781175" cy="1460500"/>
          </a:xfrm>
          <a:custGeom>
            <a:avLst/>
            <a:gdLst/>
            <a:ahLst/>
            <a:cxnLst/>
            <a:rect l="l" t="t" r="r" b="b"/>
            <a:pathLst>
              <a:path w="1781175" h="1460500">
                <a:moveTo>
                  <a:pt x="1781168" y="0"/>
                </a:moveTo>
                <a:lnTo>
                  <a:pt x="0" y="14604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704016" y="4581530"/>
            <a:ext cx="608330" cy="1351280"/>
          </a:xfrm>
          <a:custGeom>
            <a:avLst/>
            <a:gdLst/>
            <a:ahLst/>
            <a:cxnLst/>
            <a:rect l="l" t="t" r="r" b="b"/>
            <a:pathLst>
              <a:path w="608329" h="1351279">
                <a:moveTo>
                  <a:pt x="0" y="1350958"/>
                </a:moveTo>
                <a:lnTo>
                  <a:pt x="608012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629403" y="2468563"/>
            <a:ext cx="682625" cy="1386205"/>
          </a:xfrm>
          <a:custGeom>
            <a:avLst/>
            <a:gdLst/>
            <a:ahLst/>
            <a:cxnLst/>
            <a:rect l="l" t="t" r="r" b="b"/>
            <a:pathLst>
              <a:path w="682625" h="1386204">
                <a:moveTo>
                  <a:pt x="0" y="0"/>
                </a:moveTo>
                <a:lnTo>
                  <a:pt x="682624" y="138588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810003" y="2238376"/>
            <a:ext cx="469900" cy="95250"/>
          </a:xfrm>
          <a:custGeom>
            <a:avLst/>
            <a:gdLst/>
            <a:ahLst/>
            <a:cxnLst/>
            <a:rect l="l" t="t" r="r" b="b"/>
            <a:pathLst>
              <a:path w="469900" h="95250">
                <a:moveTo>
                  <a:pt x="0" y="95249"/>
                </a:moveTo>
                <a:lnTo>
                  <a:pt x="4698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467353" y="2238376"/>
            <a:ext cx="346075" cy="3175"/>
          </a:xfrm>
          <a:custGeom>
            <a:avLst/>
            <a:gdLst/>
            <a:ahLst/>
            <a:cxnLst/>
            <a:rect l="l" t="t" r="r" b="b"/>
            <a:pathLst>
              <a:path w="346075" h="3175">
                <a:moveTo>
                  <a:pt x="-19049" y="1587"/>
                </a:moveTo>
                <a:lnTo>
                  <a:pt x="365124" y="1587"/>
                </a:lnTo>
              </a:path>
            </a:pathLst>
          </a:custGeom>
          <a:ln w="41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051553" y="6388101"/>
            <a:ext cx="652780" cy="425450"/>
          </a:xfrm>
          <a:custGeom>
            <a:avLst/>
            <a:gdLst/>
            <a:ahLst/>
            <a:cxnLst/>
            <a:rect l="l" t="t" r="r" b="b"/>
            <a:pathLst>
              <a:path w="652779" h="425450">
                <a:moveTo>
                  <a:pt x="652463" y="0"/>
                </a:moveTo>
                <a:lnTo>
                  <a:pt x="0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704016" y="6388101"/>
            <a:ext cx="871855" cy="425450"/>
          </a:xfrm>
          <a:custGeom>
            <a:avLst/>
            <a:gdLst/>
            <a:ahLst/>
            <a:cxnLst/>
            <a:rect l="l" t="t" r="r" b="b"/>
            <a:pathLst>
              <a:path w="871854" h="425450">
                <a:moveTo>
                  <a:pt x="0" y="0"/>
                </a:moveTo>
                <a:lnTo>
                  <a:pt x="871536" y="4254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9991" y="5770564"/>
            <a:ext cx="739775" cy="390525"/>
          </a:xfrm>
          <a:custGeom>
            <a:avLst/>
            <a:gdLst/>
            <a:ahLst/>
            <a:cxnLst/>
            <a:rect l="l" t="t" r="r" b="b"/>
            <a:pathLst>
              <a:path w="739775" h="390525">
                <a:moveTo>
                  <a:pt x="0" y="390524"/>
                </a:moveTo>
                <a:lnTo>
                  <a:pt x="73977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519991" y="6161089"/>
            <a:ext cx="533400" cy="100330"/>
          </a:xfrm>
          <a:custGeom>
            <a:avLst/>
            <a:gdLst/>
            <a:ahLst/>
            <a:cxnLst/>
            <a:rect l="l" t="t" r="r" b="b"/>
            <a:pathLst>
              <a:path w="533400" h="100329">
                <a:moveTo>
                  <a:pt x="0" y="0"/>
                </a:moveTo>
                <a:lnTo>
                  <a:pt x="533399" y="10001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519241" y="1730377"/>
            <a:ext cx="659130" cy="603250"/>
          </a:xfrm>
          <a:custGeom>
            <a:avLst/>
            <a:gdLst/>
            <a:ahLst/>
            <a:cxnLst/>
            <a:rect l="l" t="t" r="r" b="b"/>
            <a:pathLst>
              <a:path w="659130" h="603250">
                <a:moveTo>
                  <a:pt x="658812" y="6032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725616" y="2300289"/>
            <a:ext cx="452755" cy="33655"/>
          </a:xfrm>
          <a:custGeom>
            <a:avLst/>
            <a:gdLst/>
            <a:ahLst/>
            <a:cxnLst/>
            <a:rect l="l" t="t" r="r" b="b"/>
            <a:pathLst>
              <a:path w="452755" h="33655">
                <a:moveTo>
                  <a:pt x="452437" y="3333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519241" y="2333626"/>
            <a:ext cx="659130" cy="535305"/>
          </a:xfrm>
          <a:custGeom>
            <a:avLst/>
            <a:gdLst/>
            <a:ahLst/>
            <a:cxnLst/>
            <a:rect l="l" t="t" r="r" b="b"/>
            <a:pathLst>
              <a:path w="659130" h="535305">
                <a:moveTo>
                  <a:pt x="658812" y="0"/>
                </a:moveTo>
                <a:lnTo>
                  <a:pt x="0" y="5349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445378" y="1654177"/>
            <a:ext cx="812800" cy="587375"/>
          </a:xfrm>
          <a:custGeom>
            <a:avLst/>
            <a:gdLst/>
            <a:ahLst/>
            <a:cxnLst/>
            <a:rect l="l" t="t" r="r" b="b"/>
            <a:pathLst>
              <a:path w="812800" h="587375">
                <a:moveTo>
                  <a:pt x="0" y="587374"/>
                </a:moveTo>
                <a:lnTo>
                  <a:pt x="812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445378" y="2146301"/>
            <a:ext cx="606425" cy="95250"/>
          </a:xfrm>
          <a:custGeom>
            <a:avLst/>
            <a:gdLst/>
            <a:ahLst/>
            <a:cxnLst/>
            <a:rect l="l" t="t" r="r" b="b"/>
            <a:pathLst>
              <a:path w="606425" h="95250">
                <a:moveTo>
                  <a:pt x="0" y="95249"/>
                </a:moveTo>
                <a:lnTo>
                  <a:pt x="60642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445378" y="2241551"/>
            <a:ext cx="812800" cy="551180"/>
          </a:xfrm>
          <a:custGeom>
            <a:avLst/>
            <a:gdLst/>
            <a:ahLst/>
            <a:cxnLst/>
            <a:rect l="l" t="t" r="r" b="b"/>
            <a:pathLst>
              <a:path w="812800" h="551180">
                <a:moveTo>
                  <a:pt x="0" y="0"/>
                </a:moveTo>
                <a:lnTo>
                  <a:pt x="812799" y="550861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83016" y="4279901"/>
            <a:ext cx="471805" cy="12700"/>
          </a:xfrm>
          <a:custGeom>
            <a:avLst/>
            <a:gdLst/>
            <a:ahLst/>
            <a:cxnLst/>
            <a:rect l="l" t="t" r="r" b="b"/>
            <a:pathLst>
              <a:path w="471804" h="12700">
                <a:moveTo>
                  <a:pt x="471487" y="126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025644" y="5335271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882644" y="5487671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758444" y="25920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873244" y="25158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672844" y="5975034"/>
            <a:ext cx="2197100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algn="ctr">
              <a:lnSpc>
                <a:spcPts val="222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arbeitenFür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940"/>
              </a:lnSpc>
              <a:tabLst>
                <a:tab pos="1980564" algn="l"/>
              </a:tabLst>
            </a:pPr>
            <a:r>
              <a:rPr sz="3000" b="1" dirty="0">
                <a:latin typeface="Times New Roman"/>
                <a:cs typeface="Times New Roman"/>
              </a:rPr>
              <a:t>N	</a:t>
            </a: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111244" y="2820671"/>
            <a:ext cx="385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958844" y="1601471"/>
            <a:ext cx="1376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3000" b="1" dirty="0">
                <a:latin typeface="Times New Roman"/>
                <a:cs typeface="Times New Roman"/>
              </a:rPr>
              <a:t>N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425444" y="2211071"/>
            <a:ext cx="385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977644" y="22110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3" name="object 2">
            <a:extLst>
              <a:ext uri="{FF2B5EF4-FFF2-40B4-BE49-F238E27FC236}">
                <a16:creationId xmlns:a16="http://schemas.microsoft.com/office/drawing/2014/main" id="{FEA5C2DA-0E64-97A8-74C4-49CCDD71D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099" y="541690"/>
            <a:ext cx="4114801" cy="57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900" algn="l"/>
              </a:tabLst>
            </a:pPr>
            <a:r>
              <a:rPr lang="de-DE" spc="-5" dirty="0"/>
              <a:t>Funktionalitäten</a:t>
            </a:r>
            <a:endParaRPr b="1" i="1" spc="-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730</TotalTime>
  <Words>1494</Words>
  <Application>Microsoft Macintosh PowerPoint</Application>
  <PresentationFormat>Custom</PresentationFormat>
  <Paragraphs>507</Paragraphs>
  <Slides>31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Symbol</vt:lpstr>
      <vt:lpstr>Tahoma</vt:lpstr>
      <vt:lpstr>TheSansOffice</vt:lpstr>
      <vt:lpstr>Times New Roman</vt:lpstr>
      <vt:lpstr>Webdings</vt:lpstr>
      <vt:lpstr>Wingdings</vt:lpstr>
      <vt:lpstr>Benutzerdefiniertes Design</vt:lpstr>
      <vt:lpstr>1_Benutzerdefiniertes Design</vt:lpstr>
      <vt:lpstr>Datenbanksysteme</vt:lpstr>
      <vt:lpstr>Datenbankentwurf – Teil 1</vt:lpstr>
      <vt:lpstr>Datenbankentwurf - Ebenen</vt:lpstr>
      <vt:lpstr>Allgemeiner „top-down Entwurf“</vt:lpstr>
      <vt:lpstr>Phasen des Datenbankentwurfs</vt:lpstr>
      <vt:lpstr>Anforderungsanalyse</vt:lpstr>
      <vt:lpstr>Anforderungsanalyse</vt:lpstr>
      <vt:lpstr>Objektbeschreibung: Uni-Angestellte</vt:lpstr>
      <vt:lpstr>Beziehungsbeschreibung: prüfen</vt:lpstr>
      <vt:lpstr>Prozeßbeschreibungen</vt:lpstr>
      <vt:lpstr>Phasen des Datenbankentwurfs</vt:lpstr>
      <vt:lpstr>PowerPoint Presentation</vt:lpstr>
      <vt:lpstr>Universitätsschema</vt:lpstr>
      <vt:lpstr>Universitätsschema</vt:lpstr>
      <vt:lpstr>Funktionalitäten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Ausprägung der Beziehung betreuen</vt:lpstr>
      <vt:lpstr>PowerPoint Presentation</vt:lpstr>
      <vt:lpstr>PowerPoint Presentation</vt:lpstr>
      <vt:lpstr>Ausarbeitung</vt:lpstr>
      <vt:lpstr>Funktionalitäten</vt:lpstr>
      <vt:lpstr>Funktionalitäten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Datenbankentwurf</dc:title>
  <cp:lastModifiedBy>Christoph Scheich</cp:lastModifiedBy>
  <cp:revision>112</cp:revision>
  <cp:lastPrinted>2018-10-12T09:38:06Z</cp:lastPrinted>
  <dcterms:created xsi:type="dcterms:W3CDTF">2018-10-08T07:19:21Z</dcterms:created>
  <dcterms:modified xsi:type="dcterms:W3CDTF">2023-04-15T15:13:06Z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